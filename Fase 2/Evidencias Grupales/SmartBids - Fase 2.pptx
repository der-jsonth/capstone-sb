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</p:sldIdLst>
  <p:sldSz cy="10287000" cx="18288000"/>
  <p:notesSz cx="6858000" cy="9144000"/>
  <p:embeddedFontLst>
    <p:embeddedFont>
      <p:font typeface="Inter"/>
      <p:bold r:id="rId46"/>
      <p:boldItalic r:id="rId47"/>
    </p:embeddedFont>
    <p:embeddedFont>
      <p:font typeface="Open Sans"/>
      <p:regular r:id="rId48"/>
      <p:bold r:id="rId49"/>
      <p:italic r:id="rId50"/>
      <p:boldItalic r:id="rId5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52" roundtripDataSignature="AMtx7migm4a4yDvH2O0s/INNjgdNREdPX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font" Target="fonts/Inter-bold.fntdata"/><Relationship Id="rId45" Type="http://schemas.openxmlformats.org/officeDocument/2006/relationships/slide" Target="slides/slide40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font" Target="fonts/OpenSans-regular.fntdata"/><Relationship Id="rId47" Type="http://schemas.openxmlformats.org/officeDocument/2006/relationships/font" Target="fonts/Inter-boldItalic.fntdata"/><Relationship Id="rId49" Type="http://schemas.openxmlformats.org/officeDocument/2006/relationships/font" Target="fonts/OpenSans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font" Target="fonts/OpenSans-boldItalic.fntdata"/><Relationship Id="rId50" Type="http://schemas.openxmlformats.org/officeDocument/2006/relationships/font" Target="fonts/OpenSans-italic.fntdata"/><Relationship Id="rId52" Type="http://customschemas.google.com/relationships/presentationmetadata" Target="meta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4" name="Google Shape;494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1" name="Google Shape;541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7" name="Google Shape;567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3" name="Google Shape;593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9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1" name="Google Shape;671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1" name="Shape 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2" name="Google Shape;752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3" name="Google Shape;753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3" name="Shape 8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4" name="Google Shape;834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5" name="Google Shape;835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5" name="Shape 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Google Shape;916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7" name="Google Shape;917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6" name="Shape 10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7" name="Google Shape;1007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8" name="Google Shape;1008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1" name="Shape 1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2" name="Google Shape;1102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3" name="Google Shape;1103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8" name="Shape 1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" name="Google Shape;1249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0" name="Google Shape;1250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9" name="Shape 1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0" name="Google Shape;1260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1" name="Google Shape;1261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0" name="Shape 1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1" name="Google Shape;1271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2" name="Google Shape;1272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1" name="Shape 1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2" name="Google Shape;1282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3" name="Google Shape;1283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1" name="Shape 1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" name="Google Shape;1382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3" name="Google Shape;1383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5" name="Shape 1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6" name="Google Shape;1486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7" name="Google Shape;1487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0" name="Shape 1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1" name="Google Shape;1511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2" name="Google Shape;1512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6" name="Shape 1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7" name="Google Shape;1537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8" name="Google Shape;1538;p2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7" name="Shape 1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8" name="Google Shape;1568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9" name="Google Shape;1569;p2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2" name="Shape 1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3" name="Google Shape;1593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4" name="Google Shape;1594;p2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7" name="Shape 1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8" name="Google Shape;1658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9" name="Google Shape;1659;p2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9" name="Shape 1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0" name="Google Shape;1700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1" name="Google Shape;1701;p2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0" name="Shape 17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1" name="Google Shape;1731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2" name="Google Shape;1732;p2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5" name="Shape 1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6" name="Google Shape;1756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7" name="Google Shape;1757;p3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6" name="Shape 1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7" name="Google Shape;1787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8" name="Google Shape;1788;p3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1" name="Shape 18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2" name="Google Shape;1812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3" name="Google Shape;1813;p3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6" name="Shape 18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7" name="Google Shape;1877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8" name="Google Shape;1878;p3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7" name="Shape 19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8" name="Google Shape;1918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9" name="Google Shape;1919;p3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9" name="Shape 19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0" name="Google Shape;1950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1" name="Google Shape;1951;p3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4" name="Shape 19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5" name="Google Shape;1975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6" name="Google Shape;1976;p3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9" name="Shape 19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0" name="Google Shape;2000;p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1" name="Google Shape;2001;p3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0" name="Shape 20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1" name="Google Shape;2031;p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2" name="Google Shape;2032;p3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5" name="Shape 20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6" name="Google Shape;2076;p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7" name="Google Shape;2077;p3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7" name="Shape 2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8" name="Google Shape;2128;p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9" name="Google Shape;2129;p4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4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4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4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4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4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4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4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4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4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4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4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4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4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4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4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4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4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4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4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4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4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4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4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4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4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4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4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4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4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4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5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5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5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5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5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5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5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5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5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5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5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5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5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5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5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5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4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4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4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4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jpg"/><Relationship Id="rId4" Type="http://schemas.openxmlformats.org/officeDocument/2006/relationships/image" Target="../media/image21.jpg"/><Relationship Id="rId5" Type="http://schemas.openxmlformats.org/officeDocument/2006/relationships/image" Target="../media/image1.png"/><Relationship Id="rId6" Type="http://schemas.openxmlformats.org/officeDocument/2006/relationships/image" Target="../media/image3.png"/><Relationship Id="rId7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6.png"/><Relationship Id="rId4" Type="http://schemas.openxmlformats.org/officeDocument/2006/relationships/image" Target="../media/image14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3.png"/><Relationship Id="rId4" Type="http://schemas.openxmlformats.org/officeDocument/2006/relationships/image" Target="../media/image10.png"/><Relationship Id="rId11" Type="http://schemas.openxmlformats.org/officeDocument/2006/relationships/hyperlink" Target="https://datos-abiertos.chilecompra.cl" TargetMode="External"/><Relationship Id="rId10" Type="http://schemas.openxmlformats.org/officeDocument/2006/relationships/image" Target="../media/image11.png"/><Relationship Id="rId12" Type="http://schemas.openxmlformats.org/officeDocument/2006/relationships/hyperlink" Target="https://datos-abiertos.chilecompra.cl" TargetMode="External"/><Relationship Id="rId9" Type="http://schemas.openxmlformats.org/officeDocument/2006/relationships/image" Target="../media/image18.png"/><Relationship Id="rId5" Type="http://schemas.openxmlformats.org/officeDocument/2006/relationships/image" Target="../media/image9.png"/><Relationship Id="rId6" Type="http://schemas.openxmlformats.org/officeDocument/2006/relationships/image" Target="../media/image43.png"/><Relationship Id="rId7" Type="http://schemas.openxmlformats.org/officeDocument/2006/relationships/image" Target="../media/image8.png"/><Relationship Id="rId8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6.png"/><Relationship Id="rId4" Type="http://schemas.openxmlformats.org/officeDocument/2006/relationships/image" Target="../media/image6.png"/><Relationship Id="rId5" Type="http://schemas.openxmlformats.org/officeDocument/2006/relationships/image" Target="../media/image12.png"/><Relationship Id="rId6" Type="http://schemas.openxmlformats.org/officeDocument/2006/relationships/image" Target="../media/image7.png"/><Relationship Id="rId7" Type="http://schemas.openxmlformats.org/officeDocument/2006/relationships/image" Target="../media/image2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7.jpg"/><Relationship Id="rId4" Type="http://schemas.openxmlformats.org/officeDocument/2006/relationships/image" Target="../media/image15.png"/><Relationship Id="rId9" Type="http://schemas.openxmlformats.org/officeDocument/2006/relationships/image" Target="../media/image20.png"/><Relationship Id="rId5" Type="http://schemas.openxmlformats.org/officeDocument/2006/relationships/image" Target="../media/image19.png"/><Relationship Id="rId6" Type="http://schemas.openxmlformats.org/officeDocument/2006/relationships/image" Target="../media/image17.png"/><Relationship Id="rId7" Type="http://schemas.openxmlformats.org/officeDocument/2006/relationships/image" Target="../media/image33.png"/><Relationship Id="rId8" Type="http://schemas.openxmlformats.org/officeDocument/2006/relationships/image" Target="../media/image2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7.jpg"/><Relationship Id="rId4" Type="http://schemas.openxmlformats.org/officeDocument/2006/relationships/image" Target="../media/image22.png"/><Relationship Id="rId9" Type="http://schemas.openxmlformats.org/officeDocument/2006/relationships/image" Target="../media/image31.png"/><Relationship Id="rId5" Type="http://schemas.openxmlformats.org/officeDocument/2006/relationships/image" Target="../media/image24.png"/><Relationship Id="rId6" Type="http://schemas.openxmlformats.org/officeDocument/2006/relationships/image" Target="../media/image23.png"/><Relationship Id="rId7" Type="http://schemas.openxmlformats.org/officeDocument/2006/relationships/image" Target="../media/image29.png"/><Relationship Id="rId8" Type="http://schemas.openxmlformats.org/officeDocument/2006/relationships/image" Target="../media/image3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5.png"/><Relationship Id="rId4" Type="http://schemas.openxmlformats.org/officeDocument/2006/relationships/image" Target="../media/image44.png"/><Relationship Id="rId5" Type="http://schemas.openxmlformats.org/officeDocument/2006/relationships/image" Target="../media/image36.png"/><Relationship Id="rId6" Type="http://schemas.openxmlformats.org/officeDocument/2006/relationships/image" Target="../media/image30.png"/><Relationship Id="rId7" Type="http://schemas.openxmlformats.org/officeDocument/2006/relationships/image" Target="../media/image3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9.jpg"/><Relationship Id="rId4" Type="http://schemas.openxmlformats.org/officeDocument/2006/relationships/image" Target="../media/image10.png"/><Relationship Id="rId9" Type="http://schemas.openxmlformats.org/officeDocument/2006/relationships/image" Target="../media/image38.png"/><Relationship Id="rId5" Type="http://schemas.openxmlformats.org/officeDocument/2006/relationships/image" Target="../media/image9.png"/><Relationship Id="rId6" Type="http://schemas.openxmlformats.org/officeDocument/2006/relationships/image" Target="../media/image47.png"/><Relationship Id="rId7" Type="http://schemas.openxmlformats.org/officeDocument/2006/relationships/image" Target="../media/image8.png"/><Relationship Id="rId8" Type="http://schemas.openxmlformats.org/officeDocument/2006/relationships/image" Target="../media/image3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9.jpg"/><Relationship Id="rId4" Type="http://schemas.openxmlformats.org/officeDocument/2006/relationships/image" Target="../media/image10.png"/><Relationship Id="rId9" Type="http://schemas.openxmlformats.org/officeDocument/2006/relationships/image" Target="../media/image37.png"/><Relationship Id="rId5" Type="http://schemas.openxmlformats.org/officeDocument/2006/relationships/image" Target="../media/image9.png"/><Relationship Id="rId6" Type="http://schemas.openxmlformats.org/officeDocument/2006/relationships/image" Target="../media/image47.png"/><Relationship Id="rId7" Type="http://schemas.openxmlformats.org/officeDocument/2006/relationships/image" Target="../media/image52.png"/><Relationship Id="rId8" Type="http://schemas.openxmlformats.org/officeDocument/2006/relationships/image" Target="../media/image3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1.jpg"/><Relationship Id="rId4" Type="http://schemas.openxmlformats.org/officeDocument/2006/relationships/image" Target="../media/image40.jpg"/><Relationship Id="rId10" Type="http://schemas.openxmlformats.org/officeDocument/2006/relationships/image" Target="../media/image56.png"/><Relationship Id="rId9" Type="http://schemas.openxmlformats.org/officeDocument/2006/relationships/image" Target="../media/image34.png"/><Relationship Id="rId5" Type="http://schemas.openxmlformats.org/officeDocument/2006/relationships/image" Target="../media/image10.png"/><Relationship Id="rId6" Type="http://schemas.openxmlformats.org/officeDocument/2006/relationships/image" Target="../media/image9.png"/><Relationship Id="rId7" Type="http://schemas.openxmlformats.org/officeDocument/2006/relationships/image" Target="../media/image47.png"/><Relationship Id="rId8" Type="http://schemas.openxmlformats.org/officeDocument/2006/relationships/image" Target="../media/image4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9.jpg"/><Relationship Id="rId4" Type="http://schemas.openxmlformats.org/officeDocument/2006/relationships/image" Target="../media/image49.jpg"/><Relationship Id="rId10" Type="http://schemas.openxmlformats.org/officeDocument/2006/relationships/image" Target="../media/image46.png"/><Relationship Id="rId9" Type="http://schemas.openxmlformats.org/officeDocument/2006/relationships/image" Target="../media/image34.png"/><Relationship Id="rId5" Type="http://schemas.openxmlformats.org/officeDocument/2006/relationships/image" Target="../media/image10.png"/><Relationship Id="rId6" Type="http://schemas.openxmlformats.org/officeDocument/2006/relationships/image" Target="../media/image9.png"/><Relationship Id="rId7" Type="http://schemas.openxmlformats.org/officeDocument/2006/relationships/image" Target="../media/image47.png"/><Relationship Id="rId8" Type="http://schemas.openxmlformats.org/officeDocument/2006/relationships/image" Target="../media/image4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9.jpg"/><Relationship Id="rId4" Type="http://schemas.openxmlformats.org/officeDocument/2006/relationships/image" Target="../media/image48.jpg"/><Relationship Id="rId10" Type="http://schemas.openxmlformats.org/officeDocument/2006/relationships/image" Target="../media/image98.png"/><Relationship Id="rId9" Type="http://schemas.openxmlformats.org/officeDocument/2006/relationships/image" Target="../media/image34.png"/><Relationship Id="rId5" Type="http://schemas.openxmlformats.org/officeDocument/2006/relationships/image" Target="../media/image10.png"/><Relationship Id="rId6" Type="http://schemas.openxmlformats.org/officeDocument/2006/relationships/image" Target="../media/image9.png"/><Relationship Id="rId7" Type="http://schemas.openxmlformats.org/officeDocument/2006/relationships/image" Target="../media/image47.png"/><Relationship Id="rId8" Type="http://schemas.openxmlformats.org/officeDocument/2006/relationships/image" Target="../media/image4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9.jpg"/><Relationship Id="rId4" Type="http://schemas.openxmlformats.org/officeDocument/2006/relationships/image" Target="../media/image10.png"/><Relationship Id="rId11" Type="http://schemas.openxmlformats.org/officeDocument/2006/relationships/image" Target="../media/image50.png"/><Relationship Id="rId10" Type="http://schemas.openxmlformats.org/officeDocument/2006/relationships/image" Target="../media/image51.png"/><Relationship Id="rId9" Type="http://schemas.openxmlformats.org/officeDocument/2006/relationships/image" Target="../media/image63.png"/><Relationship Id="rId5" Type="http://schemas.openxmlformats.org/officeDocument/2006/relationships/image" Target="../media/image9.png"/><Relationship Id="rId6" Type="http://schemas.openxmlformats.org/officeDocument/2006/relationships/image" Target="../media/image47.png"/><Relationship Id="rId7" Type="http://schemas.openxmlformats.org/officeDocument/2006/relationships/image" Target="../media/image42.png"/><Relationship Id="rId8" Type="http://schemas.openxmlformats.org/officeDocument/2006/relationships/image" Target="../media/image3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9.jpg"/><Relationship Id="rId4" Type="http://schemas.openxmlformats.org/officeDocument/2006/relationships/image" Target="../media/image67.jpg"/><Relationship Id="rId11" Type="http://schemas.openxmlformats.org/officeDocument/2006/relationships/image" Target="../media/image60.png"/><Relationship Id="rId10" Type="http://schemas.openxmlformats.org/officeDocument/2006/relationships/image" Target="../media/image34.png"/><Relationship Id="rId12" Type="http://schemas.openxmlformats.org/officeDocument/2006/relationships/image" Target="../media/image65.png"/><Relationship Id="rId9" Type="http://schemas.openxmlformats.org/officeDocument/2006/relationships/image" Target="../media/image42.png"/><Relationship Id="rId5" Type="http://schemas.openxmlformats.org/officeDocument/2006/relationships/image" Target="../media/image64.png"/><Relationship Id="rId6" Type="http://schemas.openxmlformats.org/officeDocument/2006/relationships/image" Target="../media/image10.png"/><Relationship Id="rId7" Type="http://schemas.openxmlformats.org/officeDocument/2006/relationships/image" Target="../media/image9.png"/><Relationship Id="rId8" Type="http://schemas.openxmlformats.org/officeDocument/2006/relationships/image" Target="../media/image4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9.jpg"/><Relationship Id="rId4" Type="http://schemas.openxmlformats.org/officeDocument/2006/relationships/image" Target="../media/image62.jpg"/><Relationship Id="rId10" Type="http://schemas.openxmlformats.org/officeDocument/2006/relationships/image" Target="../media/image54.png"/><Relationship Id="rId9" Type="http://schemas.openxmlformats.org/officeDocument/2006/relationships/image" Target="../media/image34.png"/><Relationship Id="rId5" Type="http://schemas.openxmlformats.org/officeDocument/2006/relationships/image" Target="../media/image10.png"/><Relationship Id="rId6" Type="http://schemas.openxmlformats.org/officeDocument/2006/relationships/image" Target="../media/image9.png"/><Relationship Id="rId7" Type="http://schemas.openxmlformats.org/officeDocument/2006/relationships/image" Target="../media/image47.png"/><Relationship Id="rId8" Type="http://schemas.openxmlformats.org/officeDocument/2006/relationships/image" Target="../media/image4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5.png"/><Relationship Id="rId4" Type="http://schemas.openxmlformats.org/officeDocument/2006/relationships/image" Target="../media/image58.png"/><Relationship Id="rId11" Type="http://schemas.openxmlformats.org/officeDocument/2006/relationships/image" Target="../media/image61.png"/><Relationship Id="rId10" Type="http://schemas.openxmlformats.org/officeDocument/2006/relationships/image" Target="../media/image70.png"/><Relationship Id="rId12" Type="http://schemas.openxmlformats.org/officeDocument/2006/relationships/image" Target="../media/image66.png"/><Relationship Id="rId9" Type="http://schemas.openxmlformats.org/officeDocument/2006/relationships/image" Target="../media/image78.png"/><Relationship Id="rId5" Type="http://schemas.openxmlformats.org/officeDocument/2006/relationships/image" Target="../media/image28.png"/><Relationship Id="rId6" Type="http://schemas.openxmlformats.org/officeDocument/2006/relationships/image" Target="../media/image59.png"/><Relationship Id="rId7" Type="http://schemas.openxmlformats.org/officeDocument/2006/relationships/image" Target="../media/image57.png"/><Relationship Id="rId8" Type="http://schemas.openxmlformats.org/officeDocument/2006/relationships/image" Target="../media/image5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75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88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74.png"/></Relationships>
</file>

<file path=ppt/slides/_rels/slide20.xml.rels><?xml version="1.0" encoding="UTF-8" standalone="yes"?><Relationships xmlns="http://schemas.openxmlformats.org/package/2006/relationships"><Relationship Id="rId11" Type="http://schemas.openxmlformats.org/officeDocument/2006/relationships/image" Target="../media/image77.png"/><Relationship Id="rId10" Type="http://schemas.openxmlformats.org/officeDocument/2006/relationships/image" Target="../media/image69.png"/><Relationship Id="rId13" Type="http://schemas.openxmlformats.org/officeDocument/2006/relationships/image" Target="../media/image72.png"/><Relationship Id="rId12" Type="http://schemas.openxmlformats.org/officeDocument/2006/relationships/image" Target="../media/image80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9.jpg"/><Relationship Id="rId4" Type="http://schemas.openxmlformats.org/officeDocument/2006/relationships/image" Target="../media/image71.jpg"/><Relationship Id="rId9" Type="http://schemas.openxmlformats.org/officeDocument/2006/relationships/image" Target="../media/image34.png"/><Relationship Id="rId14" Type="http://schemas.openxmlformats.org/officeDocument/2006/relationships/image" Target="../media/image73.png"/><Relationship Id="rId5" Type="http://schemas.openxmlformats.org/officeDocument/2006/relationships/image" Target="../media/image10.png"/><Relationship Id="rId6" Type="http://schemas.openxmlformats.org/officeDocument/2006/relationships/image" Target="../media/image9.png"/><Relationship Id="rId7" Type="http://schemas.openxmlformats.org/officeDocument/2006/relationships/image" Target="../media/image47.png"/><Relationship Id="rId8" Type="http://schemas.openxmlformats.org/officeDocument/2006/relationships/image" Target="../media/image68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9.jpg"/><Relationship Id="rId4" Type="http://schemas.openxmlformats.org/officeDocument/2006/relationships/image" Target="../media/image10.png"/><Relationship Id="rId5" Type="http://schemas.openxmlformats.org/officeDocument/2006/relationships/image" Target="../media/image9.png"/><Relationship Id="rId6" Type="http://schemas.openxmlformats.org/officeDocument/2006/relationships/image" Target="../media/image47.png"/><Relationship Id="rId7" Type="http://schemas.openxmlformats.org/officeDocument/2006/relationships/image" Target="../media/image68.png"/><Relationship Id="rId8" Type="http://schemas.openxmlformats.org/officeDocument/2006/relationships/image" Target="../media/image34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9.jpg"/><Relationship Id="rId4" Type="http://schemas.openxmlformats.org/officeDocument/2006/relationships/image" Target="../media/image76.jpg"/><Relationship Id="rId9" Type="http://schemas.openxmlformats.org/officeDocument/2006/relationships/image" Target="../media/image79.png"/><Relationship Id="rId5" Type="http://schemas.openxmlformats.org/officeDocument/2006/relationships/image" Target="../media/image10.png"/><Relationship Id="rId6" Type="http://schemas.openxmlformats.org/officeDocument/2006/relationships/image" Target="../media/image9.png"/><Relationship Id="rId7" Type="http://schemas.openxmlformats.org/officeDocument/2006/relationships/image" Target="../media/image8.png"/><Relationship Id="rId8" Type="http://schemas.openxmlformats.org/officeDocument/2006/relationships/image" Target="../media/image34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9.jpg"/><Relationship Id="rId4" Type="http://schemas.openxmlformats.org/officeDocument/2006/relationships/image" Target="../media/image76.jpg"/><Relationship Id="rId9" Type="http://schemas.openxmlformats.org/officeDocument/2006/relationships/image" Target="../media/image82.png"/><Relationship Id="rId5" Type="http://schemas.openxmlformats.org/officeDocument/2006/relationships/image" Target="../media/image10.png"/><Relationship Id="rId6" Type="http://schemas.openxmlformats.org/officeDocument/2006/relationships/image" Target="../media/image9.png"/><Relationship Id="rId7" Type="http://schemas.openxmlformats.org/officeDocument/2006/relationships/image" Target="../media/image8.png"/><Relationship Id="rId8" Type="http://schemas.openxmlformats.org/officeDocument/2006/relationships/image" Target="../media/image34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9.jpg"/><Relationship Id="rId4" Type="http://schemas.openxmlformats.org/officeDocument/2006/relationships/image" Target="../media/image76.jpg"/><Relationship Id="rId9" Type="http://schemas.openxmlformats.org/officeDocument/2006/relationships/image" Target="../media/image104.png"/><Relationship Id="rId5" Type="http://schemas.openxmlformats.org/officeDocument/2006/relationships/image" Target="../media/image10.png"/><Relationship Id="rId6" Type="http://schemas.openxmlformats.org/officeDocument/2006/relationships/image" Target="../media/image9.png"/><Relationship Id="rId7" Type="http://schemas.openxmlformats.org/officeDocument/2006/relationships/image" Target="../media/image8.png"/><Relationship Id="rId8" Type="http://schemas.openxmlformats.org/officeDocument/2006/relationships/image" Target="../media/image34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9.jpg"/><Relationship Id="rId4" Type="http://schemas.openxmlformats.org/officeDocument/2006/relationships/image" Target="../media/image76.jpg"/><Relationship Id="rId9" Type="http://schemas.openxmlformats.org/officeDocument/2006/relationships/image" Target="../media/image86.png"/><Relationship Id="rId5" Type="http://schemas.openxmlformats.org/officeDocument/2006/relationships/image" Target="../media/image10.png"/><Relationship Id="rId6" Type="http://schemas.openxmlformats.org/officeDocument/2006/relationships/image" Target="../media/image9.png"/><Relationship Id="rId7" Type="http://schemas.openxmlformats.org/officeDocument/2006/relationships/image" Target="../media/image8.png"/><Relationship Id="rId8" Type="http://schemas.openxmlformats.org/officeDocument/2006/relationships/image" Target="../media/image34.png"/></Relationships>
</file>

<file path=ppt/slides/_rels/slide26.xml.rels><?xml version="1.0" encoding="UTF-8" standalone="yes"?><Relationships xmlns="http://schemas.openxmlformats.org/package/2006/relationships"><Relationship Id="rId10" Type="http://schemas.openxmlformats.org/officeDocument/2006/relationships/image" Target="../media/image95.jp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9.jpg"/><Relationship Id="rId4" Type="http://schemas.openxmlformats.org/officeDocument/2006/relationships/image" Target="../media/image76.jpg"/><Relationship Id="rId9" Type="http://schemas.openxmlformats.org/officeDocument/2006/relationships/image" Target="../media/image107.png"/><Relationship Id="rId5" Type="http://schemas.openxmlformats.org/officeDocument/2006/relationships/image" Target="../media/image10.png"/><Relationship Id="rId6" Type="http://schemas.openxmlformats.org/officeDocument/2006/relationships/image" Target="../media/image9.png"/><Relationship Id="rId7" Type="http://schemas.openxmlformats.org/officeDocument/2006/relationships/image" Target="../media/image8.png"/><Relationship Id="rId8" Type="http://schemas.openxmlformats.org/officeDocument/2006/relationships/image" Target="../media/image34.png"/></Relationships>
</file>

<file path=ppt/slides/_rels/slide27.xml.rels><?xml version="1.0" encoding="UTF-8" standalone="yes"?><Relationships xmlns="http://schemas.openxmlformats.org/package/2006/relationships"><Relationship Id="rId10" Type="http://schemas.openxmlformats.org/officeDocument/2006/relationships/image" Target="../media/image81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9.jpg"/><Relationship Id="rId4" Type="http://schemas.openxmlformats.org/officeDocument/2006/relationships/image" Target="../media/image76.jpg"/><Relationship Id="rId9" Type="http://schemas.openxmlformats.org/officeDocument/2006/relationships/image" Target="../media/image93.png"/><Relationship Id="rId5" Type="http://schemas.openxmlformats.org/officeDocument/2006/relationships/image" Target="../media/image10.png"/><Relationship Id="rId6" Type="http://schemas.openxmlformats.org/officeDocument/2006/relationships/image" Target="../media/image9.png"/><Relationship Id="rId7" Type="http://schemas.openxmlformats.org/officeDocument/2006/relationships/image" Target="../media/image8.png"/><Relationship Id="rId8" Type="http://schemas.openxmlformats.org/officeDocument/2006/relationships/image" Target="../media/image34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9.jpg"/><Relationship Id="rId4" Type="http://schemas.openxmlformats.org/officeDocument/2006/relationships/image" Target="../media/image76.jpg"/><Relationship Id="rId9" Type="http://schemas.openxmlformats.org/officeDocument/2006/relationships/image" Target="../media/image87.png"/><Relationship Id="rId5" Type="http://schemas.openxmlformats.org/officeDocument/2006/relationships/image" Target="../media/image10.png"/><Relationship Id="rId6" Type="http://schemas.openxmlformats.org/officeDocument/2006/relationships/image" Target="../media/image9.png"/><Relationship Id="rId7" Type="http://schemas.openxmlformats.org/officeDocument/2006/relationships/image" Target="../media/image8.png"/><Relationship Id="rId8" Type="http://schemas.openxmlformats.org/officeDocument/2006/relationships/image" Target="../media/image34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9.jpg"/><Relationship Id="rId4" Type="http://schemas.openxmlformats.org/officeDocument/2006/relationships/image" Target="../media/image76.jpg"/><Relationship Id="rId9" Type="http://schemas.openxmlformats.org/officeDocument/2006/relationships/image" Target="../media/image85.png"/><Relationship Id="rId5" Type="http://schemas.openxmlformats.org/officeDocument/2006/relationships/image" Target="../media/image10.png"/><Relationship Id="rId6" Type="http://schemas.openxmlformats.org/officeDocument/2006/relationships/image" Target="../media/image9.png"/><Relationship Id="rId7" Type="http://schemas.openxmlformats.org/officeDocument/2006/relationships/image" Target="../media/image8.png"/><Relationship Id="rId8" Type="http://schemas.openxmlformats.org/officeDocument/2006/relationships/image" Target="../media/image34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39.jpg"/><Relationship Id="rId4" Type="http://schemas.openxmlformats.org/officeDocument/2006/relationships/image" Target="../media/image76.jpg"/><Relationship Id="rId9" Type="http://schemas.openxmlformats.org/officeDocument/2006/relationships/image" Target="../media/image83.png"/><Relationship Id="rId5" Type="http://schemas.openxmlformats.org/officeDocument/2006/relationships/image" Target="../media/image10.png"/><Relationship Id="rId6" Type="http://schemas.openxmlformats.org/officeDocument/2006/relationships/image" Target="../media/image9.png"/><Relationship Id="rId7" Type="http://schemas.openxmlformats.org/officeDocument/2006/relationships/image" Target="../media/image8.png"/><Relationship Id="rId8" Type="http://schemas.openxmlformats.org/officeDocument/2006/relationships/image" Target="../media/image34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39.jpg"/><Relationship Id="rId4" Type="http://schemas.openxmlformats.org/officeDocument/2006/relationships/image" Target="../media/image76.jpg"/><Relationship Id="rId9" Type="http://schemas.openxmlformats.org/officeDocument/2006/relationships/image" Target="../media/image94.png"/><Relationship Id="rId5" Type="http://schemas.openxmlformats.org/officeDocument/2006/relationships/image" Target="../media/image10.png"/><Relationship Id="rId6" Type="http://schemas.openxmlformats.org/officeDocument/2006/relationships/image" Target="../media/image9.png"/><Relationship Id="rId7" Type="http://schemas.openxmlformats.org/officeDocument/2006/relationships/image" Target="../media/image8.png"/><Relationship Id="rId8" Type="http://schemas.openxmlformats.org/officeDocument/2006/relationships/image" Target="../media/image34.png"/></Relationships>
</file>

<file path=ppt/slides/_rels/slide32.xml.rels><?xml version="1.0" encoding="UTF-8" standalone="yes"?><Relationships xmlns="http://schemas.openxmlformats.org/package/2006/relationships"><Relationship Id="rId10" Type="http://schemas.openxmlformats.org/officeDocument/2006/relationships/image" Target="../media/image95.jp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39.jpg"/><Relationship Id="rId4" Type="http://schemas.openxmlformats.org/officeDocument/2006/relationships/image" Target="../media/image76.jpg"/><Relationship Id="rId9" Type="http://schemas.openxmlformats.org/officeDocument/2006/relationships/image" Target="../media/image107.png"/><Relationship Id="rId5" Type="http://schemas.openxmlformats.org/officeDocument/2006/relationships/image" Target="../media/image10.png"/><Relationship Id="rId6" Type="http://schemas.openxmlformats.org/officeDocument/2006/relationships/image" Target="../media/image9.png"/><Relationship Id="rId7" Type="http://schemas.openxmlformats.org/officeDocument/2006/relationships/image" Target="../media/image8.png"/><Relationship Id="rId8" Type="http://schemas.openxmlformats.org/officeDocument/2006/relationships/image" Target="../media/image34.png"/></Relationships>
</file>

<file path=ppt/slides/_rels/slide33.xml.rels><?xml version="1.0" encoding="UTF-8" standalone="yes"?><Relationships xmlns="http://schemas.openxmlformats.org/package/2006/relationships"><Relationship Id="rId10" Type="http://schemas.openxmlformats.org/officeDocument/2006/relationships/image" Target="../media/image84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39.jpg"/><Relationship Id="rId4" Type="http://schemas.openxmlformats.org/officeDocument/2006/relationships/image" Target="../media/image76.jpg"/><Relationship Id="rId9" Type="http://schemas.openxmlformats.org/officeDocument/2006/relationships/image" Target="../media/image108.png"/><Relationship Id="rId5" Type="http://schemas.openxmlformats.org/officeDocument/2006/relationships/image" Target="../media/image10.png"/><Relationship Id="rId6" Type="http://schemas.openxmlformats.org/officeDocument/2006/relationships/image" Target="../media/image9.png"/><Relationship Id="rId7" Type="http://schemas.openxmlformats.org/officeDocument/2006/relationships/image" Target="../media/image8.png"/><Relationship Id="rId8" Type="http://schemas.openxmlformats.org/officeDocument/2006/relationships/image" Target="../media/image34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39.jpg"/><Relationship Id="rId4" Type="http://schemas.openxmlformats.org/officeDocument/2006/relationships/image" Target="../media/image76.jpg"/><Relationship Id="rId9" Type="http://schemas.openxmlformats.org/officeDocument/2006/relationships/image" Target="../media/image89.png"/><Relationship Id="rId5" Type="http://schemas.openxmlformats.org/officeDocument/2006/relationships/image" Target="../media/image10.png"/><Relationship Id="rId6" Type="http://schemas.openxmlformats.org/officeDocument/2006/relationships/image" Target="../media/image9.png"/><Relationship Id="rId7" Type="http://schemas.openxmlformats.org/officeDocument/2006/relationships/image" Target="../media/image8.png"/><Relationship Id="rId8" Type="http://schemas.openxmlformats.org/officeDocument/2006/relationships/image" Target="../media/image34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39.jpg"/><Relationship Id="rId4" Type="http://schemas.openxmlformats.org/officeDocument/2006/relationships/image" Target="../media/image76.jpg"/><Relationship Id="rId9" Type="http://schemas.openxmlformats.org/officeDocument/2006/relationships/image" Target="../media/image91.png"/><Relationship Id="rId5" Type="http://schemas.openxmlformats.org/officeDocument/2006/relationships/image" Target="../media/image10.png"/><Relationship Id="rId6" Type="http://schemas.openxmlformats.org/officeDocument/2006/relationships/image" Target="../media/image9.png"/><Relationship Id="rId7" Type="http://schemas.openxmlformats.org/officeDocument/2006/relationships/image" Target="../media/image8.png"/><Relationship Id="rId8" Type="http://schemas.openxmlformats.org/officeDocument/2006/relationships/image" Target="../media/image34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39.jpg"/><Relationship Id="rId4" Type="http://schemas.openxmlformats.org/officeDocument/2006/relationships/image" Target="../media/image76.jpg"/><Relationship Id="rId5" Type="http://schemas.openxmlformats.org/officeDocument/2006/relationships/image" Target="../media/image10.png"/><Relationship Id="rId6" Type="http://schemas.openxmlformats.org/officeDocument/2006/relationships/image" Target="../media/image9.png"/><Relationship Id="rId7" Type="http://schemas.openxmlformats.org/officeDocument/2006/relationships/image" Target="../media/image34.png"/><Relationship Id="rId8" Type="http://schemas.openxmlformats.org/officeDocument/2006/relationships/image" Target="../media/image90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39.jpg"/><Relationship Id="rId4" Type="http://schemas.openxmlformats.org/officeDocument/2006/relationships/image" Target="../media/image92.png"/><Relationship Id="rId9" Type="http://schemas.openxmlformats.org/officeDocument/2006/relationships/hyperlink" Target="https://smartbids.cl" TargetMode="External"/><Relationship Id="rId5" Type="http://schemas.openxmlformats.org/officeDocument/2006/relationships/image" Target="../media/image10.png"/><Relationship Id="rId6" Type="http://schemas.openxmlformats.org/officeDocument/2006/relationships/image" Target="../media/image9.png"/><Relationship Id="rId7" Type="http://schemas.openxmlformats.org/officeDocument/2006/relationships/image" Target="../media/image34.png"/><Relationship Id="rId8" Type="http://schemas.openxmlformats.org/officeDocument/2006/relationships/image" Target="../media/image44.png"/></Relationships>
</file>

<file path=ppt/slides/_rels/slide38.xml.rels><?xml version="1.0" encoding="UTF-8" standalone="yes"?><Relationships xmlns="http://schemas.openxmlformats.org/package/2006/relationships"><Relationship Id="rId11" Type="http://schemas.openxmlformats.org/officeDocument/2006/relationships/image" Target="../media/image97.png"/><Relationship Id="rId10" Type="http://schemas.openxmlformats.org/officeDocument/2006/relationships/image" Target="../media/image101.png"/><Relationship Id="rId13" Type="http://schemas.openxmlformats.org/officeDocument/2006/relationships/image" Target="../media/image100.png"/><Relationship Id="rId12" Type="http://schemas.openxmlformats.org/officeDocument/2006/relationships/image" Target="../media/image109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106.png"/><Relationship Id="rId4" Type="http://schemas.openxmlformats.org/officeDocument/2006/relationships/image" Target="../media/image99.png"/><Relationship Id="rId9" Type="http://schemas.openxmlformats.org/officeDocument/2006/relationships/image" Target="../media/image102.png"/><Relationship Id="rId14" Type="http://schemas.openxmlformats.org/officeDocument/2006/relationships/image" Target="../media/image105.png"/><Relationship Id="rId5" Type="http://schemas.openxmlformats.org/officeDocument/2006/relationships/image" Target="../media/image10.png"/><Relationship Id="rId6" Type="http://schemas.openxmlformats.org/officeDocument/2006/relationships/image" Target="../media/image9.png"/><Relationship Id="rId7" Type="http://schemas.openxmlformats.org/officeDocument/2006/relationships/image" Target="../media/image103.png"/><Relationship Id="rId8" Type="http://schemas.openxmlformats.org/officeDocument/2006/relationships/image" Target="../media/image96.png"/></Relationships>
</file>

<file path=ppt/slides/_rels/slide39.xml.rels><?xml version="1.0" encoding="UTF-8" standalone="yes"?><Relationships xmlns="http://schemas.openxmlformats.org/package/2006/relationships"><Relationship Id="rId11" Type="http://schemas.openxmlformats.org/officeDocument/2006/relationships/image" Target="../media/image80.png"/><Relationship Id="rId10" Type="http://schemas.openxmlformats.org/officeDocument/2006/relationships/image" Target="../media/image77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106.png"/><Relationship Id="rId4" Type="http://schemas.openxmlformats.org/officeDocument/2006/relationships/image" Target="../media/image10.png"/><Relationship Id="rId9" Type="http://schemas.openxmlformats.org/officeDocument/2006/relationships/image" Target="../media/image72.png"/><Relationship Id="rId5" Type="http://schemas.openxmlformats.org/officeDocument/2006/relationships/image" Target="../media/image9.png"/><Relationship Id="rId6" Type="http://schemas.openxmlformats.org/officeDocument/2006/relationships/image" Target="../media/image96.png"/><Relationship Id="rId7" Type="http://schemas.openxmlformats.org/officeDocument/2006/relationships/image" Target="../media/image102.png"/><Relationship Id="rId8" Type="http://schemas.openxmlformats.org/officeDocument/2006/relationships/image" Target="../media/image101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21.jpg"/><Relationship Id="rId4" Type="http://schemas.openxmlformats.org/officeDocument/2006/relationships/hyperlink" Target="https://smartbids.cl" TargetMode="External"/><Relationship Id="rId5" Type="http://schemas.openxmlformats.org/officeDocument/2006/relationships/image" Target="../media/image44.png"/><Relationship Id="rId6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0" y="0"/>
            <a:ext cx="1842516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9333" l="0" r="0" t="-9333"/>
            </a:stretch>
          </a:blipFill>
          <a:ln>
            <a:noFill/>
          </a:ln>
        </p:spPr>
      </p:sp>
      <p:grpSp>
        <p:nvGrpSpPr>
          <p:cNvPr id="85" name="Google Shape;85;p1"/>
          <p:cNvGrpSpPr/>
          <p:nvPr/>
        </p:nvGrpSpPr>
        <p:grpSpPr>
          <a:xfrm>
            <a:off x="4072637" y="-2237830"/>
            <a:ext cx="5816332" cy="10224021"/>
            <a:chOff x="0" y="-104775"/>
            <a:chExt cx="406400" cy="714375"/>
          </a:xfrm>
        </p:grpSpPr>
        <p:sp>
          <p:nvSpPr>
            <p:cNvPr id="86" name="Google Shape;86;p1"/>
            <p:cNvSpPr/>
            <p:nvPr/>
          </p:nvSpPr>
          <p:spPr>
            <a:xfrm>
              <a:off x="0" y="0"/>
              <a:ext cx="406400" cy="609600"/>
            </a:xfrm>
            <a:custGeom>
              <a:rect b="b" l="l" r="r" t="t"/>
              <a:pathLst>
                <a:path extrusionOk="0" h="609600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5170FF"/>
            </a:solidFill>
            <a:ln>
              <a:noFill/>
            </a:ln>
          </p:spPr>
        </p:sp>
        <p:sp>
          <p:nvSpPr>
            <p:cNvPr id="87" name="Google Shape;87;p1"/>
            <p:cNvSpPr txBox="1"/>
            <p:nvPr/>
          </p:nvSpPr>
          <p:spPr>
            <a:xfrm>
              <a:off x="101600" y="-104775"/>
              <a:ext cx="2032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8" name="Google Shape;88;p1"/>
          <p:cNvGrpSpPr/>
          <p:nvPr/>
        </p:nvGrpSpPr>
        <p:grpSpPr>
          <a:xfrm>
            <a:off x="2908166" y="-363198"/>
            <a:ext cx="5816332" cy="6531908"/>
            <a:chOff x="0" y="-104775"/>
            <a:chExt cx="406400" cy="456399"/>
          </a:xfrm>
        </p:grpSpPr>
        <p:sp>
          <p:nvSpPr>
            <p:cNvPr id="89" name="Google Shape;89;p1"/>
            <p:cNvSpPr/>
            <p:nvPr/>
          </p:nvSpPr>
          <p:spPr>
            <a:xfrm>
              <a:off x="0" y="0"/>
              <a:ext cx="406400" cy="351624"/>
            </a:xfrm>
            <a:custGeom>
              <a:rect b="b" l="l" r="r" t="t"/>
              <a:pathLst>
                <a:path extrusionOk="0" h="351624" w="406400">
                  <a:moveTo>
                    <a:pt x="203200" y="0"/>
                  </a:moveTo>
                  <a:lnTo>
                    <a:pt x="0" y="0"/>
                  </a:lnTo>
                  <a:lnTo>
                    <a:pt x="203200" y="351624"/>
                  </a:lnTo>
                  <a:lnTo>
                    <a:pt x="406400" y="351624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393E46"/>
            </a:solidFill>
            <a:ln>
              <a:noFill/>
            </a:ln>
          </p:spPr>
        </p:sp>
        <p:sp>
          <p:nvSpPr>
            <p:cNvPr id="90" name="Google Shape;90;p1"/>
            <p:cNvSpPr txBox="1"/>
            <p:nvPr/>
          </p:nvSpPr>
          <p:spPr>
            <a:xfrm>
              <a:off x="101600" y="-104775"/>
              <a:ext cx="203200" cy="4563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1" name="Google Shape;91;p1"/>
          <p:cNvSpPr/>
          <p:nvPr/>
        </p:nvSpPr>
        <p:spPr>
          <a:xfrm>
            <a:off x="0" y="2768836"/>
            <a:ext cx="18288000" cy="4131924"/>
          </a:xfrm>
          <a:custGeom>
            <a:rect b="b" l="l" r="r" t="t"/>
            <a:pathLst>
              <a:path extrusionOk="0" h="640143" w="2833290">
                <a:moveTo>
                  <a:pt x="0" y="0"/>
                </a:moveTo>
                <a:lnTo>
                  <a:pt x="2833290" y="0"/>
                </a:lnTo>
                <a:lnTo>
                  <a:pt x="2833290" y="640143"/>
                </a:lnTo>
                <a:lnTo>
                  <a:pt x="0" y="640143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114683" l="0" r="0" t="-56968"/>
            </a:stretch>
          </a:blipFill>
          <a:ln>
            <a:noFill/>
          </a:ln>
        </p:spPr>
      </p:sp>
      <p:grpSp>
        <p:nvGrpSpPr>
          <p:cNvPr id="92" name="Google Shape;92;p1"/>
          <p:cNvGrpSpPr/>
          <p:nvPr/>
        </p:nvGrpSpPr>
        <p:grpSpPr>
          <a:xfrm rot="-1404001">
            <a:off x="-1068559" y="-2943817"/>
            <a:ext cx="5816332" cy="12593733"/>
            <a:chOff x="0" y="-104775"/>
            <a:chExt cx="406400" cy="879952"/>
          </a:xfrm>
        </p:grpSpPr>
        <p:sp>
          <p:nvSpPr>
            <p:cNvPr id="93" name="Google Shape;93;p1"/>
            <p:cNvSpPr/>
            <p:nvPr/>
          </p:nvSpPr>
          <p:spPr>
            <a:xfrm>
              <a:off x="0" y="0"/>
              <a:ext cx="406400" cy="775177"/>
            </a:xfrm>
            <a:custGeom>
              <a:rect b="b" l="l" r="r" t="t"/>
              <a:pathLst>
                <a:path extrusionOk="0" h="775177" w="406400">
                  <a:moveTo>
                    <a:pt x="203200" y="0"/>
                  </a:moveTo>
                  <a:lnTo>
                    <a:pt x="0" y="0"/>
                  </a:lnTo>
                  <a:lnTo>
                    <a:pt x="203200" y="775177"/>
                  </a:lnTo>
                  <a:lnTo>
                    <a:pt x="406400" y="775177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393E46"/>
            </a:solidFill>
            <a:ln>
              <a:noFill/>
            </a:ln>
          </p:spPr>
        </p:sp>
        <p:sp>
          <p:nvSpPr>
            <p:cNvPr id="94" name="Google Shape;94;p1"/>
            <p:cNvSpPr txBox="1"/>
            <p:nvPr/>
          </p:nvSpPr>
          <p:spPr>
            <a:xfrm>
              <a:off x="101600" y="-104775"/>
              <a:ext cx="203200" cy="8799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5" name="Google Shape;95;p1"/>
          <p:cNvGrpSpPr/>
          <p:nvPr/>
        </p:nvGrpSpPr>
        <p:grpSpPr>
          <a:xfrm>
            <a:off x="0" y="-363199"/>
            <a:ext cx="5816332" cy="11149647"/>
            <a:chOff x="0" y="-104775"/>
            <a:chExt cx="406400" cy="779050"/>
          </a:xfrm>
        </p:grpSpPr>
        <p:sp>
          <p:nvSpPr>
            <p:cNvPr id="96" name="Google Shape;96;p1"/>
            <p:cNvSpPr/>
            <p:nvPr/>
          </p:nvSpPr>
          <p:spPr>
            <a:xfrm>
              <a:off x="0" y="0"/>
              <a:ext cx="406400" cy="674275"/>
            </a:xfrm>
            <a:custGeom>
              <a:rect b="b" l="l" r="r" t="t"/>
              <a:pathLst>
                <a:path extrusionOk="0" h="674275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674275"/>
                  </a:lnTo>
                  <a:lnTo>
                    <a:pt x="0" y="674275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FF5757"/>
            </a:solidFill>
            <a:ln>
              <a:noFill/>
            </a:ln>
          </p:spPr>
        </p:sp>
        <p:sp>
          <p:nvSpPr>
            <p:cNvPr id="97" name="Google Shape;97;p1"/>
            <p:cNvSpPr txBox="1"/>
            <p:nvPr/>
          </p:nvSpPr>
          <p:spPr>
            <a:xfrm>
              <a:off x="101600" y="-104775"/>
              <a:ext cx="203200" cy="7790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8" name="Google Shape;98;p1"/>
          <p:cNvSpPr/>
          <p:nvPr/>
        </p:nvSpPr>
        <p:spPr>
          <a:xfrm>
            <a:off x="13231921" y="383811"/>
            <a:ext cx="3093481" cy="752514"/>
          </a:xfrm>
          <a:custGeom>
            <a:rect b="b" l="l" r="r" t="t"/>
            <a:pathLst>
              <a:path extrusionOk="0" h="752514" w="3093481">
                <a:moveTo>
                  <a:pt x="0" y="0"/>
                </a:moveTo>
                <a:lnTo>
                  <a:pt x="3093481" y="0"/>
                </a:lnTo>
                <a:lnTo>
                  <a:pt x="3093481" y="752514"/>
                </a:lnTo>
                <a:lnTo>
                  <a:pt x="0" y="75251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-56992" l="-2954" r="0" t="-54622"/>
            </a:stretch>
          </a:blipFill>
          <a:ln>
            <a:noFill/>
          </a:ln>
        </p:spPr>
      </p:sp>
      <p:sp>
        <p:nvSpPr>
          <p:cNvPr id="99" name="Google Shape;99;p1"/>
          <p:cNvSpPr txBox="1"/>
          <p:nvPr/>
        </p:nvSpPr>
        <p:spPr>
          <a:xfrm>
            <a:off x="11461503" y="1121607"/>
            <a:ext cx="3317158" cy="8655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Presentado Por :</a:t>
            </a:r>
            <a:endParaRPr/>
          </a:p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1"/>
          <p:cNvSpPr txBox="1"/>
          <p:nvPr/>
        </p:nvSpPr>
        <p:spPr>
          <a:xfrm>
            <a:off x="14967704" y="1121607"/>
            <a:ext cx="2497785" cy="11455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Matías González</a:t>
            </a:r>
            <a:endParaRPr/>
          </a:p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Flavia Oneto</a:t>
            </a:r>
            <a:endParaRPr/>
          </a:p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Nicolás Muñoz</a:t>
            </a:r>
            <a:endParaRPr/>
          </a:p>
        </p:txBody>
      </p:sp>
      <p:sp>
        <p:nvSpPr>
          <p:cNvPr id="101" name="Google Shape;101;p1"/>
          <p:cNvSpPr txBox="1"/>
          <p:nvPr/>
        </p:nvSpPr>
        <p:spPr>
          <a:xfrm>
            <a:off x="7521922" y="7812498"/>
            <a:ext cx="9737378" cy="18237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200" u="none" cap="none" strike="noStrike">
                <a:solidFill>
                  <a:srgbClr val="000000"/>
                </a:solidFill>
                <a:latin typeface="Ultra"/>
                <a:ea typeface="Ultra"/>
                <a:cs typeface="Ultra"/>
                <a:sym typeface="Ultra"/>
              </a:rPr>
              <a:t>CHILEAVANZA</a:t>
            </a:r>
            <a:endParaRPr/>
          </a:p>
        </p:txBody>
      </p:sp>
      <p:sp>
        <p:nvSpPr>
          <p:cNvPr id="102" name="Google Shape;102;p1"/>
          <p:cNvSpPr txBox="1"/>
          <p:nvPr/>
        </p:nvSpPr>
        <p:spPr>
          <a:xfrm>
            <a:off x="7753976" y="7439457"/>
            <a:ext cx="9505324" cy="8648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PROYECTO</a:t>
            </a:r>
            <a:endParaRPr/>
          </a:p>
        </p:txBody>
      </p:sp>
      <p:sp>
        <p:nvSpPr>
          <p:cNvPr id="103" name="Google Shape;103;p1"/>
          <p:cNvSpPr/>
          <p:nvPr/>
        </p:nvSpPr>
        <p:spPr>
          <a:xfrm>
            <a:off x="6268365" y="3534472"/>
            <a:ext cx="2865725" cy="2600652"/>
          </a:xfrm>
          <a:custGeom>
            <a:rect b="b" l="l" r="r" t="t"/>
            <a:pathLst>
              <a:path extrusionOk="0" h="1193091" w="1314698">
                <a:moveTo>
                  <a:pt x="0" y="0"/>
                </a:moveTo>
                <a:lnTo>
                  <a:pt x="1314698" y="0"/>
                </a:lnTo>
                <a:lnTo>
                  <a:pt x="1314698" y="1193091"/>
                </a:lnTo>
                <a:lnTo>
                  <a:pt x="0" y="1193091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-1558" l="0" r="-264724" t="-1558"/>
            </a:stretch>
          </a:blipFill>
          <a:ln>
            <a:noFill/>
          </a:ln>
        </p:spPr>
      </p:sp>
      <p:sp>
        <p:nvSpPr>
          <p:cNvPr id="104" name="Google Shape;104;p1"/>
          <p:cNvSpPr/>
          <p:nvPr/>
        </p:nvSpPr>
        <p:spPr>
          <a:xfrm>
            <a:off x="9172190" y="3906624"/>
            <a:ext cx="7991042" cy="1856346"/>
          </a:xfrm>
          <a:custGeom>
            <a:rect b="b" l="l" r="r" t="t"/>
            <a:pathLst>
              <a:path extrusionOk="0" h="788015" w="3392179">
                <a:moveTo>
                  <a:pt x="0" y="0"/>
                </a:moveTo>
                <a:lnTo>
                  <a:pt x="3392179" y="0"/>
                </a:lnTo>
                <a:lnTo>
                  <a:pt x="3392179" y="788015"/>
                </a:lnTo>
                <a:lnTo>
                  <a:pt x="0" y="788015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-62010" l="-39800" r="-9098" t="-2447"/>
            </a:stretch>
          </a:blipFill>
          <a:ln>
            <a:noFill/>
          </a:ln>
        </p:spPr>
      </p:sp>
      <p:sp>
        <p:nvSpPr>
          <p:cNvPr id="105" name="Google Shape;105;p1"/>
          <p:cNvSpPr txBox="1"/>
          <p:nvPr/>
        </p:nvSpPr>
        <p:spPr>
          <a:xfrm>
            <a:off x="17663375" y="9579067"/>
            <a:ext cx="241033" cy="5952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56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6789" r="-17661" t="-20771"/>
            </a:stretch>
          </a:blipFill>
          <a:ln>
            <a:noFill/>
          </a:ln>
        </p:spPr>
      </p:sp>
      <p:grpSp>
        <p:nvGrpSpPr>
          <p:cNvPr id="111" name="Google Shape;111;p2"/>
          <p:cNvGrpSpPr/>
          <p:nvPr/>
        </p:nvGrpSpPr>
        <p:grpSpPr>
          <a:xfrm rot="-5400000">
            <a:off x="14424690" y="3503043"/>
            <a:ext cx="4251743" cy="6926653"/>
            <a:chOff x="0" y="-104775"/>
            <a:chExt cx="406400" cy="662079"/>
          </a:xfrm>
        </p:grpSpPr>
        <p:sp>
          <p:nvSpPr>
            <p:cNvPr id="112" name="Google Shape;112;p2"/>
            <p:cNvSpPr/>
            <p:nvPr/>
          </p:nvSpPr>
          <p:spPr>
            <a:xfrm>
              <a:off x="0" y="0"/>
              <a:ext cx="406400" cy="557304"/>
            </a:xfrm>
            <a:custGeom>
              <a:rect b="b" l="l" r="r" t="t"/>
              <a:pathLst>
                <a:path extrusionOk="0" h="557304" w="406400">
                  <a:moveTo>
                    <a:pt x="203200" y="0"/>
                  </a:moveTo>
                  <a:lnTo>
                    <a:pt x="0" y="0"/>
                  </a:lnTo>
                  <a:lnTo>
                    <a:pt x="203200" y="557304"/>
                  </a:lnTo>
                  <a:lnTo>
                    <a:pt x="406400" y="557304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393E46"/>
            </a:solidFill>
            <a:ln>
              <a:noFill/>
            </a:ln>
          </p:spPr>
        </p:sp>
        <p:sp>
          <p:nvSpPr>
            <p:cNvPr id="113" name="Google Shape;113;p2"/>
            <p:cNvSpPr txBox="1"/>
            <p:nvPr/>
          </p:nvSpPr>
          <p:spPr>
            <a:xfrm>
              <a:off x="101600" y="-104775"/>
              <a:ext cx="203200" cy="66207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4" name="Google Shape;114;p2"/>
          <p:cNvGrpSpPr/>
          <p:nvPr/>
        </p:nvGrpSpPr>
        <p:grpSpPr>
          <a:xfrm rot="-5400000">
            <a:off x="14424690" y="-2653094"/>
            <a:ext cx="4251743" cy="6926653"/>
            <a:chOff x="0" y="-104775"/>
            <a:chExt cx="406400" cy="662079"/>
          </a:xfrm>
        </p:grpSpPr>
        <p:sp>
          <p:nvSpPr>
            <p:cNvPr id="115" name="Google Shape;115;p2"/>
            <p:cNvSpPr/>
            <p:nvPr/>
          </p:nvSpPr>
          <p:spPr>
            <a:xfrm>
              <a:off x="0" y="0"/>
              <a:ext cx="406400" cy="557304"/>
            </a:xfrm>
            <a:custGeom>
              <a:rect b="b" l="l" r="r" t="t"/>
              <a:pathLst>
                <a:path extrusionOk="0" h="557304" w="406400">
                  <a:moveTo>
                    <a:pt x="203200" y="0"/>
                  </a:moveTo>
                  <a:lnTo>
                    <a:pt x="0" y="0"/>
                  </a:lnTo>
                  <a:lnTo>
                    <a:pt x="203200" y="557304"/>
                  </a:lnTo>
                  <a:lnTo>
                    <a:pt x="406400" y="557304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393E46"/>
            </a:solidFill>
            <a:ln>
              <a:noFill/>
            </a:ln>
          </p:spPr>
        </p:sp>
        <p:sp>
          <p:nvSpPr>
            <p:cNvPr id="116" name="Google Shape;116;p2"/>
            <p:cNvSpPr txBox="1"/>
            <p:nvPr/>
          </p:nvSpPr>
          <p:spPr>
            <a:xfrm>
              <a:off x="101600" y="-104775"/>
              <a:ext cx="203200" cy="66207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7" name="Google Shape;117;p2"/>
          <p:cNvSpPr/>
          <p:nvPr/>
        </p:nvSpPr>
        <p:spPr>
          <a:xfrm>
            <a:off x="14534317" y="0"/>
            <a:ext cx="4166186" cy="10609391"/>
          </a:xfrm>
          <a:custGeom>
            <a:rect b="b" l="l" r="r" t="t"/>
            <a:pathLst>
              <a:path extrusionOk="0" h="1643672" w="645451">
                <a:moveTo>
                  <a:pt x="0" y="0"/>
                </a:moveTo>
                <a:lnTo>
                  <a:pt x="645451" y="0"/>
                </a:lnTo>
                <a:lnTo>
                  <a:pt x="645451" y="1643672"/>
                </a:lnTo>
                <a:lnTo>
                  <a:pt x="0" y="1643672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37908" l="-225787" r="-201334" t="0"/>
            </a:stretch>
          </a:blipFill>
          <a:ln>
            <a:noFill/>
          </a:ln>
        </p:spPr>
      </p:sp>
      <p:grpSp>
        <p:nvGrpSpPr>
          <p:cNvPr id="118" name="Google Shape;118;p2"/>
          <p:cNvGrpSpPr/>
          <p:nvPr/>
        </p:nvGrpSpPr>
        <p:grpSpPr>
          <a:xfrm rot="-5400000">
            <a:off x="14102548" y="-295287"/>
            <a:ext cx="4379529" cy="6462782"/>
            <a:chOff x="0" y="-104775"/>
            <a:chExt cx="406400" cy="599716"/>
          </a:xfrm>
        </p:grpSpPr>
        <p:sp>
          <p:nvSpPr>
            <p:cNvPr id="119" name="Google Shape;119;p2"/>
            <p:cNvSpPr/>
            <p:nvPr/>
          </p:nvSpPr>
          <p:spPr>
            <a:xfrm>
              <a:off x="0" y="0"/>
              <a:ext cx="406400" cy="494941"/>
            </a:xfrm>
            <a:custGeom>
              <a:rect b="b" l="l" r="r" t="t"/>
              <a:pathLst>
                <a:path extrusionOk="0" h="49494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494941"/>
                  </a:lnTo>
                  <a:lnTo>
                    <a:pt x="0" y="49494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5170FF"/>
            </a:solidFill>
            <a:ln>
              <a:noFill/>
            </a:ln>
          </p:spPr>
        </p:sp>
        <p:sp>
          <p:nvSpPr>
            <p:cNvPr id="120" name="Google Shape;120;p2"/>
            <p:cNvSpPr txBox="1"/>
            <p:nvPr/>
          </p:nvSpPr>
          <p:spPr>
            <a:xfrm>
              <a:off x="101600" y="-104775"/>
              <a:ext cx="203200" cy="59971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1" name="Google Shape;121;p2"/>
          <p:cNvGrpSpPr/>
          <p:nvPr/>
        </p:nvGrpSpPr>
        <p:grpSpPr>
          <a:xfrm rot="-5400000">
            <a:off x="14574476" y="5446184"/>
            <a:ext cx="4379529" cy="7419900"/>
            <a:chOff x="0" y="-104775"/>
            <a:chExt cx="406400" cy="688532"/>
          </a:xfrm>
        </p:grpSpPr>
        <p:sp>
          <p:nvSpPr>
            <p:cNvPr id="122" name="Google Shape;122;p2"/>
            <p:cNvSpPr/>
            <p:nvPr/>
          </p:nvSpPr>
          <p:spPr>
            <a:xfrm>
              <a:off x="0" y="0"/>
              <a:ext cx="406400" cy="583757"/>
            </a:xfrm>
            <a:custGeom>
              <a:rect b="b" l="l" r="r" t="t"/>
              <a:pathLst>
                <a:path extrusionOk="0" h="583757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583757"/>
                  </a:lnTo>
                  <a:lnTo>
                    <a:pt x="0" y="583757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5170FF"/>
            </a:solidFill>
            <a:ln>
              <a:noFill/>
            </a:ln>
          </p:spPr>
        </p:sp>
        <p:sp>
          <p:nvSpPr>
            <p:cNvPr id="123" name="Google Shape;123;p2"/>
            <p:cNvSpPr txBox="1"/>
            <p:nvPr/>
          </p:nvSpPr>
          <p:spPr>
            <a:xfrm>
              <a:off x="101600" y="-104775"/>
              <a:ext cx="203200" cy="6885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4" name="Google Shape;124;p2"/>
          <p:cNvGrpSpPr/>
          <p:nvPr/>
        </p:nvGrpSpPr>
        <p:grpSpPr>
          <a:xfrm>
            <a:off x="-5465997" y="4077483"/>
            <a:ext cx="6708891" cy="6531908"/>
            <a:chOff x="0" y="-104775"/>
            <a:chExt cx="468765" cy="456399"/>
          </a:xfrm>
        </p:grpSpPr>
        <p:sp>
          <p:nvSpPr>
            <p:cNvPr id="125" name="Google Shape;125;p2"/>
            <p:cNvSpPr/>
            <p:nvPr/>
          </p:nvSpPr>
          <p:spPr>
            <a:xfrm>
              <a:off x="0" y="0"/>
              <a:ext cx="468765" cy="351624"/>
            </a:xfrm>
            <a:custGeom>
              <a:rect b="b" l="l" r="r" t="t"/>
              <a:pathLst>
                <a:path extrusionOk="0" h="351624" w="468765">
                  <a:moveTo>
                    <a:pt x="265565" y="0"/>
                  </a:moveTo>
                  <a:lnTo>
                    <a:pt x="0" y="0"/>
                  </a:lnTo>
                  <a:lnTo>
                    <a:pt x="203200" y="351624"/>
                  </a:lnTo>
                  <a:lnTo>
                    <a:pt x="468765" y="351624"/>
                  </a:lnTo>
                  <a:lnTo>
                    <a:pt x="265565" y="0"/>
                  </a:lnTo>
                  <a:close/>
                </a:path>
              </a:pathLst>
            </a:custGeom>
            <a:solidFill>
              <a:srgbClr val="393E46"/>
            </a:solidFill>
            <a:ln>
              <a:noFill/>
            </a:ln>
          </p:spPr>
        </p:sp>
        <p:sp>
          <p:nvSpPr>
            <p:cNvPr id="126" name="Google Shape;126;p2"/>
            <p:cNvSpPr txBox="1"/>
            <p:nvPr/>
          </p:nvSpPr>
          <p:spPr>
            <a:xfrm>
              <a:off x="101600" y="-104775"/>
              <a:ext cx="265565" cy="4563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7" name="Google Shape;127;p2"/>
          <p:cNvGrpSpPr/>
          <p:nvPr/>
        </p:nvGrpSpPr>
        <p:grpSpPr>
          <a:xfrm>
            <a:off x="-5096501" y="-2068194"/>
            <a:ext cx="6833524" cy="12677585"/>
            <a:chOff x="0" y="-104775"/>
            <a:chExt cx="477473" cy="885811"/>
          </a:xfrm>
        </p:grpSpPr>
        <p:sp>
          <p:nvSpPr>
            <p:cNvPr id="128" name="Google Shape;128;p2"/>
            <p:cNvSpPr/>
            <p:nvPr/>
          </p:nvSpPr>
          <p:spPr>
            <a:xfrm>
              <a:off x="0" y="0"/>
              <a:ext cx="477473" cy="781036"/>
            </a:xfrm>
            <a:custGeom>
              <a:rect b="b" l="l" r="r" t="t"/>
              <a:pathLst>
                <a:path extrusionOk="0" h="781036" w="477473">
                  <a:moveTo>
                    <a:pt x="203200" y="0"/>
                  </a:moveTo>
                  <a:lnTo>
                    <a:pt x="477473" y="0"/>
                  </a:lnTo>
                  <a:lnTo>
                    <a:pt x="274273" y="781036"/>
                  </a:lnTo>
                  <a:lnTo>
                    <a:pt x="0" y="781036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FF5757"/>
            </a:solidFill>
            <a:ln>
              <a:noFill/>
            </a:ln>
          </p:spPr>
        </p:sp>
        <p:sp>
          <p:nvSpPr>
            <p:cNvPr id="129" name="Google Shape;129;p2"/>
            <p:cNvSpPr txBox="1"/>
            <p:nvPr/>
          </p:nvSpPr>
          <p:spPr>
            <a:xfrm>
              <a:off x="101600" y="-104775"/>
              <a:ext cx="274273" cy="88581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0" name="Google Shape;130;p2"/>
          <p:cNvGrpSpPr/>
          <p:nvPr/>
        </p:nvGrpSpPr>
        <p:grpSpPr>
          <a:xfrm>
            <a:off x="1375606" y="1731732"/>
            <a:ext cx="6728895" cy="1645387"/>
            <a:chOff x="0" y="-639567"/>
            <a:chExt cx="8971859" cy="2193850"/>
          </a:xfrm>
        </p:grpSpPr>
        <p:grpSp>
          <p:nvGrpSpPr>
            <p:cNvPr id="131" name="Google Shape;131;p2"/>
            <p:cNvGrpSpPr/>
            <p:nvPr/>
          </p:nvGrpSpPr>
          <p:grpSpPr>
            <a:xfrm>
              <a:off x="777142" y="-639567"/>
              <a:ext cx="8194717" cy="1907831"/>
              <a:chOff x="0" y="-142875"/>
              <a:chExt cx="1264950" cy="294496"/>
            </a:xfrm>
          </p:grpSpPr>
          <p:sp>
            <p:nvSpPr>
              <p:cNvPr id="132" name="Google Shape;132;p2"/>
              <p:cNvSpPr/>
              <p:nvPr/>
            </p:nvSpPr>
            <p:spPr>
              <a:xfrm>
                <a:off x="0" y="0"/>
                <a:ext cx="1264950" cy="151621"/>
              </a:xfrm>
              <a:custGeom>
                <a:rect b="b" l="l" r="r" t="t"/>
                <a:pathLst>
                  <a:path extrusionOk="0" h="151621" w="1264950">
                    <a:moveTo>
                      <a:pt x="0" y="0"/>
                    </a:moveTo>
                    <a:lnTo>
                      <a:pt x="1264950" y="0"/>
                    </a:lnTo>
                    <a:lnTo>
                      <a:pt x="1264950" y="151621"/>
                    </a:lnTo>
                    <a:lnTo>
                      <a:pt x="0" y="151621"/>
                    </a:lnTo>
                    <a:close/>
                  </a:path>
                </a:pathLst>
              </a:custGeom>
              <a:solidFill>
                <a:srgbClr val="393E46"/>
              </a:solidFill>
              <a:ln>
                <a:noFill/>
              </a:ln>
            </p:spPr>
          </p:sp>
          <p:sp>
            <p:nvSpPr>
              <p:cNvPr id="133" name="Google Shape;133;p2"/>
              <p:cNvSpPr txBox="1"/>
              <p:nvPr/>
            </p:nvSpPr>
            <p:spPr>
              <a:xfrm>
                <a:off x="0" y="-142875"/>
                <a:ext cx="1264950" cy="2944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2005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34" name="Google Shape;134;p2"/>
            <p:cNvGrpSpPr/>
            <p:nvPr/>
          </p:nvGrpSpPr>
          <p:grpSpPr>
            <a:xfrm>
              <a:off x="0" y="-127500"/>
              <a:ext cx="1554283" cy="1681783"/>
              <a:chOff x="0" y="-66675"/>
              <a:chExt cx="812800" cy="879475"/>
            </a:xfrm>
          </p:grpSpPr>
          <p:sp>
            <p:nvSpPr>
              <p:cNvPr id="135" name="Google Shape;135;p2"/>
              <p:cNvSpPr/>
              <p:nvPr/>
            </p:nvSpPr>
            <p:spPr>
              <a:xfrm>
                <a:off x="0" y="0"/>
                <a:ext cx="812800" cy="812800"/>
              </a:xfrm>
              <a:custGeom>
                <a:rect b="b" l="l" r="r" t="t"/>
                <a:pathLst>
                  <a:path extrusionOk="0"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7ED95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6" name="Google Shape;136;p2"/>
              <p:cNvSpPr txBox="1"/>
              <p:nvPr/>
            </p:nvSpPr>
            <p:spPr>
              <a:xfrm>
                <a:off x="76200" y="-66675"/>
                <a:ext cx="660400" cy="8032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2005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37" name="Google Shape;137;p2"/>
            <p:cNvGrpSpPr/>
            <p:nvPr/>
          </p:nvGrpSpPr>
          <p:grpSpPr>
            <a:xfrm>
              <a:off x="172548" y="73357"/>
              <a:ext cx="1209188" cy="1308379"/>
              <a:chOff x="0" y="-66675"/>
              <a:chExt cx="812800" cy="879475"/>
            </a:xfrm>
          </p:grpSpPr>
          <p:sp>
            <p:nvSpPr>
              <p:cNvPr id="138" name="Google Shape;138;p2"/>
              <p:cNvSpPr/>
              <p:nvPr/>
            </p:nvSpPr>
            <p:spPr>
              <a:xfrm>
                <a:off x="0" y="0"/>
                <a:ext cx="812800" cy="812800"/>
              </a:xfrm>
              <a:custGeom>
                <a:rect b="b" l="l" r="r" t="t"/>
                <a:pathLst>
                  <a:path extrusionOk="0"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9" name="Google Shape;139;p2"/>
              <p:cNvSpPr txBox="1"/>
              <p:nvPr/>
            </p:nvSpPr>
            <p:spPr>
              <a:xfrm>
                <a:off x="76200" y="-66675"/>
                <a:ext cx="660400" cy="8032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2005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40" name="Google Shape;140;p2"/>
            <p:cNvSpPr txBox="1"/>
            <p:nvPr/>
          </p:nvSpPr>
          <p:spPr>
            <a:xfrm>
              <a:off x="1820304" y="234659"/>
              <a:ext cx="6105692" cy="95088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0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742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CONTEXTO</a:t>
              </a:r>
              <a:endParaRPr/>
            </a:p>
          </p:txBody>
        </p:sp>
        <p:sp>
          <p:nvSpPr>
            <p:cNvPr id="141" name="Google Shape;141;p2"/>
            <p:cNvSpPr txBox="1"/>
            <p:nvPr/>
          </p:nvSpPr>
          <p:spPr>
            <a:xfrm>
              <a:off x="625705" y="28556"/>
              <a:ext cx="375059" cy="132852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998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5197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I</a:t>
              </a:r>
              <a:endParaRPr/>
            </a:p>
          </p:txBody>
        </p:sp>
      </p:grpSp>
      <p:grpSp>
        <p:nvGrpSpPr>
          <p:cNvPr id="142" name="Google Shape;142;p2"/>
          <p:cNvGrpSpPr/>
          <p:nvPr/>
        </p:nvGrpSpPr>
        <p:grpSpPr>
          <a:xfrm>
            <a:off x="1367654" y="2983552"/>
            <a:ext cx="6744798" cy="1645387"/>
            <a:chOff x="0" y="-639567"/>
            <a:chExt cx="8993064" cy="2193850"/>
          </a:xfrm>
        </p:grpSpPr>
        <p:grpSp>
          <p:nvGrpSpPr>
            <p:cNvPr id="143" name="Google Shape;143;p2"/>
            <p:cNvGrpSpPr/>
            <p:nvPr/>
          </p:nvGrpSpPr>
          <p:grpSpPr>
            <a:xfrm>
              <a:off x="610541" y="-639567"/>
              <a:ext cx="8382523" cy="1907831"/>
              <a:chOff x="0" y="-142875"/>
              <a:chExt cx="1293940" cy="294496"/>
            </a:xfrm>
          </p:grpSpPr>
          <p:sp>
            <p:nvSpPr>
              <p:cNvPr id="144" name="Google Shape;144;p2"/>
              <p:cNvSpPr/>
              <p:nvPr/>
            </p:nvSpPr>
            <p:spPr>
              <a:xfrm>
                <a:off x="0" y="0"/>
                <a:ext cx="1293940" cy="151621"/>
              </a:xfrm>
              <a:custGeom>
                <a:rect b="b" l="l" r="r" t="t"/>
                <a:pathLst>
                  <a:path extrusionOk="0" h="151621" w="1293940">
                    <a:moveTo>
                      <a:pt x="0" y="0"/>
                    </a:moveTo>
                    <a:lnTo>
                      <a:pt x="1293940" y="0"/>
                    </a:lnTo>
                    <a:lnTo>
                      <a:pt x="1293940" y="151621"/>
                    </a:lnTo>
                    <a:lnTo>
                      <a:pt x="0" y="151621"/>
                    </a:lnTo>
                    <a:close/>
                  </a:path>
                </a:pathLst>
              </a:custGeom>
              <a:solidFill>
                <a:srgbClr val="393E46"/>
              </a:solidFill>
              <a:ln>
                <a:noFill/>
              </a:ln>
            </p:spPr>
          </p:sp>
          <p:sp>
            <p:nvSpPr>
              <p:cNvPr id="145" name="Google Shape;145;p2"/>
              <p:cNvSpPr txBox="1"/>
              <p:nvPr/>
            </p:nvSpPr>
            <p:spPr>
              <a:xfrm>
                <a:off x="0" y="-142875"/>
                <a:ext cx="1293940" cy="2944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2005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46" name="Google Shape;146;p2"/>
            <p:cNvGrpSpPr/>
            <p:nvPr/>
          </p:nvGrpSpPr>
          <p:grpSpPr>
            <a:xfrm>
              <a:off x="0" y="-127500"/>
              <a:ext cx="1516617" cy="1681783"/>
              <a:chOff x="0" y="-66675"/>
              <a:chExt cx="793103" cy="879475"/>
            </a:xfrm>
          </p:grpSpPr>
          <p:sp>
            <p:nvSpPr>
              <p:cNvPr id="147" name="Google Shape;147;p2"/>
              <p:cNvSpPr/>
              <p:nvPr/>
            </p:nvSpPr>
            <p:spPr>
              <a:xfrm>
                <a:off x="0" y="0"/>
                <a:ext cx="793103" cy="812800"/>
              </a:xfrm>
              <a:custGeom>
                <a:rect b="b" l="l" r="r" t="t"/>
                <a:pathLst>
                  <a:path extrusionOk="0" h="812800" w="793103">
                    <a:moveTo>
                      <a:pt x="396551" y="0"/>
                    </a:moveTo>
                    <a:cubicBezTo>
                      <a:pt x="177542" y="0"/>
                      <a:pt x="0" y="181951"/>
                      <a:pt x="0" y="406400"/>
                    </a:cubicBezTo>
                    <a:cubicBezTo>
                      <a:pt x="0" y="630849"/>
                      <a:pt x="177542" y="812800"/>
                      <a:pt x="396551" y="812800"/>
                    </a:cubicBezTo>
                    <a:cubicBezTo>
                      <a:pt x="615561" y="812800"/>
                      <a:pt x="793103" y="630849"/>
                      <a:pt x="793103" y="406400"/>
                    </a:cubicBezTo>
                    <a:cubicBezTo>
                      <a:pt x="793103" y="181951"/>
                      <a:pt x="615561" y="0"/>
                      <a:pt x="396551" y="0"/>
                    </a:cubicBezTo>
                    <a:close/>
                  </a:path>
                </a:pathLst>
              </a:custGeom>
              <a:solidFill>
                <a:srgbClr val="FF575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8" name="Google Shape;148;p2"/>
              <p:cNvSpPr txBox="1"/>
              <p:nvPr/>
            </p:nvSpPr>
            <p:spPr>
              <a:xfrm>
                <a:off x="74353" y="-66675"/>
                <a:ext cx="644396" cy="8032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2005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49" name="Google Shape;149;p2"/>
            <p:cNvGrpSpPr/>
            <p:nvPr/>
          </p:nvGrpSpPr>
          <p:grpSpPr>
            <a:xfrm>
              <a:off x="168366" y="73357"/>
              <a:ext cx="1179884" cy="1308379"/>
              <a:chOff x="0" y="-66675"/>
              <a:chExt cx="793103" cy="879475"/>
            </a:xfrm>
          </p:grpSpPr>
          <p:sp>
            <p:nvSpPr>
              <p:cNvPr id="150" name="Google Shape;150;p2"/>
              <p:cNvSpPr/>
              <p:nvPr/>
            </p:nvSpPr>
            <p:spPr>
              <a:xfrm>
                <a:off x="0" y="0"/>
                <a:ext cx="793103" cy="812800"/>
              </a:xfrm>
              <a:custGeom>
                <a:rect b="b" l="l" r="r" t="t"/>
                <a:pathLst>
                  <a:path extrusionOk="0" h="812800" w="793103">
                    <a:moveTo>
                      <a:pt x="396551" y="0"/>
                    </a:moveTo>
                    <a:cubicBezTo>
                      <a:pt x="177542" y="0"/>
                      <a:pt x="0" y="181951"/>
                      <a:pt x="0" y="406400"/>
                    </a:cubicBezTo>
                    <a:cubicBezTo>
                      <a:pt x="0" y="630849"/>
                      <a:pt x="177542" y="812800"/>
                      <a:pt x="396551" y="812800"/>
                    </a:cubicBezTo>
                    <a:cubicBezTo>
                      <a:pt x="615561" y="812800"/>
                      <a:pt x="793103" y="630849"/>
                      <a:pt x="793103" y="406400"/>
                    </a:cubicBezTo>
                    <a:cubicBezTo>
                      <a:pt x="793103" y="181951"/>
                      <a:pt x="615561" y="0"/>
                      <a:pt x="39655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" name="Google Shape;151;p2"/>
              <p:cNvSpPr txBox="1"/>
              <p:nvPr/>
            </p:nvSpPr>
            <p:spPr>
              <a:xfrm>
                <a:off x="74353" y="-66675"/>
                <a:ext cx="644396" cy="8032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2005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52" name="Google Shape;152;p2"/>
            <p:cNvSpPr txBox="1"/>
            <p:nvPr/>
          </p:nvSpPr>
          <p:spPr>
            <a:xfrm>
              <a:off x="515709" y="49951"/>
              <a:ext cx="618746" cy="132852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998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5197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II</a:t>
              </a:r>
              <a:endParaRPr/>
            </a:p>
          </p:txBody>
        </p:sp>
        <p:sp>
          <p:nvSpPr>
            <p:cNvPr id="153" name="Google Shape;153;p2"/>
            <p:cNvSpPr txBox="1"/>
            <p:nvPr/>
          </p:nvSpPr>
          <p:spPr>
            <a:xfrm>
              <a:off x="1751232" y="258297"/>
              <a:ext cx="5945267" cy="95088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291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4" name="Google Shape;154;p2"/>
            <p:cNvSpPr txBox="1"/>
            <p:nvPr/>
          </p:nvSpPr>
          <p:spPr>
            <a:xfrm>
              <a:off x="1755290" y="225466"/>
              <a:ext cx="6426765" cy="95088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0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742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PROBLEMA</a:t>
              </a:r>
              <a:endParaRPr/>
            </a:p>
          </p:txBody>
        </p:sp>
      </p:grpSp>
      <p:grpSp>
        <p:nvGrpSpPr>
          <p:cNvPr id="155" name="Google Shape;155;p2"/>
          <p:cNvGrpSpPr/>
          <p:nvPr/>
        </p:nvGrpSpPr>
        <p:grpSpPr>
          <a:xfrm>
            <a:off x="-175068" y="-721467"/>
            <a:ext cx="18896543" cy="2384682"/>
            <a:chOff x="0" y="-276225"/>
            <a:chExt cx="4976867" cy="628065"/>
          </a:xfrm>
        </p:grpSpPr>
        <p:sp>
          <p:nvSpPr>
            <p:cNvPr id="156" name="Google Shape;156;p2"/>
            <p:cNvSpPr/>
            <p:nvPr/>
          </p:nvSpPr>
          <p:spPr>
            <a:xfrm>
              <a:off x="0" y="0"/>
              <a:ext cx="4976867" cy="351840"/>
            </a:xfrm>
            <a:custGeom>
              <a:rect b="b" l="l" r="r" t="t"/>
              <a:pathLst>
                <a:path extrusionOk="0" h="351840" w="4976867">
                  <a:moveTo>
                    <a:pt x="0" y="0"/>
                  </a:moveTo>
                  <a:lnTo>
                    <a:pt x="4976867" y="0"/>
                  </a:lnTo>
                  <a:lnTo>
                    <a:pt x="4976867" y="351840"/>
                  </a:lnTo>
                  <a:lnTo>
                    <a:pt x="0" y="351840"/>
                  </a:lnTo>
                  <a:close/>
                </a:path>
              </a:pathLst>
            </a:custGeom>
            <a:solidFill>
              <a:srgbClr val="1E1E1E"/>
            </a:solidFill>
            <a:ln>
              <a:noFill/>
            </a:ln>
          </p:spPr>
        </p:sp>
        <p:sp>
          <p:nvSpPr>
            <p:cNvPr id="157" name="Google Shape;157;p2"/>
            <p:cNvSpPr txBox="1"/>
            <p:nvPr/>
          </p:nvSpPr>
          <p:spPr>
            <a:xfrm>
              <a:off x="0" y="-276225"/>
              <a:ext cx="4976867" cy="6280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8" name="Google Shape;158;p2"/>
          <p:cNvSpPr txBox="1"/>
          <p:nvPr/>
        </p:nvSpPr>
        <p:spPr>
          <a:xfrm>
            <a:off x="3337691" y="429078"/>
            <a:ext cx="10983121" cy="13565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407" u="none" cap="none" strike="noStrike">
                <a:solidFill>
                  <a:srgbClr val="FFFFFF"/>
                </a:solidFill>
                <a:latin typeface="Ultra"/>
                <a:ea typeface="Ultra"/>
                <a:cs typeface="Ultra"/>
                <a:sym typeface="Ultra"/>
              </a:rPr>
              <a:t>ÍNDICE</a:t>
            </a:r>
            <a:endParaRPr/>
          </a:p>
        </p:txBody>
      </p:sp>
      <p:sp>
        <p:nvSpPr>
          <p:cNvPr id="159" name="Google Shape;159;p2"/>
          <p:cNvSpPr txBox="1"/>
          <p:nvPr/>
        </p:nvSpPr>
        <p:spPr>
          <a:xfrm>
            <a:off x="17663375" y="9579067"/>
            <a:ext cx="1524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56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grpSp>
        <p:nvGrpSpPr>
          <p:cNvPr id="160" name="Google Shape;160;p2"/>
          <p:cNvGrpSpPr/>
          <p:nvPr/>
        </p:nvGrpSpPr>
        <p:grpSpPr>
          <a:xfrm>
            <a:off x="1357574" y="4235371"/>
            <a:ext cx="6764957" cy="1645387"/>
            <a:chOff x="0" y="-639567"/>
            <a:chExt cx="9019943" cy="2193850"/>
          </a:xfrm>
        </p:grpSpPr>
        <p:grpSp>
          <p:nvGrpSpPr>
            <p:cNvPr id="161" name="Google Shape;161;p2"/>
            <p:cNvGrpSpPr/>
            <p:nvPr/>
          </p:nvGrpSpPr>
          <p:grpSpPr>
            <a:xfrm>
              <a:off x="610541" y="-639567"/>
              <a:ext cx="8409402" cy="1907831"/>
              <a:chOff x="0" y="-142875"/>
              <a:chExt cx="1298089" cy="294496"/>
            </a:xfrm>
          </p:grpSpPr>
          <p:sp>
            <p:nvSpPr>
              <p:cNvPr id="162" name="Google Shape;162;p2"/>
              <p:cNvSpPr/>
              <p:nvPr/>
            </p:nvSpPr>
            <p:spPr>
              <a:xfrm>
                <a:off x="0" y="0"/>
                <a:ext cx="1298089" cy="151621"/>
              </a:xfrm>
              <a:custGeom>
                <a:rect b="b" l="l" r="r" t="t"/>
                <a:pathLst>
                  <a:path extrusionOk="0" h="151621" w="1298089">
                    <a:moveTo>
                      <a:pt x="0" y="0"/>
                    </a:moveTo>
                    <a:lnTo>
                      <a:pt x="1298089" y="0"/>
                    </a:lnTo>
                    <a:lnTo>
                      <a:pt x="1298089" y="151621"/>
                    </a:lnTo>
                    <a:lnTo>
                      <a:pt x="0" y="151621"/>
                    </a:lnTo>
                    <a:close/>
                  </a:path>
                </a:pathLst>
              </a:custGeom>
              <a:solidFill>
                <a:srgbClr val="393E46"/>
              </a:solidFill>
              <a:ln>
                <a:noFill/>
              </a:ln>
            </p:spPr>
          </p:sp>
          <p:sp>
            <p:nvSpPr>
              <p:cNvPr id="163" name="Google Shape;163;p2"/>
              <p:cNvSpPr txBox="1"/>
              <p:nvPr/>
            </p:nvSpPr>
            <p:spPr>
              <a:xfrm>
                <a:off x="0" y="-142875"/>
                <a:ext cx="1298089" cy="2944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2005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64" name="Google Shape;164;p2"/>
            <p:cNvGrpSpPr/>
            <p:nvPr/>
          </p:nvGrpSpPr>
          <p:grpSpPr>
            <a:xfrm>
              <a:off x="0" y="-127500"/>
              <a:ext cx="1516617" cy="1681783"/>
              <a:chOff x="0" y="-66675"/>
              <a:chExt cx="793103" cy="879475"/>
            </a:xfrm>
          </p:grpSpPr>
          <p:sp>
            <p:nvSpPr>
              <p:cNvPr id="165" name="Google Shape;165;p2"/>
              <p:cNvSpPr/>
              <p:nvPr/>
            </p:nvSpPr>
            <p:spPr>
              <a:xfrm>
                <a:off x="0" y="0"/>
                <a:ext cx="793103" cy="812800"/>
              </a:xfrm>
              <a:custGeom>
                <a:rect b="b" l="l" r="r" t="t"/>
                <a:pathLst>
                  <a:path extrusionOk="0" h="812800" w="793103">
                    <a:moveTo>
                      <a:pt x="396551" y="0"/>
                    </a:moveTo>
                    <a:cubicBezTo>
                      <a:pt x="177542" y="0"/>
                      <a:pt x="0" y="181951"/>
                      <a:pt x="0" y="406400"/>
                    </a:cubicBezTo>
                    <a:cubicBezTo>
                      <a:pt x="0" y="630849"/>
                      <a:pt x="177542" y="812800"/>
                      <a:pt x="396551" y="812800"/>
                    </a:cubicBezTo>
                    <a:cubicBezTo>
                      <a:pt x="615561" y="812800"/>
                      <a:pt x="793103" y="630849"/>
                      <a:pt x="793103" y="406400"/>
                    </a:cubicBezTo>
                    <a:cubicBezTo>
                      <a:pt x="793103" y="181951"/>
                      <a:pt x="615561" y="0"/>
                      <a:pt x="396551" y="0"/>
                    </a:cubicBezTo>
                    <a:close/>
                  </a:path>
                </a:pathLst>
              </a:custGeom>
              <a:solidFill>
                <a:srgbClr val="FFDE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" name="Google Shape;166;p2"/>
              <p:cNvSpPr txBox="1"/>
              <p:nvPr/>
            </p:nvSpPr>
            <p:spPr>
              <a:xfrm>
                <a:off x="74353" y="-66675"/>
                <a:ext cx="644396" cy="8032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2005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67" name="Google Shape;167;p2"/>
            <p:cNvGrpSpPr/>
            <p:nvPr/>
          </p:nvGrpSpPr>
          <p:grpSpPr>
            <a:xfrm>
              <a:off x="168366" y="73357"/>
              <a:ext cx="1179884" cy="1308379"/>
              <a:chOff x="0" y="-66675"/>
              <a:chExt cx="793103" cy="879475"/>
            </a:xfrm>
          </p:grpSpPr>
          <p:sp>
            <p:nvSpPr>
              <p:cNvPr id="168" name="Google Shape;168;p2"/>
              <p:cNvSpPr/>
              <p:nvPr/>
            </p:nvSpPr>
            <p:spPr>
              <a:xfrm>
                <a:off x="0" y="0"/>
                <a:ext cx="793103" cy="812800"/>
              </a:xfrm>
              <a:custGeom>
                <a:rect b="b" l="l" r="r" t="t"/>
                <a:pathLst>
                  <a:path extrusionOk="0" h="812800" w="793103">
                    <a:moveTo>
                      <a:pt x="396551" y="0"/>
                    </a:moveTo>
                    <a:cubicBezTo>
                      <a:pt x="177542" y="0"/>
                      <a:pt x="0" y="181951"/>
                      <a:pt x="0" y="406400"/>
                    </a:cubicBezTo>
                    <a:cubicBezTo>
                      <a:pt x="0" y="630849"/>
                      <a:pt x="177542" y="812800"/>
                      <a:pt x="396551" y="812800"/>
                    </a:cubicBezTo>
                    <a:cubicBezTo>
                      <a:pt x="615561" y="812800"/>
                      <a:pt x="793103" y="630849"/>
                      <a:pt x="793103" y="406400"/>
                    </a:cubicBezTo>
                    <a:cubicBezTo>
                      <a:pt x="793103" y="181951"/>
                      <a:pt x="615561" y="0"/>
                      <a:pt x="39655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9" name="Google Shape;169;p2"/>
              <p:cNvSpPr txBox="1"/>
              <p:nvPr/>
            </p:nvSpPr>
            <p:spPr>
              <a:xfrm>
                <a:off x="74353" y="-66675"/>
                <a:ext cx="644396" cy="8032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2005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70" name="Google Shape;170;p2"/>
            <p:cNvSpPr txBox="1"/>
            <p:nvPr/>
          </p:nvSpPr>
          <p:spPr>
            <a:xfrm>
              <a:off x="360310" y="49951"/>
              <a:ext cx="941293" cy="132852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998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5197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III</a:t>
              </a:r>
              <a:endParaRPr/>
            </a:p>
          </p:txBody>
        </p:sp>
        <p:sp>
          <p:nvSpPr>
            <p:cNvPr id="171" name="Google Shape;171;p2"/>
            <p:cNvSpPr txBox="1"/>
            <p:nvPr/>
          </p:nvSpPr>
          <p:spPr>
            <a:xfrm>
              <a:off x="1751232" y="258297"/>
              <a:ext cx="6832271" cy="95088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291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" name="Google Shape;172;p2"/>
            <p:cNvSpPr txBox="1"/>
            <p:nvPr/>
          </p:nvSpPr>
          <p:spPr>
            <a:xfrm>
              <a:off x="1755290" y="225466"/>
              <a:ext cx="6769245" cy="95088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0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742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NECESIDAD</a:t>
              </a:r>
              <a:endParaRPr/>
            </a:p>
          </p:txBody>
        </p:sp>
      </p:grpSp>
      <p:grpSp>
        <p:nvGrpSpPr>
          <p:cNvPr id="173" name="Google Shape;173;p2"/>
          <p:cNvGrpSpPr/>
          <p:nvPr/>
        </p:nvGrpSpPr>
        <p:grpSpPr>
          <a:xfrm>
            <a:off x="1347494" y="5487191"/>
            <a:ext cx="6785116" cy="1645387"/>
            <a:chOff x="0" y="-639567"/>
            <a:chExt cx="9046822" cy="2193850"/>
          </a:xfrm>
        </p:grpSpPr>
        <p:grpSp>
          <p:nvGrpSpPr>
            <p:cNvPr id="174" name="Google Shape;174;p2"/>
            <p:cNvGrpSpPr/>
            <p:nvPr/>
          </p:nvGrpSpPr>
          <p:grpSpPr>
            <a:xfrm>
              <a:off x="610541" y="-639567"/>
              <a:ext cx="8436281" cy="1907831"/>
              <a:chOff x="0" y="-142875"/>
              <a:chExt cx="1302238" cy="294496"/>
            </a:xfrm>
          </p:grpSpPr>
          <p:sp>
            <p:nvSpPr>
              <p:cNvPr id="175" name="Google Shape;175;p2"/>
              <p:cNvSpPr/>
              <p:nvPr/>
            </p:nvSpPr>
            <p:spPr>
              <a:xfrm>
                <a:off x="0" y="0"/>
                <a:ext cx="1302238" cy="151621"/>
              </a:xfrm>
              <a:custGeom>
                <a:rect b="b" l="l" r="r" t="t"/>
                <a:pathLst>
                  <a:path extrusionOk="0" h="151621" w="1302238">
                    <a:moveTo>
                      <a:pt x="0" y="0"/>
                    </a:moveTo>
                    <a:lnTo>
                      <a:pt x="1302238" y="0"/>
                    </a:lnTo>
                    <a:lnTo>
                      <a:pt x="1302238" y="151621"/>
                    </a:lnTo>
                    <a:lnTo>
                      <a:pt x="0" y="151621"/>
                    </a:lnTo>
                    <a:close/>
                  </a:path>
                </a:pathLst>
              </a:custGeom>
              <a:solidFill>
                <a:srgbClr val="393E46"/>
              </a:solidFill>
              <a:ln>
                <a:noFill/>
              </a:ln>
            </p:spPr>
          </p:sp>
          <p:sp>
            <p:nvSpPr>
              <p:cNvPr id="176" name="Google Shape;176;p2"/>
              <p:cNvSpPr txBox="1"/>
              <p:nvPr/>
            </p:nvSpPr>
            <p:spPr>
              <a:xfrm>
                <a:off x="0" y="-142875"/>
                <a:ext cx="1302238" cy="2944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2005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77" name="Google Shape;177;p2"/>
            <p:cNvGrpSpPr/>
            <p:nvPr/>
          </p:nvGrpSpPr>
          <p:grpSpPr>
            <a:xfrm>
              <a:off x="0" y="-127500"/>
              <a:ext cx="1516617" cy="1681783"/>
              <a:chOff x="0" y="-66675"/>
              <a:chExt cx="793103" cy="879475"/>
            </a:xfrm>
          </p:grpSpPr>
          <p:sp>
            <p:nvSpPr>
              <p:cNvPr id="178" name="Google Shape;178;p2"/>
              <p:cNvSpPr/>
              <p:nvPr/>
            </p:nvSpPr>
            <p:spPr>
              <a:xfrm>
                <a:off x="0" y="0"/>
                <a:ext cx="793103" cy="812800"/>
              </a:xfrm>
              <a:custGeom>
                <a:rect b="b" l="l" r="r" t="t"/>
                <a:pathLst>
                  <a:path extrusionOk="0" h="812800" w="793103">
                    <a:moveTo>
                      <a:pt x="396551" y="0"/>
                    </a:moveTo>
                    <a:cubicBezTo>
                      <a:pt x="177542" y="0"/>
                      <a:pt x="0" y="181951"/>
                      <a:pt x="0" y="406400"/>
                    </a:cubicBezTo>
                    <a:cubicBezTo>
                      <a:pt x="0" y="630849"/>
                      <a:pt x="177542" y="812800"/>
                      <a:pt x="396551" y="812800"/>
                    </a:cubicBezTo>
                    <a:cubicBezTo>
                      <a:pt x="615561" y="812800"/>
                      <a:pt x="793103" y="630849"/>
                      <a:pt x="793103" y="406400"/>
                    </a:cubicBezTo>
                    <a:cubicBezTo>
                      <a:pt x="793103" y="181951"/>
                      <a:pt x="615561" y="0"/>
                      <a:pt x="396551" y="0"/>
                    </a:cubicBezTo>
                    <a:close/>
                  </a:path>
                </a:pathLst>
              </a:custGeom>
              <a:solidFill>
                <a:srgbClr val="FF9C5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9" name="Google Shape;179;p2"/>
              <p:cNvSpPr txBox="1"/>
              <p:nvPr/>
            </p:nvSpPr>
            <p:spPr>
              <a:xfrm>
                <a:off x="74353" y="-66675"/>
                <a:ext cx="644396" cy="8032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2005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80" name="Google Shape;180;p2"/>
            <p:cNvGrpSpPr/>
            <p:nvPr/>
          </p:nvGrpSpPr>
          <p:grpSpPr>
            <a:xfrm>
              <a:off x="168366" y="73357"/>
              <a:ext cx="1179884" cy="1308379"/>
              <a:chOff x="0" y="-66675"/>
              <a:chExt cx="793103" cy="879475"/>
            </a:xfrm>
          </p:grpSpPr>
          <p:sp>
            <p:nvSpPr>
              <p:cNvPr id="181" name="Google Shape;181;p2"/>
              <p:cNvSpPr/>
              <p:nvPr/>
            </p:nvSpPr>
            <p:spPr>
              <a:xfrm>
                <a:off x="0" y="0"/>
                <a:ext cx="793103" cy="812800"/>
              </a:xfrm>
              <a:custGeom>
                <a:rect b="b" l="l" r="r" t="t"/>
                <a:pathLst>
                  <a:path extrusionOk="0" h="812800" w="793103">
                    <a:moveTo>
                      <a:pt x="396551" y="0"/>
                    </a:moveTo>
                    <a:cubicBezTo>
                      <a:pt x="177542" y="0"/>
                      <a:pt x="0" y="181951"/>
                      <a:pt x="0" y="406400"/>
                    </a:cubicBezTo>
                    <a:cubicBezTo>
                      <a:pt x="0" y="630849"/>
                      <a:pt x="177542" y="812800"/>
                      <a:pt x="396551" y="812800"/>
                    </a:cubicBezTo>
                    <a:cubicBezTo>
                      <a:pt x="615561" y="812800"/>
                      <a:pt x="793103" y="630849"/>
                      <a:pt x="793103" y="406400"/>
                    </a:cubicBezTo>
                    <a:cubicBezTo>
                      <a:pt x="793103" y="181951"/>
                      <a:pt x="615561" y="0"/>
                      <a:pt x="39655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" name="Google Shape;182;p2"/>
              <p:cNvSpPr txBox="1"/>
              <p:nvPr/>
            </p:nvSpPr>
            <p:spPr>
              <a:xfrm>
                <a:off x="74353" y="-66675"/>
                <a:ext cx="644396" cy="8032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2005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83" name="Google Shape;183;p2"/>
            <p:cNvSpPr txBox="1"/>
            <p:nvPr/>
          </p:nvSpPr>
          <p:spPr>
            <a:xfrm>
              <a:off x="375440" y="44076"/>
              <a:ext cx="941293" cy="132852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998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5197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IV</a:t>
              </a:r>
              <a:endParaRPr/>
            </a:p>
          </p:txBody>
        </p:sp>
        <p:sp>
          <p:nvSpPr>
            <p:cNvPr id="184" name="Google Shape;184;p2"/>
            <p:cNvSpPr txBox="1"/>
            <p:nvPr/>
          </p:nvSpPr>
          <p:spPr>
            <a:xfrm>
              <a:off x="1751232" y="258297"/>
              <a:ext cx="4307387" cy="95088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291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5" name="Google Shape;185;p2"/>
            <p:cNvSpPr txBox="1"/>
            <p:nvPr/>
          </p:nvSpPr>
          <p:spPr>
            <a:xfrm>
              <a:off x="1755290" y="225466"/>
              <a:ext cx="4303329" cy="95088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0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742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SOLUCIÓN</a:t>
              </a:r>
              <a:endParaRPr/>
            </a:p>
          </p:txBody>
        </p:sp>
      </p:grpSp>
      <p:grpSp>
        <p:nvGrpSpPr>
          <p:cNvPr id="186" name="Google Shape;186;p2"/>
          <p:cNvGrpSpPr/>
          <p:nvPr/>
        </p:nvGrpSpPr>
        <p:grpSpPr>
          <a:xfrm>
            <a:off x="1337415" y="6739010"/>
            <a:ext cx="6805276" cy="1645387"/>
            <a:chOff x="0" y="-639567"/>
            <a:chExt cx="9073702" cy="2193850"/>
          </a:xfrm>
        </p:grpSpPr>
        <p:grpSp>
          <p:nvGrpSpPr>
            <p:cNvPr id="187" name="Google Shape;187;p2"/>
            <p:cNvGrpSpPr/>
            <p:nvPr/>
          </p:nvGrpSpPr>
          <p:grpSpPr>
            <a:xfrm>
              <a:off x="617863" y="-639567"/>
              <a:ext cx="8455839" cy="1907831"/>
              <a:chOff x="0" y="-142875"/>
              <a:chExt cx="1305257" cy="294496"/>
            </a:xfrm>
          </p:grpSpPr>
          <p:sp>
            <p:nvSpPr>
              <p:cNvPr id="188" name="Google Shape;188;p2"/>
              <p:cNvSpPr/>
              <p:nvPr/>
            </p:nvSpPr>
            <p:spPr>
              <a:xfrm>
                <a:off x="0" y="0"/>
                <a:ext cx="1305257" cy="151621"/>
              </a:xfrm>
              <a:custGeom>
                <a:rect b="b" l="l" r="r" t="t"/>
                <a:pathLst>
                  <a:path extrusionOk="0" h="151621" w="1305257">
                    <a:moveTo>
                      <a:pt x="0" y="0"/>
                    </a:moveTo>
                    <a:lnTo>
                      <a:pt x="1305257" y="0"/>
                    </a:lnTo>
                    <a:lnTo>
                      <a:pt x="1305257" y="151621"/>
                    </a:lnTo>
                    <a:lnTo>
                      <a:pt x="0" y="151621"/>
                    </a:lnTo>
                    <a:close/>
                  </a:path>
                </a:pathLst>
              </a:custGeom>
              <a:solidFill>
                <a:srgbClr val="393E46"/>
              </a:solidFill>
              <a:ln>
                <a:noFill/>
              </a:ln>
            </p:spPr>
          </p:sp>
          <p:sp>
            <p:nvSpPr>
              <p:cNvPr id="189" name="Google Shape;189;p2"/>
              <p:cNvSpPr txBox="1"/>
              <p:nvPr/>
            </p:nvSpPr>
            <p:spPr>
              <a:xfrm>
                <a:off x="0" y="-142875"/>
                <a:ext cx="1305257" cy="2944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2005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90" name="Google Shape;190;p2"/>
            <p:cNvGrpSpPr/>
            <p:nvPr/>
          </p:nvGrpSpPr>
          <p:grpSpPr>
            <a:xfrm>
              <a:off x="0" y="-127500"/>
              <a:ext cx="1534803" cy="1681783"/>
              <a:chOff x="0" y="-66675"/>
              <a:chExt cx="802613" cy="879475"/>
            </a:xfrm>
          </p:grpSpPr>
          <p:sp>
            <p:nvSpPr>
              <p:cNvPr id="191" name="Google Shape;191;p2"/>
              <p:cNvSpPr/>
              <p:nvPr/>
            </p:nvSpPr>
            <p:spPr>
              <a:xfrm>
                <a:off x="0" y="0"/>
                <a:ext cx="802613" cy="812800"/>
              </a:xfrm>
              <a:custGeom>
                <a:rect b="b" l="l" r="r" t="t"/>
                <a:pathLst>
                  <a:path extrusionOk="0" h="812800" w="802613">
                    <a:moveTo>
                      <a:pt x="401307" y="0"/>
                    </a:moveTo>
                    <a:cubicBezTo>
                      <a:pt x="179671" y="0"/>
                      <a:pt x="0" y="181951"/>
                      <a:pt x="0" y="406400"/>
                    </a:cubicBezTo>
                    <a:cubicBezTo>
                      <a:pt x="0" y="630849"/>
                      <a:pt x="179671" y="812800"/>
                      <a:pt x="401307" y="812800"/>
                    </a:cubicBezTo>
                    <a:cubicBezTo>
                      <a:pt x="622942" y="812800"/>
                      <a:pt x="802613" y="630849"/>
                      <a:pt x="802613" y="406400"/>
                    </a:cubicBezTo>
                    <a:cubicBezTo>
                      <a:pt x="802613" y="181951"/>
                      <a:pt x="622942" y="0"/>
                      <a:pt x="401307" y="0"/>
                    </a:cubicBezTo>
                    <a:close/>
                  </a:path>
                </a:pathLst>
              </a:custGeom>
              <a:solidFill>
                <a:srgbClr val="38B6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" name="Google Shape;192;p2"/>
              <p:cNvSpPr txBox="1"/>
              <p:nvPr/>
            </p:nvSpPr>
            <p:spPr>
              <a:xfrm>
                <a:off x="75245" y="-66675"/>
                <a:ext cx="652123" cy="8032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2005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93" name="Google Shape;193;p2"/>
            <p:cNvGrpSpPr/>
            <p:nvPr/>
          </p:nvGrpSpPr>
          <p:grpSpPr>
            <a:xfrm>
              <a:off x="170385" y="73357"/>
              <a:ext cx="1194033" cy="1308379"/>
              <a:chOff x="0" y="-66675"/>
              <a:chExt cx="802613" cy="879475"/>
            </a:xfrm>
          </p:grpSpPr>
          <p:sp>
            <p:nvSpPr>
              <p:cNvPr id="194" name="Google Shape;194;p2"/>
              <p:cNvSpPr/>
              <p:nvPr/>
            </p:nvSpPr>
            <p:spPr>
              <a:xfrm>
                <a:off x="0" y="0"/>
                <a:ext cx="802613" cy="812800"/>
              </a:xfrm>
              <a:custGeom>
                <a:rect b="b" l="l" r="r" t="t"/>
                <a:pathLst>
                  <a:path extrusionOk="0" h="812800" w="802613">
                    <a:moveTo>
                      <a:pt x="401307" y="0"/>
                    </a:moveTo>
                    <a:cubicBezTo>
                      <a:pt x="179671" y="0"/>
                      <a:pt x="0" y="181951"/>
                      <a:pt x="0" y="406400"/>
                    </a:cubicBezTo>
                    <a:cubicBezTo>
                      <a:pt x="0" y="630849"/>
                      <a:pt x="179671" y="812800"/>
                      <a:pt x="401307" y="812800"/>
                    </a:cubicBezTo>
                    <a:cubicBezTo>
                      <a:pt x="622942" y="812800"/>
                      <a:pt x="802613" y="630849"/>
                      <a:pt x="802613" y="406400"/>
                    </a:cubicBezTo>
                    <a:cubicBezTo>
                      <a:pt x="802613" y="181951"/>
                      <a:pt x="622942" y="0"/>
                      <a:pt x="40130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5" name="Google Shape;195;p2"/>
              <p:cNvSpPr txBox="1"/>
              <p:nvPr/>
            </p:nvSpPr>
            <p:spPr>
              <a:xfrm>
                <a:off x="75245" y="-66675"/>
                <a:ext cx="652123" cy="8032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2005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96" name="Google Shape;196;p2"/>
            <p:cNvSpPr txBox="1"/>
            <p:nvPr/>
          </p:nvSpPr>
          <p:spPr>
            <a:xfrm>
              <a:off x="461294" y="91960"/>
              <a:ext cx="734971" cy="132852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998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5197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V</a:t>
              </a:r>
              <a:endParaRPr/>
            </a:p>
          </p:txBody>
        </p:sp>
        <p:sp>
          <p:nvSpPr>
            <p:cNvPr id="197" name="Google Shape;197;p2"/>
            <p:cNvSpPr txBox="1"/>
            <p:nvPr/>
          </p:nvSpPr>
          <p:spPr>
            <a:xfrm>
              <a:off x="1772231" y="258297"/>
              <a:ext cx="7133565" cy="95088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291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8" name="Google Shape;198;p2"/>
            <p:cNvSpPr txBox="1"/>
            <p:nvPr/>
          </p:nvSpPr>
          <p:spPr>
            <a:xfrm>
              <a:off x="1776338" y="225466"/>
              <a:ext cx="7129458" cy="95088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0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742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R. FUNCIONALES</a:t>
              </a:r>
              <a:endParaRPr/>
            </a:p>
          </p:txBody>
        </p:sp>
      </p:grpSp>
      <p:grpSp>
        <p:nvGrpSpPr>
          <p:cNvPr id="199" name="Google Shape;199;p2"/>
          <p:cNvGrpSpPr/>
          <p:nvPr/>
        </p:nvGrpSpPr>
        <p:grpSpPr>
          <a:xfrm>
            <a:off x="1367654" y="7990830"/>
            <a:ext cx="6744798" cy="1645387"/>
            <a:chOff x="0" y="-639567"/>
            <a:chExt cx="8993064" cy="2193850"/>
          </a:xfrm>
        </p:grpSpPr>
        <p:grpSp>
          <p:nvGrpSpPr>
            <p:cNvPr id="200" name="Google Shape;200;p2"/>
            <p:cNvGrpSpPr/>
            <p:nvPr/>
          </p:nvGrpSpPr>
          <p:grpSpPr>
            <a:xfrm>
              <a:off x="610541" y="-639567"/>
              <a:ext cx="8382523" cy="1907831"/>
              <a:chOff x="0" y="-142875"/>
              <a:chExt cx="1293940" cy="294496"/>
            </a:xfrm>
          </p:grpSpPr>
          <p:sp>
            <p:nvSpPr>
              <p:cNvPr id="201" name="Google Shape;201;p2"/>
              <p:cNvSpPr/>
              <p:nvPr/>
            </p:nvSpPr>
            <p:spPr>
              <a:xfrm>
                <a:off x="0" y="0"/>
                <a:ext cx="1293940" cy="151621"/>
              </a:xfrm>
              <a:custGeom>
                <a:rect b="b" l="l" r="r" t="t"/>
                <a:pathLst>
                  <a:path extrusionOk="0" h="151621" w="1293940">
                    <a:moveTo>
                      <a:pt x="0" y="0"/>
                    </a:moveTo>
                    <a:lnTo>
                      <a:pt x="1293940" y="0"/>
                    </a:lnTo>
                    <a:lnTo>
                      <a:pt x="1293940" y="151621"/>
                    </a:lnTo>
                    <a:lnTo>
                      <a:pt x="0" y="151621"/>
                    </a:lnTo>
                    <a:close/>
                  </a:path>
                </a:pathLst>
              </a:custGeom>
              <a:solidFill>
                <a:srgbClr val="393E46"/>
              </a:solidFill>
              <a:ln>
                <a:noFill/>
              </a:ln>
            </p:spPr>
          </p:sp>
          <p:sp>
            <p:nvSpPr>
              <p:cNvPr id="202" name="Google Shape;202;p2"/>
              <p:cNvSpPr txBox="1"/>
              <p:nvPr/>
            </p:nvSpPr>
            <p:spPr>
              <a:xfrm>
                <a:off x="0" y="-142875"/>
                <a:ext cx="1293940" cy="2944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2005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03" name="Google Shape;203;p2"/>
            <p:cNvGrpSpPr/>
            <p:nvPr/>
          </p:nvGrpSpPr>
          <p:grpSpPr>
            <a:xfrm>
              <a:off x="0" y="-127500"/>
              <a:ext cx="1516617" cy="1681783"/>
              <a:chOff x="0" y="-66675"/>
              <a:chExt cx="793103" cy="879475"/>
            </a:xfrm>
          </p:grpSpPr>
          <p:sp>
            <p:nvSpPr>
              <p:cNvPr id="204" name="Google Shape;204;p2"/>
              <p:cNvSpPr/>
              <p:nvPr/>
            </p:nvSpPr>
            <p:spPr>
              <a:xfrm>
                <a:off x="0" y="0"/>
                <a:ext cx="793103" cy="812800"/>
              </a:xfrm>
              <a:custGeom>
                <a:rect b="b" l="l" r="r" t="t"/>
                <a:pathLst>
                  <a:path extrusionOk="0" h="812800" w="793103">
                    <a:moveTo>
                      <a:pt x="396551" y="0"/>
                    </a:moveTo>
                    <a:cubicBezTo>
                      <a:pt x="177542" y="0"/>
                      <a:pt x="0" y="181951"/>
                      <a:pt x="0" y="406400"/>
                    </a:cubicBezTo>
                    <a:cubicBezTo>
                      <a:pt x="0" y="630849"/>
                      <a:pt x="177542" y="812800"/>
                      <a:pt x="396551" y="812800"/>
                    </a:cubicBezTo>
                    <a:cubicBezTo>
                      <a:pt x="615561" y="812800"/>
                      <a:pt x="793103" y="630849"/>
                      <a:pt x="793103" y="406400"/>
                    </a:cubicBezTo>
                    <a:cubicBezTo>
                      <a:pt x="793103" y="181951"/>
                      <a:pt x="615561" y="0"/>
                      <a:pt x="396551" y="0"/>
                    </a:cubicBezTo>
                    <a:close/>
                  </a:path>
                </a:pathLst>
              </a:custGeom>
              <a:solidFill>
                <a:srgbClr val="6366F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" name="Google Shape;205;p2"/>
              <p:cNvSpPr txBox="1"/>
              <p:nvPr/>
            </p:nvSpPr>
            <p:spPr>
              <a:xfrm>
                <a:off x="74353" y="-66675"/>
                <a:ext cx="644396" cy="8032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2005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06" name="Google Shape;206;p2"/>
            <p:cNvGrpSpPr/>
            <p:nvPr/>
          </p:nvGrpSpPr>
          <p:grpSpPr>
            <a:xfrm>
              <a:off x="168366" y="73357"/>
              <a:ext cx="1179884" cy="1308379"/>
              <a:chOff x="0" y="-66675"/>
              <a:chExt cx="793103" cy="879475"/>
            </a:xfrm>
          </p:grpSpPr>
          <p:sp>
            <p:nvSpPr>
              <p:cNvPr id="207" name="Google Shape;207;p2"/>
              <p:cNvSpPr/>
              <p:nvPr/>
            </p:nvSpPr>
            <p:spPr>
              <a:xfrm>
                <a:off x="0" y="0"/>
                <a:ext cx="793103" cy="812800"/>
              </a:xfrm>
              <a:custGeom>
                <a:rect b="b" l="l" r="r" t="t"/>
                <a:pathLst>
                  <a:path extrusionOk="0" h="812800" w="793103">
                    <a:moveTo>
                      <a:pt x="396551" y="0"/>
                    </a:moveTo>
                    <a:cubicBezTo>
                      <a:pt x="177542" y="0"/>
                      <a:pt x="0" y="181951"/>
                      <a:pt x="0" y="406400"/>
                    </a:cubicBezTo>
                    <a:cubicBezTo>
                      <a:pt x="0" y="630849"/>
                      <a:pt x="177542" y="812800"/>
                      <a:pt x="396551" y="812800"/>
                    </a:cubicBezTo>
                    <a:cubicBezTo>
                      <a:pt x="615561" y="812800"/>
                      <a:pt x="793103" y="630849"/>
                      <a:pt x="793103" y="406400"/>
                    </a:cubicBezTo>
                    <a:cubicBezTo>
                      <a:pt x="793103" y="181951"/>
                      <a:pt x="615561" y="0"/>
                      <a:pt x="39655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8" name="Google Shape;208;p2"/>
              <p:cNvSpPr txBox="1"/>
              <p:nvPr/>
            </p:nvSpPr>
            <p:spPr>
              <a:xfrm>
                <a:off x="74353" y="-66675"/>
                <a:ext cx="644396" cy="8032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2005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09" name="Google Shape;209;p2"/>
            <p:cNvSpPr txBox="1"/>
            <p:nvPr/>
          </p:nvSpPr>
          <p:spPr>
            <a:xfrm>
              <a:off x="302761" y="76830"/>
              <a:ext cx="992967" cy="132852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998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5197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VI</a:t>
              </a:r>
              <a:endParaRPr/>
            </a:p>
          </p:txBody>
        </p:sp>
        <p:sp>
          <p:nvSpPr>
            <p:cNvPr id="210" name="Google Shape;210;p2"/>
            <p:cNvSpPr txBox="1"/>
            <p:nvPr/>
          </p:nvSpPr>
          <p:spPr>
            <a:xfrm>
              <a:off x="1751232" y="258297"/>
              <a:ext cx="6993545" cy="95088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291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1" name="Google Shape;211;p2"/>
            <p:cNvSpPr txBox="1"/>
            <p:nvPr/>
          </p:nvSpPr>
          <p:spPr>
            <a:xfrm>
              <a:off x="1755290" y="225466"/>
              <a:ext cx="6023581" cy="95088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0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742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R.N. FUNCIONALES</a:t>
              </a:r>
              <a:endParaRPr/>
            </a:p>
          </p:txBody>
        </p:sp>
      </p:grpSp>
      <p:grpSp>
        <p:nvGrpSpPr>
          <p:cNvPr id="212" name="Google Shape;212;p2"/>
          <p:cNvGrpSpPr/>
          <p:nvPr/>
        </p:nvGrpSpPr>
        <p:grpSpPr>
          <a:xfrm>
            <a:off x="8829251" y="2197532"/>
            <a:ext cx="6805275" cy="1645387"/>
            <a:chOff x="0" y="-639567"/>
            <a:chExt cx="9073701" cy="2193850"/>
          </a:xfrm>
        </p:grpSpPr>
        <p:grpSp>
          <p:nvGrpSpPr>
            <p:cNvPr id="213" name="Google Shape;213;p2"/>
            <p:cNvGrpSpPr/>
            <p:nvPr/>
          </p:nvGrpSpPr>
          <p:grpSpPr>
            <a:xfrm>
              <a:off x="610541" y="-639567"/>
              <a:ext cx="8463160" cy="1907831"/>
              <a:chOff x="0" y="-142875"/>
              <a:chExt cx="1306387" cy="294496"/>
            </a:xfrm>
          </p:grpSpPr>
          <p:sp>
            <p:nvSpPr>
              <p:cNvPr id="214" name="Google Shape;214;p2"/>
              <p:cNvSpPr/>
              <p:nvPr/>
            </p:nvSpPr>
            <p:spPr>
              <a:xfrm>
                <a:off x="0" y="0"/>
                <a:ext cx="1306387" cy="151621"/>
              </a:xfrm>
              <a:custGeom>
                <a:rect b="b" l="l" r="r" t="t"/>
                <a:pathLst>
                  <a:path extrusionOk="0" h="151621" w="1306387">
                    <a:moveTo>
                      <a:pt x="0" y="0"/>
                    </a:moveTo>
                    <a:lnTo>
                      <a:pt x="1306387" y="0"/>
                    </a:lnTo>
                    <a:lnTo>
                      <a:pt x="1306387" y="151621"/>
                    </a:lnTo>
                    <a:lnTo>
                      <a:pt x="0" y="151621"/>
                    </a:lnTo>
                    <a:close/>
                  </a:path>
                </a:pathLst>
              </a:custGeom>
              <a:solidFill>
                <a:srgbClr val="393E46"/>
              </a:solidFill>
              <a:ln>
                <a:noFill/>
              </a:ln>
            </p:spPr>
          </p:sp>
          <p:sp>
            <p:nvSpPr>
              <p:cNvPr id="215" name="Google Shape;215;p2"/>
              <p:cNvSpPr txBox="1"/>
              <p:nvPr/>
            </p:nvSpPr>
            <p:spPr>
              <a:xfrm>
                <a:off x="0" y="-142875"/>
                <a:ext cx="1306387" cy="2944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2005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16" name="Google Shape;216;p2"/>
            <p:cNvGrpSpPr/>
            <p:nvPr/>
          </p:nvGrpSpPr>
          <p:grpSpPr>
            <a:xfrm>
              <a:off x="0" y="-127500"/>
              <a:ext cx="1516617" cy="1681783"/>
              <a:chOff x="0" y="-66675"/>
              <a:chExt cx="793103" cy="879475"/>
            </a:xfrm>
          </p:grpSpPr>
          <p:sp>
            <p:nvSpPr>
              <p:cNvPr id="217" name="Google Shape;217;p2"/>
              <p:cNvSpPr/>
              <p:nvPr/>
            </p:nvSpPr>
            <p:spPr>
              <a:xfrm>
                <a:off x="0" y="0"/>
                <a:ext cx="793103" cy="812800"/>
              </a:xfrm>
              <a:custGeom>
                <a:rect b="b" l="l" r="r" t="t"/>
                <a:pathLst>
                  <a:path extrusionOk="0" h="812800" w="793103">
                    <a:moveTo>
                      <a:pt x="396551" y="0"/>
                    </a:moveTo>
                    <a:cubicBezTo>
                      <a:pt x="177542" y="0"/>
                      <a:pt x="0" y="181951"/>
                      <a:pt x="0" y="406400"/>
                    </a:cubicBezTo>
                    <a:cubicBezTo>
                      <a:pt x="0" y="630849"/>
                      <a:pt x="177542" y="812800"/>
                      <a:pt x="396551" y="812800"/>
                    </a:cubicBezTo>
                    <a:cubicBezTo>
                      <a:pt x="615561" y="812800"/>
                      <a:pt x="793103" y="630849"/>
                      <a:pt x="793103" y="406400"/>
                    </a:cubicBezTo>
                    <a:cubicBezTo>
                      <a:pt x="793103" y="181951"/>
                      <a:pt x="615561" y="0"/>
                      <a:pt x="396551" y="0"/>
                    </a:cubicBezTo>
                    <a:close/>
                  </a:path>
                </a:pathLst>
              </a:custGeom>
              <a:solidFill>
                <a:srgbClr val="FF751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" name="Google Shape;218;p2"/>
              <p:cNvSpPr txBox="1"/>
              <p:nvPr/>
            </p:nvSpPr>
            <p:spPr>
              <a:xfrm>
                <a:off x="74353" y="-66675"/>
                <a:ext cx="644396" cy="8032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2005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19" name="Google Shape;219;p2"/>
            <p:cNvGrpSpPr/>
            <p:nvPr/>
          </p:nvGrpSpPr>
          <p:grpSpPr>
            <a:xfrm>
              <a:off x="168366" y="73357"/>
              <a:ext cx="1179884" cy="1308379"/>
              <a:chOff x="0" y="-66675"/>
              <a:chExt cx="793103" cy="879475"/>
            </a:xfrm>
          </p:grpSpPr>
          <p:sp>
            <p:nvSpPr>
              <p:cNvPr id="220" name="Google Shape;220;p2"/>
              <p:cNvSpPr/>
              <p:nvPr/>
            </p:nvSpPr>
            <p:spPr>
              <a:xfrm>
                <a:off x="0" y="0"/>
                <a:ext cx="793103" cy="812800"/>
              </a:xfrm>
              <a:custGeom>
                <a:rect b="b" l="l" r="r" t="t"/>
                <a:pathLst>
                  <a:path extrusionOk="0" h="812800" w="793103">
                    <a:moveTo>
                      <a:pt x="396551" y="0"/>
                    </a:moveTo>
                    <a:cubicBezTo>
                      <a:pt x="177542" y="0"/>
                      <a:pt x="0" y="181951"/>
                      <a:pt x="0" y="406400"/>
                    </a:cubicBezTo>
                    <a:cubicBezTo>
                      <a:pt x="0" y="630849"/>
                      <a:pt x="177542" y="812800"/>
                      <a:pt x="396551" y="812800"/>
                    </a:cubicBezTo>
                    <a:cubicBezTo>
                      <a:pt x="615561" y="812800"/>
                      <a:pt x="793103" y="630849"/>
                      <a:pt x="793103" y="406400"/>
                    </a:cubicBezTo>
                    <a:cubicBezTo>
                      <a:pt x="793103" y="181951"/>
                      <a:pt x="615561" y="0"/>
                      <a:pt x="39655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1" name="Google Shape;221;p2"/>
              <p:cNvSpPr txBox="1"/>
              <p:nvPr/>
            </p:nvSpPr>
            <p:spPr>
              <a:xfrm>
                <a:off x="74353" y="-66675"/>
                <a:ext cx="644396" cy="8032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2005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22" name="Google Shape;222;p2"/>
            <p:cNvSpPr txBox="1"/>
            <p:nvPr/>
          </p:nvSpPr>
          <p:spPr>
            <a:xfrm>
              <a:off x="249003" y="132284"/>
              <a:ext cx="1213856" cy="12036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4685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VII</a:t>
              </a:r>
              <a:endParaRPr/>
            </a:p>
          </p:txBody>
        </p:sp>
        <p:sp>
          <p:nvSpPr>
            <p:cNvPr id="223" name="Google Shape;223;p2"/>
            <p:cNvSpPr txBox="1"/>
            <p:nvPr/>
          </p:nvSpPr>
          <p:spPr>
            <a:xfrm>
              <a:off x="1751232" y="258297"/>
              <a:ext cx="6966666" cy="95088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291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4" name="Google Shape;224;p2"/>
            <p:cNvSpPr txBox="1"/>
            <p:nvPr/>
          </p:nvSpPr>
          <p:spPr>
            <a:xfrm>
              <a:off x="1755290" y="225466"/>
              <a:ext cx="6480523" cy="95088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0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742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ÉPICAS</a:t>
              </a:r>
              <a:endParaRPr/>
            </a:p>
          </p:txBody>
        </p:sp>
      </p:grpSp>
      <p:grpSp>
        <p:nvGrpSpPr>
          <p:cNvPr id="225" name="Google Shape;225;p2"/>
          <p:cNvGrpSpPr/>
          <p:nvPr/>
        </p:nvGrpSpPr>
        <p:grpSpPr>
          <a:xfrm>
            <a:off x="8839331" y="3500142"/>
            <a:ext cx="6785116" cy="1645387"/>
            <a:chOff x="0" y="-639567"/>
            <a:chExt cx="9046822" cy="2193850"/>
          </a:xfrm>
        </p:grpSpPr>
        <p:grpSp>
          <p:nvGrpSpPr>
            <p:cNvPr id="226" name="Google Shape;226;p2"/>
            <p:cNvGrpSpPr/>
            <p:nvPr/>
          </p:nvGrpSpPr>
          <p:grpSpPr>
            <a:xfrm>
              <a:off x="610541" y="-639567"/>
              <a:ext cx="8436281" cy="1907831"/>
              <a:chOff x="0" y="-142875"/>
              <a:chExt cx="1302238" cy="294496"/>
            </a:xfrm>
          </p:grpSpPr>
          <p:sp>
            <p:nvSpPr>
              <p:cNvPr id="227" name="Google Shape;227;p2"/>
              <p:cNvSpPr/>
              <p:nvPr/>
            </p:nvSpPr>
            <p:spPr>
              <a:xfrm>
                <a:off x="0" y="0"/>
                <a:ext cx="1302238" cy="151621"/>
              </a:xfrm>
              <a:custGeom>
                <a:rect b="b" l="l" r="r" t="t"/>
                <a:pathLst>
                  <a:path extrusionOk="0" h="151621" w="1302238">
                    <a:moveTo>
                      <a:pt x="0" y="0"/>
                    </a:moveTo>
                    <a:lnTo>
                      <a:pt x="1302238" y="0"/>
                    </a:lnTo>
                    <a:lnTo>
                      <a:pt x="1302238" y="151621"/>
                    </a:lnTo>
                    <a:lnTo>
                      <a:pt x="0" y="151621"/>
                    </a:lnTo>
                    <a:close/>
                  </a:path>
                </a:pathLst>
              </a:custGeom>
              <a:solidFill>
                <a:srgbClr val="393E46"/>
              </a:solidFill>
              <a:ln>
                <a:noFill/>
              </a:ln>
            </p:spPr>
          </p:sp>
          <p:sp>
            <p:nvSpPr>
              <p:cNvPr id="228" name="Google Shape;228;p2"/>
              <p:cNvSpPr txBox="1"/>
              <p:nvPr/>
            </p:nvSpPr>
            <p:spPr>
              <a:xfrm>
                <a:off x="0" y="-142875"/>
                <a:ext cx="1302238" cy="2944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2005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29" name="Google Shape;229;p2"/>
            <p:cNvGrpSpPr/>
            <p:nvPr/>
          </p:nvGrpSpPr>
          <p:grpSpPr>
            <a:xfrm>
              <a:off x="0" y="-127500"/>
              <a:ext cx="1516617" cy="1681783"/>
              <a:chOff x="0" y="-66675"/>
              <a:chExt cx="793103" cy="879475"/>
            </a:xfrm>
          </p:grpSpPr>
          <p:sp>
            <p:nvSpPr>
              <p:cNvPr id="230" name="Google Shape;230;p2"/>
              <p:cNvSpPr/>
              <p:nvPr/>
            </p:nvSpPr>
            <p:spPr>
              <a:xfrm>
                <a:off x="0" y="0"/>
                <a:ext cx="793103" cy="812800"/>
              </a:xfrm>
              <a:custGeom>
                <a:rect b="b" l="l" r="r" t="t"/>
                <a:pathLst>
                  <a:path extrusionOk="0" h="812800" w="793103">
                    <a:moveTo>
                      <a:pt x="396551" y="0"/>
                    </a:moveTo>
                    <a:cubicBezTo>
                      <a:pt x="177542" y="0"/>
                      <a:pt x="0" y="181951"/>
                      <a:pt x="0" y="406400"/>
                    </a:cubicBezTo>
                    <a:cubicBezTo>
                      <a:pt x="0" y="630849"/>
                      <a:pt x="177542" y="812800"/>
                      <a:pt x="396551" y="812800"/>
                    </a:cubicBezTo>
                    <a:cubicBezTo>
                      <a:pt x="615561" y="812800"/>
                      <a:pt x="793103" y="630849"/>
                      <a:pt x="793103" y="406400"/>
                    </a:cubicBezTo>
                    <a:cubicBezTo>
                      <a:pt x="793103" y="181951"/>
                      <a:pt x="615561" y="0"/>
                      <a:pt x="396551" y="0"/>
                    </a:cubicBezTo>
                    <a:close/>
                  </a:path>
                </a:pathLst>
              </a:custGeom>
              <a:solidFill>
                <a:srgbClr val="FFBD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" name="Google Shape;231;p2"/>
              <p:cNvSpPr txBox="1"/>
              <p:nvPr/>
            </p:nvSpPr>
            <p:spPr>
              <a:xfrm>
                <a:off x="74353" y="-66675"/>
                <a:ext cx="644396" cy="8032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2005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32" name="Google Shape;232;p2"/>
            <p:cNvGrpSpPr/>
            <p:nvPr/>
          </p:nvGrpSpPr>
          <p:grpSpPr>
            <a:xfrm>
              <a:off x="168366" y="73357"/>
              <a:ext cx="1179884" cy="1308379"/>
              <a:chOff x="0" y="-66675"/>
              <a:chExt cx="793103" cy="879475"/>
            </a:xfrm>
          </p:grpSpPr>
          <p:sp>
            <p:nvSpPr>
              <p:cNvPr id="233" name="Google Shape;233;p2"/>
              <p:cNvSpPr/>
              <p:nvPr/>
            </p:nvSpPr>
            <p:spPr>
              <a:xfrm>
                <a:off x="0" y="0"/>
                <a:ext cx="793103" cy="812800"/>
              </a:xfrm>
              <a:custGeom>
                <a:rect b="b" l="l" r="r" t="t"/>
                <a:pathLst>
                  <a:path extrusionOk="0" h="812800" w="793103">
                    <a:moveTo>
                      <a:pt x="396551" y="0"/>
                    </a:moveTo>
                    <a:cubicBezTo>
                      <a:pt x="177542" y="0"/>
                      <a:pt x="0" y="181951"/>
                      <a:pt x="0" y="406400"/>
                    </a:cubicBezTo>
                    <a:cubicBezTo>
                      <a:pt x="0" y="630849"/>
                      <a:pt x="177542" y="812800"/>
                      <a:pt x="396551" y="812800"/>
                    </a:cubicBezTo>
                    <a:cubicBezTo>
                      <a:pt x="615561" y="812800"/>
                      <a:pt x="793103" y="630849"/>
                      <a:pt x="793103" y="406400"/>
                    </a:cubicBezTo>
                    <a:cubicBezTo>
                      <a:pt x="793103" y="181951"/>
                      <a:pt x="615561" y="0"/>
                      <a:pt x="39655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4" name="Google Shape;234;p2"/>
              <p:cNvSpPr txBox="1"/>
              <p:nvPr/>
            </p:nvSpPr>
            <p:spPr>
              <a:xfrm>
                <a:off x="74353" y="-66675"/>
                <a:ext cx="644396" cy="8032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2005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35" name="Google Shape;235;p2"/>
            <p:cNvSpPr txBox="1"/>
            <p:nvPr/>
          </p:nvSpPr>
          <p:spPr>
            <a:xfrm>
              <a:off x="249003" y="243191"/>
              <a:ext cx="1213856" cy="93736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1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661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VIII</a:t>
              </a:r>
              <a:endParaRPr/>
            </a:p>
          </p:txBody>
        </p:sp>
        <p:sp>
          <p:nvSpPr>
            <p:cNvPr id="236" name="Google Shape;236;p2"/>
            <p:cNvSpPr txBox="1"/>
            <p:nvPr/>
          </p:nvSpPr>
          <p:spPr>
            <a:xfrm>
              <a:off x="1751232" y="258297"/>
              <a:ext cx="6860885" cy="95088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291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7" name="Google Shape;237;p2"/>
            <p:cNvSpPr txBox="1"/>
            <p:nvPr/>
          </p:nvSpPr>
          <p:spPr>
            <a:xfrm>
              <a:off x="1755290" y="225466"/>
              <a:ext cx="6856828" cy="95088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0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742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DIAGRAMAS</a:t>
              </a:r>
              <a:endParaRPr/>
            </a:p>
          </p:txBody>
        </p:sp>
      </p:grpSp>
      <p:grpSp>
        <p:nvGrpSpPr>
          <p:cNvPr id="238" name="Google Shape;238;p2"/>
          <p:cNvGrpSpPr/>
          <p:nvPr/>
        </p:nvGrpSpPr>
        <p:grpSpPr>
          <a:xfrm>
            <a:off x="8839331" y="4799205"/>
            <a:ext cx="6785116" cy="1645387"/>
            <a:chOff x="0" y="-639567"/>
            <a:chExt cx="9046822" cy="2193850"/>
          </a:xfrm>
        </p:grpSpPr>
        <p:grpSp>
          <p:nvGrpSpPr>
            <p:cNvPr id="239" name="Google Shape;239;p2"/>
            <p:cNvGrpSpPr/>
            <p:nvPr/>
          </p:nvGrpSpPr>
          <p:grpSpPr>
            <a:xfrm>
              <a:off x="610541" y="-639567"/>
              <a:ext cx="8436281" cy="1907831"/>
              <a:chOff x="0" y="-142875"/>
              <a:chExt cx="1302238" cy="294496"/>
            </a:xfrm>
          </p:grpSpPr>
          <p:sp>
            <p:nvSpPr>
              <p:cNvPr id="240" name="Google Shape;240;p2"/>
              <p:cNvSpPr/>
              <p:nvPr/>
            </p:nvSpPr>
            <p:spPr>
              <a:xfrm>
                <a:off x="0" y="0"/>
                <a:ext cx="1302238" cy="151621"/>
              </a:xfrm>
              <a:custGeom>
                <a:rect b="b" l="l" r="r" t="t"/>
                <a:pathLst>
                  <a:path extrusionOk="0" h="151621" w="1302238">
                    <a:moveTo>
                      <a:pt x="0" y="0"/>
                    </a:moveTo>
                    <a:lnTo>
                      <a:pt x="1302238" y="0"/>
                    </a:lnTo>
                    <a:lnTo>
                      <a:pt x="1302238" y="151621"/>
                    </a:lnTo>
                    <a:lnTo>
                      <a:pt x="0" y="151621"/>
                    </a:lnTo>
                    <a:close/>
                  </a:path>
                </a:pathLst>
              </a:custGeom>
              <a:solidFill>
                <a:srgbClr val="393E46"/>
              </a:solidFill>
              <a:ln>
                <a:noFill/>
              </a:ln>
            </p:spPr>
          </p:sp>
          <p:sp>
            <p:nvSpPr>
              <p:cNvPr id="241" name="Google Shape;241;p2"/>
              <p:cNvSpPr txBox="1"/>
              <p:nvPr/>
            </p:nvSpPr>
            <p:spPr>
              <a:xfrm>
                <a:off x="0" y="-142875"/>
                <a:ext cx="1302238" cy="2944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2005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42" name="Google Shape;242;p2"/>
            <p:cNvGrpSpPr/>
            <p:nvPr/>
          </p:nvGrpSpPr>
          <p:grpSpPr>
            <a:xfrm>
              <a:off x="0" y="-127500"/>
              <a:ext cx="1516617" cy="1681783"/>
              <a:chOff x="0" y="-66675"/>
              <a:chExt cx="793103" cy="879475"/>
            </a:xfrm>
          </p:grpSpPr>
          <p:sp>
            <p:nvSpPr>
              <p:cNvPr id="243" name="Google Shape;243;p2"/>
              <p:cNvSpPr/>
              <p:nvPr/>
            </p:nvSpPr>
            <p:spPr>
              <a:xfrm>
                <a:off x="0" y="0"/>
                <a:ext cx="793103" cy="812800"/>
              </a:xfrm>
              <a:custGeom>
                <a:rect b="b" l="l" r="r" t="t"/>
                <a:pathLst>
                  <a:path extrusionOk="0" h="812800" w="793103">
                    <a:moveTo>
                      <a:pt x="396551" y="0"/>
                    </a:moveTo>
                    <a:cubicBezTo>
                      <a:pt x="177542" y="0"/>
                      <a:pt x="0" y="181951"/>
                      <a:pt x="0" y="406400"/>
                    </a:cubicBezTo>
                    <a:cubicBezTo>
                      <a:pt x="0" y="630849"/>
                      <a:pt x="177542" y="812800"/>
                      <a:pt x="396551" y="812800"/>
                    </a:cubicBezTo>
                    <a:cubicBezTo>
                      <a:pt x="615561" y="812800"/>
                      <a:pt x="793103" y="630849"/>
                      <a:pt x="793103" y="406400"/>
                    </a:cubicBezTo>
                    <a:cubicBezTo>
                      <a:pt x="793103" y="181951"/>
                      <a:pt x="615561" y="0"/>
                      <a:pt x="396551" y="0"/>
                    </a:cubicBezTo>
                    <a:close/>
                  </a:path>
                </a:pathLst>
              </a:custGeom>
              <a:solidFill>
                <a:srgbClr val="CB6CE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4" name="Google Shape;244;p2"/>
              <p:cNvSpPr txBox="1"/>
              <p:nvPr/>
            </p:nvSpPr>
            <p:spPr>
              <a:xfrm>
                <a:off x="74353" y="-66675"/>
                <a:ext cx="644396" cy="8032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2005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45" name="Google Shape;245;p2"/>
            <p:cNvGrpSpPr/>
            <p:nvPr/>
          </p:nvGrpSpPr>
          <p:grpSpPr>
            <a:xfrm>
              <a:off x="168366" y="73357"/>
              <a:ext cx="1179884" cy="1308379"/>
              <a:chOff x="0" y="-66675"/>
              <a:chExt cx="793103" cy="879475"/>
            </a:xfrm>
          </p:grpSpPr>
          <p:sp>
            <p:nvSpPr>
              <p:cNvPr id="246" name="Google Shape;246;p2"/>
              <p:cNvSpPr/>
              <p:nvPr/>
            </p:nvSpPr>
            <p:spPr>
              <a:xfrm>
                <a:off x="0" y="0"/>
                <a:ext cx="793103" cy="812800"/>
              </a:xfrm>
              <a:custGeom>
                <a:rect b="b" l="l" r="r" t="t"/>
                <a:pathLst>
                  <a:path extrusionOk="0" h="812800" w="793103">
                    <a:moveTo>
                      <a:pt x="396551" y="0"/>
                    </a:moveTo>
                    <a:cubicBezTo>
                      <a:pt x="177542" y="0"/>
                      <a:pt x="0" y="181951"/>
                      <a:pt x="0" y="406400"/>
                    </a:cubicBezTo>
                    <a:cubicBezTo>
                      <a:pt x="0" y="630849"/>
                      <a:pt x="177542" y="812800"/>
                      <a:pt x="396551" y="812800"/>
                    </a:cubicBezTo>
                    <a:cubicBezTo>
                      <a:pt x="615561" y="812800"/>
                      <a:pt x="793103" y="630849"/>
                      <a:pt x="793103" y="406400"/>
                    </a:cubicBezTo>
                    <a:cubicBezTo>
                      <a:pt x="793103" y="181951"/>
                      <a:pt x="615561" y="0"/>
                      <a:pt x="39655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7" name="Google Shape;247;p2"/>
              <p:cNvSpPr txBox="1"/>
              <p:nvPr/>
            </p:nvSpPr>
            <p:spPr>
              <a:xfrm>
                <a:off x="74353" y="-66675"/>
                <a:ext cx="644396" cy="8032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2005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48" name="Google Shape;248;p2"/>
            <p:cNvSpPr txBox="1"/>
            <p:nvPr/>
          </p:nvSpPr>
          <p:spPr>
            <a:xfrm>
              <a:off x="275882" y="-5503"/>
              <a:ext cx="1213856" cy="14417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558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IX</a:t>
              </a:r>
              <a:endParaRPr/>
            </a:p>
          </p:txBody>
        </p:sp>
        <p:sp>
          <p:nvSpPr>
            <p:cNvPr id="249" name="Google Shape;249;p2"/>
            <p:cNvSpPr txBox="1"/>
            <p:nvPr/>
          </p:nvSpPr>
          <p:spPr>
            <a:xfrm>
              <a:off x="1751232" y="258297"/>
              <a:ext cx="6860885" cy="95088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291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0" name="Google Shape;250;p2"/>
            <p:cNvSpPr txBox="1"/>
            <p:nvPr/>
          </p:nvSpPr>
          <p:spPr>
            <a:xfrm>
              <a:off x="1755290" y="225466"/>
              <a:ext cx="6856828" cy="95088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0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742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METODOLOGÍA</a:t>
              </a:r>
              <a:endParaRPr/>
            </a:p>
          </p:txBody>
        </p:sp>
      </p:grpSp>
      <p:grpSp>
        <p:nvGrpSpPr>
          <p:cNvPr id="251" name="Google Shape;251;p2"/>
          <p:cNvGrpSpPr/>
          <p:nvPr/>
        </p:nvGrpSpPr>
        <p:grpSpPr>
          <a:xfrm>
            <a:off x="8839331" y="6105363"/>
            <a:ext cx="6785116" cy="1645387"/>
            <a:chOff x="0" y="-639567"/>
            <a:chExt cx="9046822" cy="2193850"/>
          </a:xfrm>
        </p:grpSpPr>
        <p:grpSp>
          <p:nvGrpSpPr>
            <p:cNvPr id="252" name="Google Shape;252;p2"/>
            <p:cNvGrpSpPr/>
            <p:nvPr/>
          </p:nvGrpSpPr>
          <p:grpSpPr>
            <a:xfrm>
              <a:off x="610541" y="-639567"/>
              <a:ext cx="8436281" cy="1907831"/>
              <a:chOff x="0" y="-142875"/>
              <a:chExt cx="1302238" cy="294496"/>
            </a:xfrm>
          </p:grpSpPr>
          <p:sp>
            <p:nvSpPr>
              <p:cNvPr id="253" name="Google Shape;253;p2"/>
              <p:cNvSpPr/>
              <p:nvPr/>
            </p:nvSpPr>
            <p:spPr>
              <a:xfrm>
                <a:off x="0" y="0"/>
                <a:ext cx="1302238" cy="151621"/>
              </a:xfrm>
              <a:custGeom>
                <a:rect b="b" l="l" r="r" t="t"/>
                <a:pathLst>
                  <a:path extrusionOk="0" h="151621" w="1302238">
                    <a:moveTo>
                      <a:pt x="0" y="0"/>
                    </a:moveTo>
                    <a:lnTo>
                      <a:pt x="1302238" y="0"/>
                    </a:lnTo>
                    <a:lnTo>
                      <a:pt x="1302238" y="151621"/>
                    </a:lnTo>
                    <a:lnTo>
                      <a:pt x="0" y="151621"/>
                    </a:lnTo>
                    <a:close/>
                  </a:path>
                </a:pathLst>
              </a:custGeom>
              <a:solidFill>
                <a:srgbClr val="393E46"/>
              </a:solidFill>
              <a:ln>
                <a:noFill/>
              </a:ln>
            </p:spPr>
          </p:sp>
          <p:sp>
            <p:nvSpPr>
              <p:cNvPr id="254" name="Google Shape;254;p2"/>
              <p:cNvSpPr txBox="1"/>
              <p:nvPr/>
            </p:nvSpPr>
            <p:spPr>
              <a:xfrm>
                <a:off x="0" y="-142875"/>
                <a:ext cx="1302238" cy="2944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2005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55" name="Google Shape;255;p2"/>
            <p:cNvGrpSpPr/>
            <p:nvPr/>
          </p:nvGrpSpPr>
          <p:grpSpPr>
            <a:xfrm>
              <a:off x="0" y="-127500"/>
              <a:ext cx="1516617" cy="1681783"/>
              <a:chOff x="0" y="-66675"/>
              <a:chExt cx="793103" cy="879475"/>
            </a:xfrm>
          </p:grpSpPr>
          <p:sp>
            <p:nvSpPr>
              <p:cNvPr id="256" name="Google Shape;256;p2"/>
              <p:cNvSpPr/>
              <p:nvPr/>
            </p:nvSpPr>
            <p:spPr>
              <a:xfrm>
                <a:off x="0" y="0"/>
                <a:ext cx="793103" cy="812800"/>
              </a:xfrm>
              <a:custGeom>
                <a:rect b="b" l="l" r="r" t="t"/>
                <a:pathLst>
                  <a:path extrusionOk="0" h="812800" w="793103">
                    <a:moveTo>
                      <a:pt x="396551" y="0"/>
                    </a:moveTo>
                    <a:cubicBezTo>
                      <a:pt x="177542" y="0"/>
                      <a:pt x="0" y="181951"/>
                      <a:pt x="0" y="406400"/>
                    </a:cubicBezTo>
                    <a:cubicBezTo>
                      <a:pt x="0" y="630849"/>
                      <a:pt x="177542" y="812800"/>
                      <a:pt x="396551" y="812800"/>
                    </a:cubicBezTo>
                    <a:cubicBezTo>
                      <a:pt x="615561" y="812800"/>
                      <a:pt x="793103" y="630849"/>
                      <a:pt x="793103" y="406400"/>
                    </a:cubicBezTo>
                    <a:cubicBezTo>
                      <a:pt x="793103" y="181951"/>
                      <a:pt x="615561" y="0"/>
                      <a:pt x="396551" y="0"/>
                    </a:cubicBezTo>
                    <a:close/>
                  </a:path>
                </a:pathLst>
              </a:custGeom>
              <a:solidFill>
                <a:srgbClr val="38B6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7" name="Google Shape;257;p2"/>
              <p:cNvSpPr txBox="1"/>
              <p:nvPr/>
            </p:nvSpPr>
            <p:spPr>
              <a:xfrm>
                <a:off x="74353" y="-66675"/>
                <a:ext cx="644396" cy="8032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2005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58" name="Google Shape;258;p2"/>
            <p:cNvGrpSpPr/>
            <p:nvPr/>
          </p:nvGrpSpPr>
          <p:grpSpPr>
            <a:xfrm>
              <a:off x="168366" y="73357"/>
              <a:ext cx="1179884" cy="1308379"/>
              <a:chOff x="0" y="-66675"/>
              <a:chExt cx="793103" cy="879475"/>
            </a:xfrm>
          </p:grpSpPr>
          <p:sp>
            <p:nvSpPr>
              <p:cNvPr id="259" name="Google Shape;259;p2"/>
              <p:cNvSpPr/>
              <p:nvPr/>
            </p:nvSpPr>
            <p:spPr>
              <a:xfrm>
                <a:off x="0" y="0"/>
                <a:ext cx="793103" cy="812800"/>
              </a:xfrm>
              <a:custGeom>
                <a:rect b="b" l="l" r="r" t="t"/>
                <a:pathLst>
                  <a:path extrusionOk="0" h="812800" w="793103">
                    <a:moveTo>
                      <a:pt x="396551" y="0"/>
                    </a:moveTo>
                    <a:cubicBezTo>
                      <a:pt x="177542" y="0"/>
                      <a:pt x="0" y="181951"/>
                      <a:pt x="0" y="406400"/>
                    </a:cubicBezTo>
                    <a:cubicBezTo>
                      <a:pt x="0" y="630849"/>
                      <a:pt x="177542" y="812800"/>
                      <a:pt x="396551" y="812800"/>
                    </a:cubicBezTo>
                    <a:cubicBezTo>
                      <a:pt x="615561" y="812800"/>
                      <a:pt x="793103" y="630849"/>
                      <a:pt x="793103" y="406400"/>
                    </a:cubicBezTo>
                    <a:cubicBezTo>
                      <a:pt x="793103" y="181951"/>
                      <a:pt x="615561" y="0"/>
                      <a:pt x="39655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0" name="Google Shape;260;p2"/>
              <p:cNvSpPr txBox="1"/>
              <p:nvPr/>
            </p:nvSpPr>
            <p:spPr>
              <a:xfrm>
                <a:off x="74353" y="-66675"/>
                <a:ext cx="644396" cy="8032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2005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61" name="Google Shape;261;p2"/>
            <p:cNvSpPr txBox="1"/>
            <p:nvPr/>
          </p:nvSpPr>
          <p:spPr>
            <a:xfrm>
              <a:off x="437156" y="-78311"/>
              <a:ext cx="649398" cy="155718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0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6092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X</a:t>
              </a:r>
              <a:endParaRPr/>
            </a:p>
          </p:txBody>
        </p:sp>
        <p:sp>
          <p:nvSpPr>
            <p:cNvPr id="262" name="Google Shape;262;p2"/>
            <p:cNvSpPr txBox="1"/>
            <p:nvPr/>
          </p:nvSpPr>
          <p:spPr>
            <a:xfrm>
              <a:off x="1751232" y="258297"/>
              <a:ext cx="6860885" cy="95088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291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3" name="Google Shape;263;p2"/>
            <p:cNvSpPr txBox="1"/>
            <p:nvPr/>
          </p:nvSpPr>
          <p:spPr>
            <a:xfrm>
              <a:off x="1651538" y="225466"/>
              <a:ext cx="7126581" cy="95088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0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742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EVIDENCIAS - SPRINTS</a:t>
              </a:r>
              <a:endParaRPr/>
            </a:p>
          </p:txBody>
        </p:sp>
      </p:grpSp>
      <p:grpSp>
        <p:nvGrpSpPr>
          <p:cNvPr id="264" name="Google Shape;264;p2"/>
          <p:cNvGrpSpPr/>
          <p:nvPr/>
        </p:nvGrpSpPr>
        <p:grpSpPr>
          <a:xfrm>
            <a:off x="8839331" y="7407974"/>
            <a:ext cx="6785116" cy="1645387"/>
            <a:chOff x="0" y="-639567"/>
            <a:chExt cx="9046822" cy="2193850"/>
          </a:xfrm>
        </p:grpSpPr>
        <p:grpSp>
          <p:nvGrpSpPr>
            <p:cNvPr id="265" name="Google Shape;265;p2"/>
            <p:cNvGrpSpPr/>
            <p:nvPr/>
          </p:nvGrpSpPr>
          <p:grpSpPr>
            <a:xfrm>
              <a:off x="610541" y="-639567"/>
              <a:ext cx="8436281" cy="1907831"/>
              <a:chOff x="0" y="-142875"/>
              <a:chExt cx="1302238" cy="294496"/>
            </a:xfrm>
          </p:grpSpPr>
          <p:sp>
            <p:nvSpPr>
              <p:cNvPr id="266" name="Google Shape;266;p2"/>
              <p:cNvSpPr/>
              <p:nvPr/>
            </p:nvSpPr>
            <p:spPr>
              <a:xfrm>
                <a:off x="0" y="0"/>
                <a:ext cx="1302238" cy="151621"/>
              </a:xfrm>
              <a:custGeom>
                <a:rect b="b" l="l" r="r" t="t"/>
                <a:pathLst>
                  <a:path extrusionOk="0" h="151621" w="1302238">
                    <a:moveTo>
                      <a:pt x="0" y="0"/>
                    </a:moveTo>
                    <a:lnTo>
                      <a:pt x="1302238" y="0"/>
                    </a:lnTo>
                    <a:lnTo>
                      <a:pt x="1302238" y="151621"/>
                    </a:lnTo>
                    <a:lnTo>
                      <a:pt x="0" y="151621"/>
                    </a:lnTo>
                    <a:close/>
                  </a:path>
                </a:pathLst>
              </a:custGeom>
              <a:solidFill>
                <a:srgbClr val="393E46"/>
              </a:solidFill>
              <a:ln>
                <a:noFill/>
              </a:ln>
            </p:spPr>
          </p:sp>
          <p:sp>
            <p:nvSpPr>
              <p:cNvPr id="267" name="Google Shape;267;p2"/>
              <p:cNvSpPr txBox="1"/>
              <p:nvPr/>
            </p:nvSpPr>
            <p:spPr>
              <a:xfrm>
                <a:off x="0" y="-142875"/>
                <a:ext cx="1302238" cy="2944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2005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68" name="Google Shape;268;p2"/>
            <p:cNvGrpSpPr/>
            <p:nvPr/>
          </p:nvGrpSpPr>
          <p:grpSpPr>
            <a:xfrm>
              <a:off x="0" y="-127500"/>
              <a:ext cx="1516617" cy="1681783"/>
              <a:chOff x="0" y="-66675"/>
              <a:chExt cx="793103" cy="879475"/>
            </a:xfrm>
          </p:grpSpPr>
          <p:sp>
            <p:nvSpPr>
              <p:cNvPr id="269" name="Google Shape;269;p2"/>
              <p:cNvSpPr/>
              <p:nvPr/>
            </p:nvSpPr>
            <p:spPr>
              <a:xfrm>
                <a:off x="0" y="0"/>
                <a:ext cx="793103" cy="812800"/>
              </a:xfrm>
              <a:custGeom>
                <a:rect b="b" l="l" r="r" t="t"/>
                <a:pathLst>
                  <a:path extrusionOk="0" h="812800" w="793103">
                    <a:moveTo>
                      <a:pt x="396551" y="0"/>
                    </a:moveTo>
                    <a:cubicBezTo>
                      <a:pt x="177542" y="0"/>
                      <a:pt x="0" y="181951"/>
                      <a:pt x="0" y="406400"/>
                    </a:cubicBezTo>
                    <a:cubicBezTo>
                      <a:pt x="0" y="630849"/>
                      <a:pt x="177542" y="812800"/>
                      <a:pt x="396551" y="812800"/>
                    </a:cubicBezTo>
                    <a:cubicBezTo>
                      <a:pt x="615561" y="812800"/>
                      <a:pt x="793103" y="630849"/>
                      <a:pt x="793103" y="406400"/>
                    </a:cubicBezTo>
                    <a:cubicBezTo>
                      <a:pt x="793103" y="181951"/>
                      <a:pt x="615561" y="0"/>
                      <a:pt x="396551" y="0"/>
                    </a:cubicBezTo>
                    <a:close/>
                  </a:path>
                </a:pathLst>
              </a:custGeom>
              <a:solidFill>
                <a:srgbClr val="FF575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0" name="Google Shape;270;p2"/>
              <p:cNvSpPr txBox="1"/>
              <p:nvPr/>
            </p:nvSpPr>
            <p:spPr>
              <a:xfrm>
                <a:off x="74353" y="-66675"/>
                <a:ext cx="644396" cy="8032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2005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71" name="Google Shape;271;p2"/>
            <p:cNvGrpSpPr/>
            <p:nvPr/>
          </p:nvGrpSpPr>
          <p:grpSpPr>
            <a:xfrm>
              <a:off x="168366" y="73357"/>
              <a:ext cx="1179884" cy="1308379"/>
              <a:chOff x="0" y="-66675"/>
              <a:chExt cx="793103" cy="879475"/>
            </a:xfrm>
          </p:grpSpPr>
          <p:sp>
            <p:nvSpPr>
              <p:cNvPr id="272" name="Google Shape;272;p2"/>
              <p:cNvSpPr/>
              <p:nvPr/>
            </p:nvSpPr>
            <p:spPr>
              <a:xfrm>
                <a:off x="0" y="0"/>
                <a:ext cx="793103" cy="812800"/>
              </a:xfrm>
              <a:custGeom>
                <a:rect b="b" l="l" r="r" t="t"/>
                <a:pathLst>
                  <a:path extrusionOk="0" h="812800" w="793103">
                    <a:moveTo>
                      <a:pt x="396551" y="0"/>
                    </a:moveTo>
                    <a:cubicBezTo>
                      <a:pt x="177542" y="0"/>
                      <a:pt x="0" y="181951"/>
                      <a:pt x="0" y="406400"/>
                    </a:cubicBezTo>
                    <a:cubicBezTo>
                      <a:pt x="0" y="630849"/>
                      <a:pt x="177542" y="812800"/>
                      <a:pt x="396551" y="812800"/>
                    </a:cubicBezTo>
                    <a:cubicBezTo>
                      <a:pt x="615561" y="812800"/>
                      <a:pt x="793103" y="630849"/>
                      <a:pt x="793103" y="406400"/>
                    </a:cubicBezTo>
                    <a:cubicBezTo>
                      <a:pt x="793103" y="181951"/>
                      <a:pt x="615561" y="0"/>
                      <a:pt x="39655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3" name="Google Shape;273;p2"/>
              <p:cNvSpPr txBox="1"/>
              <p:nvPr/>
            </p:nvSpPr>
            <p:spPr>
              <a:xfrm>
                <a:off x="74353" y="-66675"/>
                <a:ext cx="644396" cy="8032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2005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74" name="Google Shape;274;p2"/>
            <p:cNvSpPr txBox="1"/>
            <p:nvPr/>
          </p:nvSpPr>
          <p:spPr>
            <a:xfrm>
              <a:off x="275882" y="-5503"/>
              <a:ext cx="1213856" cy="14417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558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XI</a:t>
              </a:r>
              <a:endParaRPr/>
            </a:p>
          </p:txBody>
        </p:sp>
        <p:sp>
          <p:nvSpPr>
            <p:cNvPr id="275" name="Google Shape;275;p2"/>
            <p:cNvSpPr txBox="1"/>
            <p:nvPr/>
          </p:nvSpPr>
          <p:spPr>
            <a:xfrm>
              <a:off x="1751232" y="258297"/>
              <a:ext cx="6860885" cy="95088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291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6" name="Google Shape;276;p2"/>
            <p:cNvSpPr txBox="1"/>
            <p:nvPr/>
          </p:nvSpPr>
          <p:spPr>
            <a:xfrm>
              <a:off x="1755290" y="225466"/>
              <a:ext cx="6856828" cy="95088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0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742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CONCLUSIONES</a:t>
              </a:r>
              <a:endParaRPr/>
            </a:p>
          </p:txBody>
        </p:sp>
      </p:grpSp>
    </p:spTree>
  </p:cSld>
  <p:clrMapOvr>
    <a:masterClrMapping/>
  </p:clrMapOvr>
  <p:transition spd="slow">
    <p:push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3"/>
          <p:cNvSpPr/>
          <p:nvPr/>
        </p:nvSpPr>
        <p:spPr>
          <a:xfrm flipH="1"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5443" r="-5443" t="0"/>
            </a:stretch>
          </a:blipFill>
          <a:ln>
            <a:noFill/>
          </a:ln>
        </p:spPr>
      </p:sp>
      <p:grpSp>
        <p:nvGrpSpPr>
          <p:cNvPr id="282" name="Google Shape;282;p3"/>
          <p:cNvGrpSpPr/>
          <p:nvPr/>
        </p:nvGrpSpPr>
        <p:grpSpPr>
          <a:xfrm>
            <a:off x="-22436" y="-1368585"/>
            <a:ext cx="18332871" cy="3491915"/>
            <a:chOff x="0" y="-276225"/>
            <a:chExt cx="4828411" cy="919682"/>
          </a:xfrm>
        </p:grpSpPr>
        <p:sp>
          <p:nvSpPr>
            <p:cNvPr id="283" name="Google Shape;283;p3"/>
            <p:cNvSpPr/>
            <p:nvPr/>
          </p:nvSpPr>
          <p:spPr>
            <a:xfrm>
              <a:off x="0" y="0"/>
              <a:ext cx="4828411" cy="643457"/>
            </a:xfrm>
            <a:custGeom>
              <a:rect b="b" l="l" r="r" t="t"/>
              <a:pathLst>
                <a:path extrusionOk="0" h="643457" w="4828411">
                  <a:moveTo>
                    <a:pt x="0" y="0"/>
                  </a:moveTo>
                  <a:lnTo>
                    <a:pt x="4828411" y="0"/>
                  </a:lnTo>
                  <a:lnTo>
                    <a:pt x="4828411" y="643457"/>
                  </a:lnTo>
                  <a:lnTo>
                    <a:pt x="0" y="643457"/>
                  </a:lnTo>
                  <a:close/>
                </a:path>
              </a:pathLst>
            </a:custGeom>
            <a:solidFill>
              <a:srgbClr val="49C3FB"/>
            </a:solidFill>
            <a:ln>
              <a:noFill/>
            </a:ln>
          </p:spPr>
        </p:sp>
        <p:sp>
          <p:nvSpPr>
            <p:cNvPr id="284" name="Google Shape;284;p3"/>
            <p:cNvSpPr txBox="1"/>
            <p:nvPr/>
          </p:nvSpPr>
          <p:spPr>
            <a:xfrm>
              <a:off x="0" y="-276225"/>
              <a:ext cx="4828411" cy="91968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85" name="Google Shape;285;p3"/>
          <p:cNvSpPr/>
          <p:nvPr/>
        </p:nvSpPr>
        <p:spPr>
          <a:xfrm>
            <a:off x="18025424" y="8158652"/>
            <a:ext cx="1699256" cy="1019554"/>
          </a:xfrm>
          <a:custGeom>
            <a:rect b="b" l="l" r="r" t="t"/>
            <a:pathLst>
              <a:path extrusionOk="0" h="1019554" w="1699256">
                <a:moveTo>
                  <a:pt x="0" y="0"/>
                </a:moveTo>
                <a:lnTo>
                  <a:pt x="1699257" y="0"/>
                </a:lnTo>
                <a:lnTo>
                  <a:pt x="1699257" y="1019554"/>
                </a:lnTo>
                <a:lnTo>
                  <a:pt x="0" y="101955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86" name="Google Shape;286;p3"/>
          <p:cNvSpPr/>
          <p:nvPr/>
        </p:nvSpPr>
        <p:spPr>
          <a:xfrm rot="-5400000">
            <a:off x="17062944" y="-566905"/>
            <a:ext cx="2304785" cy="2333959"/>
          </a:xfrm>
          <a:custGeom>
            <a:rect b="b" l="l" r="r" t="t"/>
            <a:pathLst>
              <a:path extrusionOk="0" h="2333959" w="2304785">
                <a:moveTo>
                  <a:pt x="0" y="0"/>
                </a:moveTo>
                <a:lnTo>
                  <a:pt x="2304785" y="0"/>
                </a:lnTo>
                <a:lnTo>
                  <a:pt x="2304785" y="2333960"/>
                </a:lnTo>
                <a:lnTo>
                  <a:pt x="0" y="233396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87" name="Google Shape;287;p3"/>
          <p:cNvSpPr/>
          <p:nvPr/>
        </p:nvSpPr>
        <p:spPr>
          <a:xfrm rot="5400000">
            <a:off x="-1409991" y="2481639"/>
            <a:ext cx="2304785" cy="2333959"/>
          </a:xfrm>
          <a:custGeom>
            <a:rect b="b" l="l" r="r" t="t"/>
            <a:pathLst>
              <a:path extrusionOk="0" h="2333959" w="2304785">
                <a:moveTo>
                  <a:pt x="2304785" y="2333960"/>
                </a:moveTo>
                <a:lnTo>
                  <a:pt x="0" y="2333960"/>
                </a:lnTo>
                <a:lnTo>
                  <a:pt x="0" y="0"/>
                </a:lnTo>
                <a:lnTo>
                  <a:pt x="2304785" y="0"/>
                </a:lnTo>
                <a:lnTo>
                  <a:pt x="2304785" y="233396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88" name="Google Shape;288;p3"/>
          <p:cNvSpPr/>
          <p:nvPr/>
        </p:nvSpPr>
        <p:spPr>
          <a:xfrm>
            <a:off x="-1027496" y="8529558"/>
            <a:ext cx="1491022" cy="952391"/>
          </a:xfrm>
          <a:custGeom>
            <a:rect b="b" l="l" r="r" t="t"/>
            <a:pathLst>
              <a:path extrusionOk="0" h="952391" w="1491022">
                <a:moveTo>
                  <a:pt x="0" y="0"/>
                </a:moveTo>
                <a:lnTo>
                  <a:pt x="1491022" y="0"/>
                </a:lnTo>
                <a:lnTo>
                  <a:pt x="1491022" y="952390"/>
                </a:lnTo>
                <a:lnTo>
                  <a:pt x="0" y="95239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89" name="Google Shape;289;p3"/>
          <p:cNvSpPr/>
          <p:nvPr/>
        </p:nvSpPr>
        <p:spPr>
          <a:xfrm>
            <a:off x="3667747" y="10064402"/>
            <a:ext cx="10952506" cy="1880464"/>
          </a:xfrm>
          <a:custGeom>
            <a:rect b="b" l="l" r="r" t="t"/>
            <a:pathLst>
              <a:path extrusionOk="0" h="1880464" w="10952506">
                <a:moveTo>
                  <a:pt x="0" y="0"/>
                </a:moveTo>
                <a:lnTo>
                  <a:pt x="10952506" y="0"/>
                </a:lnTo>
                <a:lnTo>
                  <a:pt x="10952506" y="1880464"/>
                </a:lnTo>
                <a:lnTo>
                  <a:pt x="0" y="188046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-2157" r="-2202" t="-59556"/>
            </a:stretch>
          </a:blipFill>
          <a:ln>
            <a:noFill/>
          </a:ln>
        </p:spPr>
      </p:sp>
      <p:grpSp>
        <p:nvGrpSpPr>
          <p:cNvPr id="290" name="Google Shape;290;p3"/>
          <p:cNvGrpSpPr/>
          <p:nvPr/>
        </p:nvGrpSpPr>
        <p:grpSpPr>
          <a:xfrm>
            <a:off x="336414" y="5651403"/>
            <a:ext cx="17325595" cy="3830545"/>
            <a:chOff x="0" y="-104775"/>
            <a:chExt cx="5297498" cy="1171233"/>
          </a:xfrm>
        </p:grpSpPr>
        <p:sp>
          <p:nvSpPr>
            <p:cNvPr id="291" name="Google Shape;291;p3"/>
            <p:cNvSpPr/>
            <p:nvPr/>
          </p:nvSpPr>
          <p:spPr>
            <a:xfrm>
              <a:off x="0" y="0"/>
              <a:ext cx="5297498" cy="1066458"/>
            </a:xfrm>
            <a:custGeom>
              <a:rect b="b" l="l" r="r" t="t"/>
              <a:pathLst>
                <a:path extrusionOk="0" h="1066458" w="5297498">
                  <a:moveTo>
                    <a:pt x="0" y="0"/>
                  </a:moveTo>
                  <a:lnTo>
                    <a:pt x="5297498" y="0"/>
                  </a:lnTo>
                  <a:lnTo>
                    <a:pt x="5297498" y="1066458"/>
                  </a:lnTo>
                  <a:lnTo>
                    <a:pt x="0" y="106645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292" name="Google Shape;292;p3"/>
            <p:cNvSpPr txBox="1"/>
            <p:nvPr/>
          </p:nvSpPr>
          <p:spPr>
            <a:xfrm>
              <a:off x="0" y="-104775"/>
              <a:ext cx="5297498" cy="11712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293" name="Google Shape;293;p3"/>
          <p:cNvCxnSpPr/>
          <p:nvPr/>
        </p:nvCxnSpPr>
        <p:spPr>
          <a:xfrm>
            <a:off x="6149669" y="6324520"/>
            <a:ext cx="0" cy="2888503"/>
          </a:xfrm>
          <a:prstGeom prst="straightConnector1">
            <a:avLst/>
          </a:prstGeom>
          <a:noFill/>
          <a:ln cap="flat" cmpd="sng" w="38100">
            <a:solidFill>
              <a:srgbClr val="1E1E1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94" name="Google Shape;294;p3"/>
          <p:cNvCxnSpPr/>
          <p:nvPr/>
        </p:nvCxnSpPr>
        <p:spPr>
          <a:xfrm>
            <a:off x="12092868" y="6324520"/>
            <a:ext cx="0" cy="2888503"/>
          </a:xfrm>
          <a:prstGeom prst="straightConnector1">
            <a:avLst/>
          </a:prstGeom>
          <a:noFill/>
          <a:ln cap="flat" cmpd="sng" w="38100">
            <a:solidFill>
              <a:srgbClr val="1E1E1E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295" name="Google Shape;295;p3"/>
          <p:cNvGrpSpPr/>
          <p:nvPr/>
        </p:nvGrpSpPr>
        <p:grpSpPr>
          <a:xfrm>
            <a:off x="967725" y="6640549"/>
            <a:ext cx="466654" cy="483060"/>
            <a:chOff x="0" y="-28575"/>
            <a:chExt cx="812800" cy="841375"/>
          </a:xfrm>
        </p:grpSpPr>
        <p:sp>
          <p:nvSpPr>
            <p:cNvPr id="296" name="Google Shape;296;p3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9C3F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" name="Google Shape;297;p3"/>
            <p:cNvSpPr txBox="1"/>
            <p:nvPr/>
          </p:nvSpPr>
          <p:spPr>
            <a:xfrm>
              <a:off x="76200" y="-28575"/>
              <a:ext cx="660400" cy="7651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98" name="Google Shape;298;p3"/>
          <p:cNvGrpSpPr/>
          <p:nvPr/>
        </p:nvGrpSpPr>
        <p:grpSpPr>
          <a:xfrm>
            <a:off x="6695326" y="6640549"/>
            <a:ext cx="466654" cy="483060"/>
            <a:chOff x="0" y="-28575"/>
            <a:chExt cx="812800" cy="841375"/>
          </a:xfrm>
        </p:grpSpPr>
        <p:sp>
          <p:nvSpPr>
            <p:cNvPr id="299" name="Google Shape;299;p3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9C3F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" name="Google Shape;300;p3"/>
            <p:cNvSpPr txBox="1"/>
            <p:nvPr/>
          </p:nvSpPr>
          <p:spPr>
            <a:xfrm>
              <a:off x="76200" y="-28575"/>
              <a:ext cx="660400" cy="7651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01" name="Google Shape;301;p3"/>
          <p:cNvGrpSpPr/>
          <p:nvPr/>
        </p:nvGrpSpPr>
        <p:grpSpPr>
          <a:xfrm>
            <a:off x="12740568" y="6713250"/>
            <a:ext cx="466654" cy="483060"/>
            <a:chOff x="0" y="-28575"/>
            <a:chExt cx="812800" cy="841375"/>
          </a:xfrm>
        </p:grpSpPr>
        <p:sp>
          <p:nvSpPr>
            <p:cNvPr id="302" name="Google Shape;302;p3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9C3F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" name="Google Shape;303;p3"/>
            <p:cNvSpPr txBox="1"/>
            <p:nvPr/>
          </p:nvSpPr>
          <p:spPr>
            <a:xfrm>
              <a:off x="76200" y="-28575"/>
              <a:ext cx="660400" cy="7651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04" name="Google Shape;304;p3"/>
          <p:cNvGrpSpPr/>
          <p:nvPr/>
        </p:nvGrpSpPr>
        <p:grpSpPr>
          <a:xfrm>
            <a:off x="2464468" y="3795997"/>
            <a:ext cx="1969583" cy="2582437"/>
            <a:chOff x="0" y="-123825"/>
            <a:chExt cx="602223" cy="789610"/>
          </a:xfrm>
        </p:grpSpPr>
        <p:sp>
          <p:nvSpPr>
            <p:cNvPr id="305" name="Google Shape;305;p3"/>
            <p:cNvSpPr/>
            <p:nvPr/>
          </p:nvSpPr>
          <p:spPr>
            <a:xfrm>
              <a:off x="0" y="0"/>
              <a:ext cx="602223" cy="665785"/>
            </a:xfrm>
            <a:custGeom>
              <a:rect b="b" l="l" r="r" t="t"/>
              <a:pathLst>
                <a:path extrusionOk="0" h="665785" w="602223">
                  <a:moveTo>
                    <a:pt x="602223" y="0"/>
                  </a:moveTo>
                  <a:lnTo>
                    <a:pt x="602223" y="551485"/>
                  </a:lnTo>
                  <a:lnTo>
                    <a:pt x="301111" y="665785"/>
                  </a:lnTo>
                  <a:lnTo>
                    <a:pt x="0" y="551485"/>
                  </a:lnTo>
                  <a:lnTo>
                    <a:pt x="0" y="0"/>
                  </a:lnTo>
                  <a:lnTo>
                    <a:pt x="602223" y="0"/>
                  </a:lnTo>
                  <a:close/>
                </a:path>
              </a:pathLst>
            </a:custGeom>
            <a:solidFill>
              <a:srgbClr val="4C7031"/>
            </a:solidFill>
            <a:ln>
              <a:noFill/>
            </a:ln>
          </p:spPr>
        </p:sp>
        <p:sp>
          <p:nvSpPr>
            <p:cNvPr id="306" name="Google Shape;306;p3"/>
            <p:cNvSpPr txBox="1"/>
            <p:nvPr/>
          </p:nvSpPr>
          <p:spPr>
            <a:xfrm>
              <a:off x="0" y="-123825"/>
              <a:ext cx="602223" cy="6753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75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07" name="Google Shape;307;p3"/>
          <p:cNvGrpSpPr/>
          <p:nvPr/>
        </p:nvGrpSpPr>
        <p:grpSpPr>
          <a:xfrm>
            <a:off x="8141532" y="3854660"/>
            <a:ext cx="1969583" cy="2582437"/>
            <a:chOff x="0" y="-123825"/>
            <a:chExt cx="602223" cy="789610"/>
          </a:xfrm>
        </p:grpSpPr>
        <p:sp>
          <p:nvSpPr>
            <p:cNvPr id="308" name="Google Shape;308;p3"/>
            <p:cNvSpPr/>
            <p:nvPr/>
          </p:nvSpPr>
          <p:spPr>
            <a:xfrm>
              <a:off x="0" y="0"/>
              <a:ext cx="602223" cy="665785"/>
            </a:xfrm>
            <a:custGeom>
              <a:rect b="b" l="l" r="r" t="t"/>
              <a:pathLst>
                <a:path extrusionOk="0" h="665785" w="602223">
                  <a:moveTo>
                    <a:pt x="602223" y="0"/>
                  </a:moveTo>
                  <a:lnTo>
                    <a:pt x="602223" y="551485"/>
                  </a:lnTo>
                  <a:lnTo>
                    <a:pt x="301111" y="665785"/>
                  </a:lnTo>
                  <a:lnTo>
                    <a:pt x="0" y="551485"/>
                  </a:lnTo>
                  <a:lnTo>
                    <a:pt x="0" y="0"/>
                  </a:lnTo>
                  <a:lnTo>
                    <a:pt x="602223" y="0"/>
                  </a:lnTo>
                  <a:close/>
                </a:path>
              </a:pathLst>
            </a:custGeom>
            <a:solidFill>
              <a:srgbClr val="F49619"/>
            </a:solidFill>
            <a:ln>
              <a:noFill/>
            </a:ln>
          </p:spPr>
        </p:sp>
        <p:sp>
          <p:nvSpPr>
            <p:cNvPr id="309" name="Google Shape;309;p3"/>
            <p:cNvSpPr txBox="1"/>
            <p:nvPr/>
          </p:nvSpPr>
          <p:spPr>
            <a:xfrm>
              <a:off x="0" y="-123825"/>
              <a:ext cx="602223" cy="6753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75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10" name="Google Shape;310;p3"/>
          <p:cNvGrpSpPr/>
          <p:nvPr/>
        </p:nvGrpSpPr>
        <p:grpSpPr>
          <a:xfrm>
            <a:off x="14135387" y="3779243"/>
            <a:ext cx="1969583" cy="2582437"/>
            <a:chOff x="0" y="-123825"/>
            <a:chExt cx="602223" cy="789610"/>
          </a:xfrm>
        </p:grpSpPr>
        <p:sp>
          <p:nvSpPr>
            <p:cNvPr id="311" name="Google Shape;311;p3"/>
            <p:cNvSpPr/>
            <p:nvPr/>
          </p:nvSpPr>
          <p:spPr>
            <a:xfrm>
              <a:off x="0" y="0"/>
              <a:ext cx="602223" cy="665785"/>
            </a:xfrm>
            <a:custGeom>
              <a:rect b="b" l="l" r="r" t="t"/>
              <a:pathLst>
                <a:path extrusionOk="0" h="665785" w="602223">
                  <a:moveTo>
                    <a:pt x="602223" y="0"/>
                  </a:moveTo>
                  <a:lnTo>
                    <a:pt x="602223" y="551485"/>
                  </a:lnTo>
                  <a:lnTo>
                    <a:pt x="301111" y="665785"/>
                  </a:lnTo>
                  <a:lnTo>
                    <a:pt x="0" y="551485"/>
                  </a:lnTo>
                  <a:lnTo>
                    <a:pt x="0" y="0"/>
                  </a:lnTo>
                  <a:lnTo>
                    <a:pt x="602223" y="0"/>
                  </a:lnTo>
                  <a:close/>
                </a:path>
              </a:pathLst>
            </a:custGeom>
            <a:solidFill>
              <a:srgbClr val="AF7A1F"/>
            </a:solidFill>
            <a:ln>
              <a:noFill/>
            </a:ln>
          </p:spPr>
        </p:sp>
        <p:sp>
          <p:nvSpPr>
            <p:cNvPr id="312" name="Google Shape;312;p3"/>
            <p:cNvSpPr txBox="1"/>
            <p:nvPr/>
          </p:nvSpPr>
          <p:spPr>
            <a:xfrm>
              <a:off x="0" y="-123825"/>
              <a:ext cx="602223" cy="6753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75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13" name="Google Shape;313;p3"/>
          <p:cNvSpPr/>
          <p:nvPr/>
        </p:nvSpPr>
        <p:spPr>
          <a:xfrm>
            <a:off x="14273687" y="4259632"/>
            <a:ext cx="1692982" cy="1654890"/>
          </a:xfrm>
          <a:custGeom>
            <a:rect b="b" l="l" r="r" t="t"/>
            <a:pathLst>
              <a:path extrusionOk="0" h="1654890" w="1692982">
                <a:moveTo>
                  <a:pt x="0" y="0"/>
                </a:moveTo>
                <a:lnTo>
                  <a:pt x="1692982" y="0"/>
                </a:lnTo>
                <a:lnTo>
                  <a:pt x="1692982" y="1654890"/>
                </a:lnTo>
                <a:lnTo>
                  <a:pt x="0" y="165489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14" name="Google Shape;314;p3"/>
          <p:cNvSpPr/>
          <p:nvPr/>
        </p:nvSpPr>
        <p:spPr>
          <a:xfrm>
            <a:off x="8361563" y="4425108"/>
            <a:ext cx="1564873" cy="1560961"/>
          </a:xfrm>
          <a:custGeom>
            <a:rect b="b" l="l" r="r" t="t"/>
            <a:pathLst>
              <a:path extrusionOk="0" h="1560961" w="1564873">
                <a:moveTo>
                  <a:pt x="0" y="0"/>
                </a:moveTo>
                <a:lnTo>
                  <a:pt x="1564874" y="0"/>
                </a:lnTo>
                <a:lnTo>
                  <a:pt x="1564874" y="1560961"/>
                </a:lnTo>
                <a:lnTo>
                  <a:pt x="0" y="156096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315" name="Google Shape;315;p3"/>
          <p:cNvGrpSpPr/>
          <p:nvPr/>
        </p:nvGrpSpPr>
        <p:grpSpPr>
          <a:xfrm>
            <a:off x="0" y="8860482"/>
            <a:ext cx="18288000" cy="662457"/>
            <a:chOff x="0" y="-104775"/>
            <a:chExt cx="4816593" cy="174474"/>
          </a:xfrm>
        </p:grpSpPr>
        <p:sp>
          <p:nvSpPr>
            <p:cNvPr id="316" name="Google Shape;316;p3"/>
            <p:cNvSpPr/>
            <p:nvPr/>
          </p:nvSpPr>
          <p:spPr>
            <a:xfrm>
              <a:off x="0" y="0"/>
              <a:ext cx="4816592" cy="69699"/>
            </a:xfrm>
            <a:custGeom>
              <a:rect b="b" l="l" r="r" t="t"/>
              <a:pathLst>
                <a:path extrusionOk="0" h="69699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69699"/>
                  </a:lnTo>
                  <a:lnTo>
                    <a:pt x="0" y="69699"/>
                  </a:lnTo>
                  <a:close/>
                </a:path>
              </a:pathLst>
            </a:custGeom>
            <a:solidFill>
              <a:srgbClr val="49C3FB"/>
            </a:solidFill>
            <a:ln>
              <a:noFill/>
            </a:ln>
          </p:spPr>
        </p:sp>
        <p:sp>
          <p:nvSpPr>
            <p:cNvPr id="317" name="Google Shape;317;p3"/>
            <p:cNvSpPr txBox="1"/>
            <p:nvPr/>
          </p:nvSpPr>
          <p:spPr>
            <a:xfrm>
              <a:off x="0" y="-104775"/>
              <a:ext cx="4816593" cy="17447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18" name="Google Shape;318;p3"/>
          <p:cNvSpPr/>
          <p:nvPr/>
        </p:nvSpPr>
        <p:spPr>
          <a:xfrm>
            <a:off x="2569538" y="4326624"/>
            <a:ext cx="1759443" cy="1587897"/>
          </a:xfrm>
          <a:custGeom>
            <a:rect b="b" l="l" r="r" t="t"/>
            <a:pathLst>
              <a:path extrusionOk="0" h="1587897" w="1759443">
                <a:moveTo>
                  <a:pt x="0" y="0"/>
                </a:moveTo>
                <a:lnTo>
                  <a:pt x="1759443" y="0"/>
                </a:lnTo>
                <a:lnTo>
                  <a:pt x="1759443" y="1587898"/>
                </a:lnTo>
                <a:lnTo>
                  <a:pt x="0" y="158789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19" name="Google Shape;319;p3"/>
          <p:cNvSpPr txBox="1"/>
          <p:nvPr/>
        </p:nvSpPr>
        <p:spPr>
          <a:xfrm>
            <a:off x="3248546" y="815688"/>
            <a:ext cx="12080485" cy="11843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80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¿QUÉ ES MERCADO PÚBLICO?</a:t>
            </a:r>
            <a:endParaRPr/>
          </a:p>
        </p:txBody>
      </p:sp>
      <p:sp>
        <p:nvSpPr>
          <p:cNvPr id="320" name="Google Shape;320;p3"/>
          <p:cNvSpPr txBox="1"/>
          <p:nvPr/>
        </p:nvSpPr>
        <p:spPr>
          <a:xfrm>
            <a:off x="1141290" y="-130698"/>
            <a:ext cx="16005421" cy="13498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856" u="none" cap="none" strike="noStrike">
                <a:solidFill>
                  <a:srgbClr val="000000"/>
                </a:solidFill>
                <a:latin typeface="Ultra"/>
                <a:ea typeface="Ultra"/>
                <a:cs typeface="Ultra"/>
                <a:sym typeface="Ultra"/>
              </a:rPr>
              <a:t>I.- CONTEXTO</a:t>
            </a:r>
            <a:endParaRPr/>
          </a:p>
        </p:txBody>
      </p:sp>
      <p:sp>
        <p:nvSpPr>
          <p:cNvPr id="321" name="Google Shape;321;p3"/>
          <p:cNvSpPr txBox="1"/>
          <p:nvPr/>
        </p:nvSpPr>
        <p:spPr>
          <a:xfrm>
            <a:off x="1906612" y="6585688"/>
            <a:ext cx="3591159" cy="895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MÁS DE US$ 19.321 MILLONES </a:t>
            </a:r>
            <a:endParaRPr/>
          </a:p>
        </p:txBody>
      </p:sp>
      <p:sp>
        <p:nvSpPr>
          <p:cNvPr id="322" name="Google Shape;322;p3"/>
          <p:cNvSpPr txBox="1"/>
          <p:nvPr/>
        </p:nvSpPr>
        <p:spPr>
          <a:xfrm>
            <a:off x="844314" y="7497611"/>
            <a:ext cx="4905517" cy="12667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1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Transados a través de la plataforma Mercado Público durante 2025</a:t>
            </a:r>
            <a:endParaRPr/>
          </a:p>
        </p:txBody>
      </p:sp>
      <p:sp>
        <p:nvSpPr>
          <p:cNvPr id="323" name="Google Shape;323;p3"/>
          <p:cNvSpPr txBox="1"/>
          <p:nvPr/>
        </p:nvSpPr>
        <p:spPr>
          <a:xfrm>
            <a:off x="7438991" y="6585688"/>
            <a:ext cx="4403418" cy="819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MÁS DE 1.867.000 ÓRDENES DE COMPRA</a:t>
            </a:r>
            <a:endParaRPr/>
          </a:p>
        </p:txBody>
      </p:sp>
      <p:sp>
        <p:nvSpPr>
          <p:cNvPr id="324" name="Google Shape;324;p3"/>
          <p:cNvSpPr txBox="1"/>
          <p:nvPr/>
        </p:nvSpPr>
        <p:spPr>
          <a:xfrm>
            <a:off x="6815663" y="7497611"/>
            <a:ext cx="5026745" cy="7867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1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Fueron emitidas por organismos públicos durante el año 2025</a:t>
            </a:r>
            <a:endParaRPr/>
          </a:p>
        </p:txBody>
      </p:sp>
      <p:sp>
        <p:nvSpPr>
          <p:cNvPr id="325" name="Google Shape;325;p3"/>
          <p:cNvSpPr txBox="1"/>
          <p:nvPr/>
        </p:nvSpPr>
        <p:spPr>
          <a:xfrm>
            <a:off x="13683472" y="6505148"/>
            <a:ext cx="3364885" cy="938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MÁS DE 110.000 PROVEEDORES </a:t>
            </a:r>
            <a:endParaRPr/>
          </a:p>
        </p:txBody>
      </p:sp>
      <p:sp>
        <p:nvSpPr>
          <p:cNvPr id="326" name="Google Shape;326;p3"/>
          <p:cNvSpPr txBox="1"/>
          <p:nvPr/>
        </p:nvSpPr>
        <p:spPr>
          <a:xfrm>
            <a:off x="12864393" y="7497611"/>
            <a:ext cx="4394907" cy="12667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1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Participaron enviando ofertas o recibiendo órdenes de compra durante el 2024 </a:t>
            </a:r>
            <a:endParaRPr/>
          </a:p>
        </p:txBody>
      </p:sp>
      <p:sp>
        <p:nvSpPr>
          <p:cNvPr id="327" name="Google Shape;327;p3"/>
          <p:cNvSpPr txBox="1"/>
          <p:nvPr/>
        </p:nvSpPr>
        <p:spPr>
          <a:xfrm>
            <a:off x="1106773" y="2314381"/>
            <a:ext cx="16555236" cy="869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Es la plataforma transaccional administrada por</a:t>
            </a:r>
            <a:r>
              <a:rPr b="1" i="0" lang="en-US" sz="25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ChileCompra </a:t>
            </a:r>
            <a:r>
              <a:rPr b="0" i="0" lang="en-US" sz="25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 través de la cuál más de 850 organismos públicos compran productos y servicios a empresas de todos los tamaños y de todo el país.</a:t>
            </a:r>
            <a:endParaRPr/>
          </a:p>
        </p:txBody>
      </p:sp>
      <p:sp>
        <p:nvSpPr>
          <p:cNvPr id="328" name="Google Shape;328;p3"/>
          <p:cNvSpPr txBox="1"/>
          <p:nvPr/>
        </p:nvSpPr>
        <p:spPr>
          <a:xfrm>
            <a:off x="13863751" y="3334070"/>
            <a:ext cx="2512854" cy="6096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9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CONEXIONES</a:t>
            </a:r>
            <a:endParaRPr/>
          </a:p>
        </p:txBody>
      </p:sp>
      <p:sp>
        <p:nvSpPr>
          <p:cNvPr id="329" name="Google Shape;329;p3"/>
          <p:cNvSpPr txBox="1"/>
          <p:nvPr/>
        </p:nvSpPr>
        <p:spPr>
          <a:xfrm>
            <a:off x="1810722" y="3393639"/>
            <a:ext cx="3277076" cy="6096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9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TRANSACCIONES</a:t>
            </a:r>
            <a:endParaRPr/>
          </a:p>
        </p:txBody>
      </p:sp>
      <p:sp>
        <p:nvSpPr>
          <p:cNvPr id="330" name="Google Shape;330;p3"/>
          <p:cNvSpPr txBox="1"/>
          <p:nvPr/>
        </p:nvSpPr>
        <p:spPr>
          <a:xfrm>
            <a:off x="7593560" y="3393639"/>
            <a:ext cx="3086928" cy="6096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9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MOVIMIENTOS</a:t>
            </a:r>
            <a:endParaRPr/>
          </a:p>
        </p:txBody>
      </p:sp>
      <p:sp>
        <p:nvSpPr>
          <p:cNvPr id="331" name="Google Shape;331;p3"/>
          <p:cNvSpPr txBox="1"/>
          <p:nvPr/>
        </p:nvSpPr>
        <p:spPr>
          <a:xfrm>
            <a:off x="17663375" y="9579067"/>
            <a:ext cx="1524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56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332" name="Google Shape;332;p3"/>
          <p:cNvSpPr txBox="1"/>
          <p:nvPr/>
        </p:nvSpPr>
        <p:spPr>
          <a:xfrm>
            <a:off x="3364929" y="9541989"/>
            <a:ext cx="11558141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800" u="sng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  <a:hlinkClick r:id="rId11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Fuente</a:t>
            </a:r>
            <a:r>
              <a:rPr b="0" i="1" lang="en-US" sz="2800" u="sng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  <a:hlinkClick r:id="rId1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: Dirección ChileCompra, Estadísticas Mercado Público 2024–2025.</a:t>
            </a:r>
            <a:endParaRPr/>
          </a:p>
        </p:txBody>
      </p:sp>
    </p:spTree>
  </p:cSld>
  <p:clrMapOvr>
    <a:masterClrMapping/>
  </p:clrMapOvr>
  <p:transition spd="slow">
    <p:push/>
  </p:transition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4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1029" l="0" r="0" t="-22302"/>
            </a:stretch>
          </a:blipFill>
          <a:ln>
            <a:noFill/>
          </a:ln>
        </p:spPr>
      </p:sp>
      <p:grpSp>
        <p:nvGrpSpPr>
          <p:cNvPr id="338" name="Google Shape;338;p4"/>
          <p:cNvGrpSpPr/>
          <p:nvPr/>
        </p:nvGrpSpPr>
        <p:grpSpPr>
          <a:xfrm>
            <a:off x="96507" y="-397818"/>
            <a:ext cx="217271" cy="10684818"/>
            <a:chOff x="0" y="-104775"/>
            <a:chExt cx="57224" cy="2814108"/>
          </a:xfrm>
        </p:grpSpPr>
        <p:sp>
          <p:nvSpPr>
            <p:cNvPr id="339" name="Google Shape;339;p4"/>
            <p:cNvSpPr/>
            <p:nvPr/>
          </p:nvSpPr>
          <p:spPr>
            <a:xfrm>
              <a:off x="0" y="0"/>
              <a:ext cx="57224" cy="2709333"/>
            </a:xfrm>
            <a:custGeom>
              <a:rect b="b" l="l" r="r" t="t"/>
              <a:pathLst>
                <a:path extrusionOk="0" h="2709333" w="57224">
                  <a:moveTo>
                    <a:pt x="0" y="0"/>
                  </a:moveTo>
                  <a:lnTo>
                    <a:pt x="57224" y="0"/>
                  </a:lnTo>
                  <a:lnTo>
                    <a:pt x="57224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49C3FB"/>
            </a:solidFill>
            <a:ln>
              <a:noFill/>
            </a:ln>
          </p:spPr>
        </p:sp>
        <p:sp>
          <p:nvSpPr>
            <p:cNvPr id="340" name="Google Shape;340;p4"/>
            <p:cNvSpPr txBox="1"/>
            <p:nvPr/>
          </p:nvSpPr>
          <p:spPr>
            <a:xfrm>
              <a:off x="0" y="-104775"/>
              <a:ext cx="57224" cy="281410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41" name="Google Shape;341;p4"/>
          <p:cNvGrpSpPr/>
          <p:nvPr/>
        </p:nvGrpSpPr>
        <p:grpSpPr>
          <a:xfrm>
            <a:off x="429664" y="-451137"/>
            <a:ext cx="215672" cy="10791455"/>
            <a:chOff x="0" y="-104775"/>
            <a:chExt cx="56803" cy="2842194"/>
          </a:xfrm>
        </p:grpSpPr>
        <p:sp>
          <p:nvSpPr>
            <p:cNvPr id="342" name="Google Shape;342;p4"/>
            <p:cNvSpPr/>
            <p:nvPr/>
          </p:nvSpPr>
          <p:spPr>
            <a:xfrm>
              <a:off x="0" y="0"/>
              <a:ext cx="56803" cy="2737419"/>
            </a:xfrm>
            <a:custGeom>
              <a:rect b="b" l="l" r="r" t="t"/>
              <a:pathLst>
                <a:path extrusionOk="0" h="2737419" w="56803">
                  <a:moveTo>
                    <a:pt x="0" y="0"/>
                  </a:moveTo>
                  <a:lnTo>
                    <a:pt x="56803" y="0"/>
                  </a:lnTo>
                  <a:lnTo>
                    <a:pt x="56803" y="2737419"/>
                  </a:lnTo>
                  <a:lnTo>
                    <a:pt x="0" y="2737419"/>
                  </a:lnTo>
                  <a:close/>
                </a:path>
              </a:pathLst>
            </a:custGeom>
            <a:solidFill>
              <a:srgbClr val="5170FF"/>
            </a:solidFill>
            <a:ln>
              <a:noFill/>
            </a:ln>
          </p:spPr>
        </p:sp>
        <p:sp>
          <p:nvSpPr>
            <p:cNvPr id="343" name="Google Shape;343;p4"/>
            <p:cNvSpPr txBox="1"/>
            <p:nvPr/>
          </p:nvSpPr>
          <p:spPr>
            <a:xfrm>
              <a:off x="0" y="-104775"/>
              <a:ext cx="56803" cy="284219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44" name="Google Shape;344;p4"/>
          <p:cNvGrpSpPr/>
          <p:nvPr/>
        </p:nvGrpSpPr>
        <p:grpSpPr>
          <a:xfrm>
            <a:off x="0" y="4893401"/>
            <a:ext cx="18288000" cy="4364899"/>
            <a:chOff x="0" y="-104775"/>
            <a:chExt cx="4816593" cy="1149603"/>
          </a:xfrm>
        </p:grpSpPr>
        <p:sp>
          <p:nvSpPr>
            <p:cNvPr id="345" name="Google Shape;345;p4"/>
            <p:cNvSpPr/>
            <p:nvPr/>
          </p:nvSpPr>
          <p:spPr>
            <a:xfrm>
              <a:off x="0" y="0"/>
              <a:ext cx="4816592" cy="1044828"/>
            </a:xfrm>
            <a:custGeom>
              <a:rect b="b" l="l" r="r" t="t"/>
              <a:pathLst>
                <a:path extrusionOk="0" h="1044828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1044828"/>
                  </a:lnTo>
                  <a:lnTo>
                    <a:pt x="0" y="104482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346" name="Google Shape;346;p4"/>
            <p:cNvSpPr txBox="1"/>
            <p:nvPr/>
          </p:nvSpPr>
          <p:spPr>
            <a:xfrm>
              <a:off x="0" y="-104775"/>
              <a:ext cx="4816593" cy="114960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47" name="Google Shape;347;p4"/>
          <p:cNvSpPr txBox="1"/>
          <p:nvPr/>
        </p:nvSpPr>
        <p:spPr>
          <a:xfrm>
            <a:off x="3057669" y="221623"/>
            <a:ext cx="11848592" cy="1023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9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093" u="none" cap="none" strike="noStrike">
                <a:solidFill>
                  <a:srgbClr val="000000"/>
                </a:solidFill>
                <a:latin typeface="Ultra"/>
                <a:ea typeface="Ultra"/>
                <a:cs typeface="Ultra"/>
                <a:sym typeface="Ultra"/>
              </a:rPr>
              <a:t>CONTEXTO</a:t>
            </a:r>
            <a:endParaRPr/>
          </a:p>
        </p:txBody>
      </p:sp>
      <p:sp>
        <p:nvSpPr>
          <p:cNvPr id="348" name="Google Shape;348;p4"/>
          <p:cNvSpPr txBox="1"/>
          <p:nvPr/>
        </p:nvSpPr>
        <p:spPr>
          <a:xfrm>
            <a:off x="2936951" y="984651"/>
            <a:ext cx="10345708" cy="13123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9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84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CLIENTE</a:t>
            </a:r>
            <a:endParaRPr/>
          </a:p>
        </p:txBody>
      </p:sp>
      <p:grpSp>
        <p:nvGrpSpPr>
          <p:cNvPr id="349" name="Google Shape;349;p4"/>
          <p:cNvGrpSpPr/>
          <p:nvPr/>
        </p:nvGrpSpPr>
        <p:grpSpPr>
          <a:xfrm>
            <a:off x="0" y="9460557"/>
            <a:ext cx="18288000" cy="662457"/>
            <a:chOff x="0" y="-104775"/>
            <a:chExt cx="4816593" cy="174474"/>
          </a:xfrm>
        </p:grpSpPr>
        <p:sp>
          <p:nvSpPr>
            <p:cNvPr id="350" name="Google Shape;350;p4"/>
            <p:cNvSpPr/>
            <p:nvPr/>
          </p:nvSpPr>
          <p:spPr>
            <a:xfrm>
              <a:off x="0" y="0"/>
              <a:ext cx="4816592" cy="69699"/>
            </a:xfrm>
            <a:custGeom>
              <a:rect b="b" l="l" r="r" t="t"/>
              <a:pathLst>
                <a:path extrusionOk="0" h="69699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69699"/>
                  </a:lnTo>
                  <a:lnTo>
                    <a:pt x="0" y="69699"/>
                  </a:lnTo>
                  <a:close/>
                </a:path>
              </a:pathLst>
            </a:custGeom>
            <a:solidFill>
              <a:srgbClr val="FF5757"/>
            </a:solidFill>
            <a:ln>
              <a:noFill/>
            </a:ln>
          </p:spPr>
        </p:sp>
        <p:sp>
          <p:nvSpPr>
            <p:cNvPr id="351" name="Google Shape;351;p4"/>
            <p:cNvSpPr txBox="1"/>
            <p:nvPr/>
          </p:nvSpPr>
          <p:spPr>
            <a:xfrm>
              <a:off x="0" y="-104775"/>
              <a:ext cx="4816593" cy="17447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352" name="Google Shape;352;p4"/>
          <p:cNvCxnSpPr/>
          <p:nvPr/>
        </p:nvCxnSpPr>
        <p:spPr>
          <a:xfrm>
            <a:off x="2633015" y="558059"/>
            <a:ext cx="0" cy="982477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353" name="Google Shape;353;p4"/>
          <p:cNvGrpSpPr/>
          <p:nvPr/>
        </p:nvGrpSpPr>
        <p:grpSpPr>
          <a:xfrm>
            <a:off x="1793669" y="2525313"/>
            <a:ext cx="2286564" cy="2998050"/>
            <a:chOff x="0" y="-123825"/>
            <a:chExt cx="602223" cy="789610"/>
          </a:xfrm>
        </p:grpSpPr>
        <p:sp>
          <p:nvSpPr>
            <p:cNvPr id="354" name="Google Shape;354;p4"/>
            <p:cNvSpPr/>
            <p:nvPr/>
          </p:nvSpPr>
          <p:spPr>
            <a:xfrm>
              <a:off x="0" y="0"/>
              <a:ext cx="602223" cy="665785"/>
            </a:xfrm>
            <a:custGeom>
              <a:rect b="b" l="l" r="r" t="t"/>
              <a:pathLst>
                <a:path extrusionOk="0" h="665785" w="602223">
                  <a:moveTo>
                    <a:pt x="602223" y="0"/>
                  </a:moveTo>
                  <a:lnTo>
                    <a:pt x="602223" y="551485"/>
                  </a:lnTo>
                  <a:lnTo>
                    <a:pt x="301111" y="665785"/>
                  </a:lnTo>
                  <a:lnTo>
                    <a:pt x="0" y="551485"/>
                  </a:lnTo>
                  <a:lnTo>
                    <a:pt x="0" y="0"/>
                  </a:lnTo>
                  <a:lnTo>
                    <a:pt x="602223" y="0"/>
                  </a:lnTo>
                  <a:close/>
                </a:path>
              </a:pathLst>
            </a:custGeom>
            <a:solidFill>
              <a:srgbClr val="38B6FF"/>
            </a:solidFill>
            <a:ln>
              <a:noFill/>
            </a:ln>
          </p:spPr>
        </p:sp>
        <p:sp>
          <p:nvSpPr>
            <p:cNvPr id="355" name="Google Shape;355;p4"/>
            <p:cNvSpPr txBox="1"/>
            <p:nvPr/>
          </p:nvSpPr>
          <p:spPr>
            <a:xfrm>
              <a:off x="0" y="-123825"/>
              <a:ext cx="602223" cy="6753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75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56" name="Google Shape;356;p4"/>
          <p:cNvSpPr/>
          <p:nvPr/>
        </p:nvSpPr>
        <p:spPr>
          <a:xfrm>
            <a:off x="2004671" y="3139240"/>
            <a:ext cx="1863484" cy="1847179"/>
          </a:xfrm>
          <a:custGeom>
            <a:rect b="b" l="l" r="r" t="t"/>
            <a:pathLst>
              <a:path extrusionOk="0" h="1847179" w="1863484">
                <a:moveTo>
                  <a:pt x="0" y="0"/>
                </a:moveTo>
                <a:lnTo>
                  <a:pt x="1863485" y="0"/>
                </a:lnTo>
                <a:lnTo>
                  <a:pt x="1863485" y="1847179"/>
                </a:lnTo>
                <a:lnTo>
                  <a:pt x="0" y="184717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357" name="Google Shape;357;p4"/>
          <p:cNvGrpSpPr/>
          <p:nvPr/>
        </p:nvGrpSpPr>
        <p:grpSpPr>
          <a:xfrm>
            <a:off x="1186274" y="5781757"/>
            <a:ext cx="4341344" cy="818832"/>
            <a:chOff x="0" y="-57150"/>
            <a:chExt cx="5788459" cy="1091777"/>
          </a:xfrm>
        </p:grpSpPr>
        <p:grpSp>
          <p:nvGrpSpPr>
            <p:cNvPr id="358" name="Google Shape;358;p4"/>
            <p:cNvGrpSpPr/>
            <p:nvPr/>
          </p:nvGrpSpPr>
          <p:grpSpPr>
            <a:xfrm>
              <a:off x="0" y="137347"/>
              <a:ext cx="622206" cy="644080"/>
              <a:chOff x="0" y="-28575"/>
              <a:chExt cx="812800" cy="841375"/>
            </a:xfrm>
          </p:grpSpPr>
          <p:sp>
            <p:nvSpPr>
              <p:cNvPr id="359" name="Google Shape;359;p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rect b="b" l="l" r="r" t="t"/>
                <a:pathLst>
                  <a:path extrusionOk="0"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49C3F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0" name="Google Shape;360;p4"/>
              <p:cNvSpPr txBox="1"/>
              <p:nvPr/>
            </p:nvSpPr>
            <p:spPr>
              <a:xfrm>
                <a:off x="76200" y="-28575"/>
                <a:ext cx="660400" cy="7651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61" name="Google Shape;361;p4"/>
            <p:cNvSpPr txBox="1"/>
            <p:nvPr/>
          </p:nvSpPr>
          <p:spPr>
            <a:xfrm>
              <a:off x="1000246" y="-57150"/>
              <a:ext cx="4788213" cy="1091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800" u="none" cap="none" strike="noStrike">
                  <a:solidFill>
                    <a:srgbClr val="1E1E1E"/>
                  </a:solidFill>
                  <a:latin typeface="Arial"/>
                  <a:ea typeface="Arial"/>
                  <a:cs typeface="Arial"/>
                  <a:sym typeface="Arial"/>
                </a:rPr>
                <a:t>IDENTIDAD Y TRAYECTORIA</a:t>
              </a:r>
              <a:endParaRPr/>
            </a:p>
          </p:txBody>
        </p:sp>
      </p:grpSp>
      <p:grpSp>
        <p:nvGrpSpPr>
          <p:cNvPr id="362" name="Google Shape;362;p4"/>
          <p:cNvGrpSpPr/>
          <p:nvPr/>
        </p:nvGrpSpPr>
        <p:grpSpPr>
          <a:xfrm>
            <a:off x="7966289" y="2525313"/>
            <a:ext cx="2286564" cy="2998050"/>
            <a:chOff x="0" y="-123825"/>
            <a:chExt cx="602223" cy="789610"/>
          </a:xfrm>
        </p:grpSpPr>
        <p:sp>
          <p:nvSpPr>
            <p:cNvPr id="363" name="Google Shape;363;p4"/>
            <p:cNvSpPr/>
            <p:nvPr/>
          </p:nvSpPr>
          <p:spPr>
            <a:xfrm>
              <a:off x="0" y="0"/>
              <a:ext cx="602223" cy="665785"/>
            </a:xfrm>
            <a:custGeom>
              <a:rect b="b" l="l" r="r" t="t"/>
              <a:pathLst>
                <a:path extrusionOk="0" h="665785" w="602223">
                  <a:moveTo>
                    <a:pt x="602223" y="0"/>
                  </a:moveTo>
                  <a:lnTo>
                    <a:pt x="602223" y="551485"/>
                  </a:lnTo>
                  <a:lnTo>
                    <a:pt x="301111" y="665785"/>
                  </a:lnTo>
                  <a:lnTo>
                    <a:pt x="0" y="551485"/>
                  </a:lnTo>
                  <a:lnTo>
                    <a:pt x="0" y="0"/>
                  </a:lnTo>
                  <a:lnTo>
                    <a:pt x="602223" y="0"/>
                  </a:lnTo>
                  <a:close/>
                </a:path>
              </a:pathLst>
            </a:custGeom>
            <a:solidFill>
              <a:srgbClr val="5170FF"/>
            </a:solidFill>
            <a:ln>
              <a:noFill/>
            </a:ln>
          </p:spPr>
        </p:sp>
        <p:sp>
          <p:nvSpPr>
            <p:cNvPr id="364" name="Google Shape;364;p4"/>
            <p:cNvSpPr txBox="1"/>
            <p:nvPr/>
          </p:nvSpPr>
          <p:spPr>
            <a:xfrm>
              <a:off x="0" y="-123825"/>
              <a:ext cx="602223" cy="6753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75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65" name="Google Shape;365;p4"/>
          <p:cNvGrpSpPr/>
          <p:nvPr/>
        </p:nvGrpSpPr>
        <p:grpSpPr>
          <a:xfrm>
            <a:off x="7209777" y="5927629"/>
            <a:ext cx="468388" cy="483060"/>
            <a:chOff x="0" y="-28575"/>
            <a:chExt cx="815820" cy="841375"/>
          </a:xfrm>
        </p:grpSpPr>
        <p:sp>
          <p:nvSpPr>
            <p:cNvPr id="366" name="Google Shape;366;p4"/>
            <p:cNvSpPr/>
            <p:nvPr/>
          </p:nvSpPr>
          <p:spPr>
            <a:xfrm>
              <a:off x="0" y="0"/>
              <a:ext cx="815820" cy="812800"/>
            </a:xfrm>
            <a:custGeom>
              <a:rect b="b" l="l" r="r" t="t"/>
              <a:pathLst>
                <a:path extrusionOk="0" h="812800" w="815820">
                  <a:moveTo>
                    <a:pt x="407910" y="0"/>
                  </a:moveTo>
                  <a:cubicBezTo>
                    <a:pt x="182628" y="0"/>
                    <a:pt x="0" y="181951"/>
                    <a:pt x="0" y="406400"/>
                  </a:cubicBezTo>
                  <a:cubicBezTo>
                    <a:pt x="0" y="630849"/>
                    <a:pt x="182628" y="812800"/>
                    <a:pt x="407910" y="812800"/>
                  </a:cubicBezTo>
                  <a:cubicBezTo>
                    <a:pt x="633193" y="812800"/>
                    <a:pt x="815820" y="630849"/>
                    <a:pt x="815820" y="406400"/>
                  </a:cubicBezTo>
                  <a:cubicBezTo>
                    <a:pt x="815820" y="181951"/>
                    <a:pt x="633193" y="0"/>
                    <a:pt x="407910" y="0"/>
                  </a:cubicBezTo>
                  <a:close/>
                </a:path>
              </a:pathLst>
            </a:custGeom>
            <a:solidFill>
              <a:srgbClr val="49C3F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7" name="Google Shape;367;p4"/>
            <p:cNvSpPr txBox="1"/>
            <p:nvPr/>
          </p:nvSpPr>
          <p:spPr>
            <a:xfrm>
              <a:off x="76483" y="-28575"/>
              <a:ext cx="662854" cy="7651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68" name="Google Shape;368;p4"/>
          <p:cNvSpPr/>
          <p:nvPr/>
        </p:nvSpPr>
        <p:spPr>
          <a:xfrm>
            <a:off x="8124797" y="3349680"/>
            <a:ext cx="1999533" cy="1602126"/>
          </a:xfrm>
          <a:custGeom>
            <a:rect b="b" l="l" r="r" t="t"/>
            <a:pathLst>
              <a:path extrusionOk="0" h="1602126" w="1999533">
                <a:moveTo>
                  <a:pt x="0" y="0"/>
                </a:moveTo>
                <a:lnTo>
                  <a:pt x="1999532" y="0"/>
                </a:lnTo>
                <a:lnTo>
                  <a:pt x="1999532" y="1602126"/>
                </a:lnTo>
                <a:lnTo>
                  <a:pt x="0" y="160212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369" name="Google Shape;369;p4"/>
          <p:cNvGrpSpPr/>
          <p:nvPr/>
        </p:nvGrpSpPr>
        <p:grpSpPr>
          <a:xfrm>
            <a:off x="13300677" y="5927629"/>
            <a:ext cx="466654" cy="483060"/>
            <a:chOff x="0" y="-28575"/>
            <a:chExt cx="812800" cy="841375"/>
          </a:xfrm>
        </p:grpSpPr>
        <p:sp>
          <p:nvSpPr>
            <p:cNvPr id="370" name="Google Shape;370;p4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9C3F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1" name="Google Shape;371;p4"/>
            <p:cNvSpPr txBox="1"/>
            <p:nvPr/>
          </p:nvSpPr>
          <p:spPr>
            <a:xfrm>
              <a:off x="76200" y="-28575"/>
              <a:ext cx="660400" cy="7651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72" name="Google Shape;372;p4"/>
          <p:cNvGrpSpPr/>
          <p:nvPr/>
        </p:nvGrpSpPr>
        <p:grpSpPr>
          <a:xfrm>
            <a:off x="13957123" y="2480867"/>
            <a:ext cx="2286564" cy="2998050"/>
            <a:chOff x="0" y="-123825"/>
            <a:chExt cx="602223" cy="789610"/>
          </a:xfrm>
        </p:grpSpPr>
        <p:sp>
          <p:nvSpPr>
            <p:cNvPr id="373" name="Google Shape;373;p4"/>
            <p:cNvSpPr/>
            <p:nvPr/>
          </p:nvSpPr>
          <p:spPr>
            <a:xfrm>
              <a:off x="0" y="0"/>
              <a:ext cx="602223" cy="665785"/>
            </a:xfrm>
            <a:custGeom>
              <a:rect b="b" l="l" r="r" t="t"/>
              <a:pathLst>
                <a:path extrusionOk="0" h="665785" w="602223">
                  <a:moveTo>
                    <a:pt x="602223" y="0"/>
                  </a:moveTo>
                  <a:lnTo>
                    <a:pt x="602223" y="551485"/>
                  </a:lnTo>
                  <a:lnTo>
                    <a:pt x="301111" y="665785"/>
                  </a:lnTo>
                  <a:lnTo>
                    <a:pt x="0" y="551485"/>
                  </a:lnTo>
                  <a:lnTo>
                    <a:pt x="0" y="0"/>
                  </a:lnTo>
                  <a:lnTo>
                    <a:pt x="602223" y="0"/>
                  </a:lnTo>
                  <a:close/>
                </a:path>
              </a:pathLst>
            </a:custGeom>
            <a:solidFill>
              <a:srgbClr val="C57677"/>
            </a:solidFill>
            <a:ln>
              <a:noFill/>
            </a:ln>
          </p:spPr>
        </p:sp>
        <p:sp>
          <p:nvSpPr>
            <p:cNvPr id="374" name="Google Shape;374;p4"/>
            <p:cNvSpPr txBox="1"/>
            <p:nvPr/>
          </p:nvSpPr>
          <p:spPr>
            <a:xfrm>
              <a:off x="0" y="-123825"/>
              <a:ext cx="602223" cy="6753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75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75" name="Google Shape;375;p4"/>
          <p:cNvSpPr/>
          <p:nvPr/>
        </p:nvSpPr>
        <p:spPr>
          <a:xfrm>
            <a:off x="14178217" y="3102218"/>
            <a:ext cx="1844375" cy="1921224"/>
          </a:xfrm>
          <a:custGeom>
            <a:rect b="b" l="l" r="r" t="t"/>
            <a:pathLst>
              <a:path extrusionOk="0" h="1921224" w="1844375">
                <a:moveTo>
                  <a:pt x="0" y="0"/>
                </a:moveTo>
                <a:lnTo>
                  <a:pt x="1844375" y="0"/>
                </a:lnTo>
                <a:lnTo>
                  <a:pt x="1844375" y="1921224"/>
                </a:lnTo>
                <a:lnTo>
                  <a:pt x="0" y="19212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cxnSp>
        <p:nvCxnSpPr>
          <p:cNvPr id="376" name="Google Shape;376;p4"/>
          <p:cNvCxnSpPr/>
          <p:nvPr/>
        </p:nvCxnSpPr>
        <p:spPr>
          <a:xfrm flipH="1">
            <a:off x="5767938" y="5824626"/>
            <a:ext cx="1221" cy="3154964"/>
          </a:xfrm>
          <a:prstGeom prst="straightConnector1">
            <a:avLst/>
          </a:prstGeom>
          <a:noFill/>
          <a:ln cap="flat" cmpd="sng" w="38100">
            <a:solidFill>
              <a:srgbClr val="1E1E1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77" name="Google Shape;377;p4"/>
          <p:cNvCxnSpPr/>
          <p:nvPr/>
        </p:nvCxnSpPr>
        <p:spPr>
          <a:xfrm flipH="1">
            <a:off x="12049078" y="5824619"/>
            <a:ext cx="1221" cy="3154964"/>
          </a:xfrm>
          <a:prstGeom prst="straightConnector1">
            <a:avLst/>
          </a:prstGeom>
          <a:noFill/>
          <a:ln cap="flat" cmpd="sng" w="38100">
            <a:solidFill>
              <a:srgbClr val="1E1E1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78" name="Google Shape;378;p4"/>
          <p:cNvSpPr txBox="1"/>
          <p:nvPr/>
        </p:nvSpPr>
        <p:spPr>
          <a:xfrm>
            <a:off x="1263658" y="69223"/>
            <a:ext cx="1175690" cy="1699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47" u="none" cap="none" strike="noStrike">
                <a:solidFill>
                  <a:srgbClr val="000000"/>
                </a:solidFill>
                <a:latin typeface="Ultra"/>
                <a:ea typeface="Ultra"/>
                <a:cs typeface="Ultra"/>
                <a:sym typeface="Ultra"/>
              </a:rPr>
              <a:t>I.-</a:t>
            </a:r>
            <a:endParaRPr/>
          </a:p>
        </p:txBody>
      </p:sp>
      <p:sp>
        <p:nvSpPr>
          <p:cNvPr id="379" name="Google Shape;379;p4"/>
          <p:cNvSpPr txBox="1"/>
          <p:nvPr/>
        </p:nvSpPr>
        <p:spPr>
          <a:xfrm>
            <a:off x="598634" y="6619888"/>
            <a:ext cx="4676634" cy="24669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42997" lvl="1" marL="485994" marR="0" rtl="0" algn="l">
              <a:lnSpc>
                <a:spcPct val="139982"/>
              </a:lnSpc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2251"/>
              <a:buFont typeface="Arial"/>
              <a:buChar char="•"/>
            </a:pPr>
            <a:r>
              <a:rPr b="1" i="0" lang="en-US" sz="2251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Sociedad de profesionales </a:t>
            </a:r>
            <a:r>
              <a:rPr b="0" i="0" lang="en-US" sz="2251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fundada en 2009</a:t>
            </a:r>
            <a:endParaRPr/>
          </a:p>
          <a:p>
            <a:pPr indent="-242997" lvl="1" marL="485994" marR="0" rtl="0" algn="l">
              <a:lnSpc>
                <a:spcPct val="139982"/>
              </a:lnSpc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2251"/>
              <a:buFont typeface="Arial"/>
              <a:buChar char="•"/>
            </a:pPr>
            <a:r>
              <a:rPr b="1" i="0" lang="en-US" sz="2251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Especialistas en asesorías y consultorías</a:t>
            </a:r>
            <a:r>
              <a:rPr b="0" i="0" lang="en-US" sz="2251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 informáticas con más de 15 años en el mercado.</a:t>
            </a:r>
            <a:endParaRPr/>
          </a:p>
        </p:txBody>
      </p:sp>
      <p:sp>
        <p:nvSpPr>
          <p:cNvPr id="380" name="Google Shape;380;p4"/>
          <p:cNvSpPr txBox="1"/>
          <p:nvPr/>
        </p:nvSpPr>
        <p:spPr>
          <a:xfrm>
            <a:off x="7874719" y="5767469"/>
            <a:ext cx="2489523" cy="7626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PERFIL EMPRESARIAL</a:t>
            </a:r>
            <a:endParaRPr/>
          </a:p>
        </p:txBody>
      </p:sp>
      <p:sp>
        <p:nvSpPr>
          <p:cNvPr id="381" name="Google Shape;381;p4"/>
          <p:cNvSpPr txBox="1"/>
          <p:nvPr/>
        </p:nvSpPr>
        <p:spPr>
          <a:xfrm>
            <a:off x="6138926" y="6619888"/>
            <a:ext cx="5506876" cy="20668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42997" lvl="1" marL="485994" marR="0" rtl="0" algn="l">
              <a:lnSpc>
                <a:spcPct val="139982"/>
              </a:lnSpc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2251"/>
              <a:buFont typeface="Arial"/>
              <a:buChar char="•"/>
            </a:pPr>
            <a:r>
              <a:rPr b="1" i="0" lang="en-US" sz="2251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Clasificación</a:t>
            </a:r>
            <a:r>
              <a:rPr b="0" i="0" lang="en-US" sz="2251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: MiPyME tecnológica.</a:t>
            </a:r>
            <a:endParaRPr/>
          </a:p>
          <a:p>
            <a:pPr indent="-242997" lvl="1" marL="485994" marR="0" rtl="0" algn="l">
              <a:lnSpc>
                <a:spcPct val="139982"/>
              </a:lnSpc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2251"/>
              <a:buFont typeface="Arial"/>
              <a:buChar char="•"/>
            </a:pPr>
            <a:r>
              <a:rPr b="1" i="0" lang="en-US" sz="2251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Modelo de Operación</a:t>
            </a:r>
            <a:r>
              <a:rPr b="0" i="0" lang="en-US" sz="2251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: Basado en proyectos y alianzas estratégicas (Joint Venture).</a:t>
            </a:r>
            <a:endParaRPr/>
          </a:p>
        </p:txBody>
      </p:sp>
      <p:sp>
        <p:nvSpPr>
          <p:cNvPr id="382" name="Google Shape;382;p4"/>
          <p:cNvSpPr txBox="1"/>
          <p:nvPr/>
        </p:nvSpPr>
        <p:spPr>
          <a:xfrm>
            <a:off x="14005918" y="5767469"/>
            <a:ext cx="3591159" cy="833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EXPERTICIA EN EL SECTOR</a:t>
            </a:r>
            <a:endParaRPr/>
          </a:p>
        </p:txBody>
      </p:sp>
      <p:sp>
        <p:nvSpPr>
          <p:cNvPr id="383" name="Google Shape;383;p4"/>
          <p:cNvSpPr txBox="1"/>
          <p:nvPr/>
        </p:nvSpPr>
        <p:spPr>
          <a:xfrm>
            <a:off x="12453574" y="6648476"/>
            <a:ext cx="5418698" cy="20668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42997" lvl="1" marL="485994" marR="0" rtl="0" algn="l">
              <a:lnSpc>
                <a:spcPct val="139982"/>
              </a:lnSpc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2251"/>
              <a:buFont typeface="Arial"/>
              <a:buChar char="•"/>
            </a:pPr>
            <a:r>
              <a:rPr b="1" i="0" lang="en-US" sz="2251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Ex-proveedores</a:t>
            </a:r>
            <a:r>
              <a:rPr b="0" i="0" lang="en-US" sz="2251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 del sistema de compras públicas (ChileCompra)</a:t>
            </a:r>
            <a:endParaRPr/>
          </a:p>
          <a:p>
            <a:pPr indent="-242997" lvl="1" marL="485994" marR="0" rtl="0" algn="l">
              <a:lnSpc>
                <a:spcPct val="139982"/>
              </a:lnSpc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2251"/>
              <a:buFont typeface="Arial"/>
              <a:buChar char="•"/>
            </a:pPr>
            <a:r>
              <a:rPr b="1" i="0" lang="en-US" sz="2251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Amplio conocimiento </a:t>
            </a:r>
            <a:r>
              <a:rPr b="0" i="0" lang="en-US" sz="2251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del marco normativo y operativo de la DCCP.</a:t>
            </a:r>
            <a:endParaRPr/>
          </a:p>
        </p:txBody>
      </p:sp>
      <p:sp>
        <p:nvSpPr>
          <p:cNvPr id="384" name="Google Shape;384;p4"/>
          <p:cNvSpPr/>
          <p:nvPr/>
        </p:nvSpPr>
        <p:spPr>
          <a:xfrm>
            <a:off x="8981965" y="0"/>
            <a:ext cx="9078544" cy="3745693"/>
          </a:xfrm>
          <a:custGeom>
            <a:rect b="b" l="l" r="r" t="t"/>
            <a:pathLst>
              <a:path extrusionOk="0" h="3745693" w="9078544">
                <a:moveTo>
                  <a:pt x="0" y="0"/>
                </a:moveTo>
                <a:lnTo>
                  <a:pt x="9078544" y="0"/>
                </a:lnTo>
                <a:lnTo>
                  <a:pt x="9078544" y="3745693"/>
                </a:lnTo>
                <a:lnTo>
                  <a:pt x="0" y="374569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85" name="Google Shape;385;p4"/>
          <p:cNvSpPr txBox="1"/>
          <p:nvPr/>
        </p:nvSpPr>
        <p:spPr>
          <a:xfrm>
            <a:off x="17663375" y="9579067"/>
            <a:ext cx="1524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56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/>
          </a:p>
        </p:txBody>
      </p:sp>
    </p:spTree>
  </p:cSld>
  <p:clrMapOvr>
    <a:masterClrMapping/>
  </p:clrMapOvr>
  <p:transition spd="slow">
    <p:push/>
  </p:transition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5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33333" l="0" r="0" t="0"/>
            </a:stretch>
          </a:blipFill>
          <a:ln>
            <a:noFill/>
          </a:ln>
        </p:spPr>
      </p:sp>
      <p:grpSp>
        <p:nvGrpSpPr>
          <p:cNvPr id="391" name="Google Shape;391;p5"/>
          <p:cNvGrpSpPr/>
          <p:nvPr/>
        </p:nvGrpSpPr>
        <p:grpSpPr>
          <a:xfrm>
            <a:off x="-657290" y="-1594043"/>
            <a:ext cx="5816332" cy="11151738"/>
            <a:chOff x="0" y="-104775"/>
            <a:chExt cx="406400" cy="779197"/>
          </a:xfrm>
        </p:grpSpPr>
        <p:sp>
          <p:nvSpPr>
            <p:cNvPr id="392" name="Google Shape;392;p5"/>
            <p:cNvSpPr/>
            <p:nvPr/>
          </p:nvSpPr>
          <p:spPr>
            <a:xfrm>
              <a:off x="0" y="0"/>
              <a:ext cx="406400" cy="674422"/>
            </a:xfrm>
            <a:custGeom>
              <a:rect b="b" l="l" r="r" t="t"/>
              <a:pathLst>
                <a:path extrusionOk="0" h="674422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674422"/>
                  </a:lnTo>
                  <a:lnTo>
                    <a:pt x="0" y="674422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FF5757"/>
            </a:solidFill>
            <a:ln>
              <a:noFill/>
            </a:ln>
          </p:spPr>
        </p:sp>
        <p:sp>
          <p:nvSpPr>
            <p:cNvPr id="393" name="Google Shape;393;p5"/>
            <p:cNvSpPr txBox="1"/>
            <p:nvPr/>
          </p:nvSpPr>
          <p:spPr>
            <a:xfrm>
              <a:off x="101600" y="-104775"/>
              <a:ext cx="203200" cy="7791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94" name="Google Shape;394;p5"/>
          <p:cNvGrpSpPr/>
          <p:nvPr/>
        </p:nvGrpSpPr>
        <p:grpSpPr>
          <a:xfrm>
            <a:off x="0" y="-1304588"/>
            <a:ext cx="5816332" cy="6531908"/>
            <a:chOff x="0" y="-104775"/>
            <a:chExt cx="406400" cy="456399"/>
          </a:xfrm>
        </p:grpSpPr>
        <p:sp>
          <p:nvSpPr>
            <p:cNvPr id="395" name="Google Shape;395;p5"/>
            <p:cNvSpPr/>
            <p:nvPr/>
          </p:nvSpPr>
          <p:spPr>
            <a:xfrm>
              <a:off x="0" y="0"/>
              <a:ext cx="406400" cy="351624"/>
            </a:xfrm>
            <a:custGeom>
              <a:rect b="b" l="l" r="r" t="t"/>
              <a:pathLst>
                <a:path extrusionOk="0" h="351624" w="406400">
                  <a:moveTo>
                    <a:pt x="203200" y="0"/>
                  </a:moveTo>
                  <a:lnTo>
                    <a:pt x="0" y="0"/>
                  </a:lnTo>
                  <a:lnTo>
                    <a:pt x="203200" y="351624"/>
                  </a:lnTo>
                  <a:lnTo>
                    <a:pt x="406400" y="351624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393E46"/>
            </a:solidFill>
            <a:ln>
              <a:noFill/>
            </a:ln>
          </p:spPr>
        </p:sp>
        <p:sp>
          <p:nvSpPr>
            <p:cNvPr id="396" name="Google Shape;396;p5"/>
            <p:cNvSpPr txBox="1"/>
            <p:nvPr/>
          </p:nvSpPr>
          <p:spPr>
            <a:xfrm>
              <a:off x="101600" y="-104775"/>
              <a:ext cx="203200" cy="4563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97" name="Google Shape;397;p5"/>
          <p:cNvSpPr/>
          <p:nvPr/>
        </p:nvSpPr>
        <p:spPr>
          <a:xfrm>
            <a:off x="-698468" y="638729"/>
            <a:ext cx="19639527" cy="8744791"/>
          </a:xfrm>
          <a:custGeom>
            <a:rect b="b" l="l" r="r" t="t"/>
            <a:pathLst>
              <a:path extrusionOk="0" h="1354797" w="3042677">
                <a:moveTo>
                  <a:pt x="0" y="0"/>
                </a:moveTo>
                <a:lnTo>
                  <a:pt x="3042677" y="0"/>
                </a:lnTo>
                <a:lnTo>
                  <a:pt x="3042677" y="1354797"/>
                </a:lnTo>
                <a:lnTo>
                  <a:pt x="0" y="1354797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grpSp>
        <p:nvGrpSpPr>
          <p:cNvPr id="398" name="Google Shape;398;p5"/>
          <p:cNvGrpSpPr/>
          <p:nvPr/>
        </p:nvGrpSpPr>
        <p:grpSpPr>
          <a:xfrm rot="-1404001">
            <a:off x="-5920851" y="-1814489"/>
            <a:ext cx="5816332" cy="13066049"/>
            <a:chOff x="0" y="-104775"/>
            <a:chExt cx="406400" cy="912954"/>
          </a:xfrm>
        </p:grpSpPr>
        <p:sp>
          <p:nvSpPr>
            <p:cNvPr id="399" name="Google Shape;399;p5"/>
            <p:cNvSpPr/>
            <p:nvPr/>
          </p:nvSpPr>
          <p:spPr>
            <a:xfrm>
              <a:off x="0" y="0"/>
              <a:ext cx="406400" cy="808179"/>
            </a:xfrm>
            <a:custGeom>
              <a:rect b="b" l="l" r="r" t="t"/>
              <a:pathLst>
                <a:path extrusionOk="0" h="808179" w="406400">
                  <a:moveTo>
                    <a:pt x="203200" y="0"/>
                  </a:moveTo>
                  <a:lnTo>
                    <a:pt x="0" y="0"/>
                  </a:lnTo>
                  <a:lnTo>
                    <a:pt x="203200" y="808179"/>
                  </a:lnTo>
                  <a:lnTo>
                    <a:pt x="406400" y="808179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393E46"/>
            </a:solidFill>
            <a:ln>
              <a:noFill/>
            </a:ln>
          </p:spPr>
        </p:sp>
        <p:sp>
          <p:nvSpPr>
            <p:cNvPr id="400" name="Google Shape;400;p5"/>
            <p:cNvSpPr txBox="1"/>
            <p:nvPr/>
          </p:nvSpPr>
          <p:spPr>
            <a:xfrm>
              <a:off x="101600" y="-104775"/>
              <a:ext cx="203200" cy="9129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01" name="Google Shape;401;p5"/>
          <p:cNvGrpSpPr/>
          <p:nvPr/>
        </p:nvGrpSpPr>
        <p:grpSpPr>
          <a:xfrm>
            <a:off x="-148233" y="-74601"/>
            <a:ext cx="18436233" cy="2691793"/>
            <a:chOff x="0" y="-276225"/>
            <a:chExt cx="4855633" cy="708950"/>
          </a:xfrm>
        </p:grpSpPr>
        <p:sp>
          <p:nvSpPr>
            <p:cNvPr id="402" name="Google Shape;402;p5"/>
            <p:cNvSpPr/>
            <p:nvPr/>
          </p:nvSpPr>
          <p:spPr>
            <a:xfrm>
              <a:off x="0" y="0"/>
              <a:ext cx="4855633" cy="432725"/>
            </a:xfrm>
            <a:custGeom>
              <a:rect b="b" l="l" r="r" t="t"/>
              <a:pathLst>
                <a:path extrusionOk="0" h="432725" w="4855633">
                  <a:moveTo>
                    <a:pt x="0" y="0"/>
                  </a:moveTo>
                  <a:lnTo>
                    <a:pt x="4855633" y="0"/>
                  </a:lnTo>
                  <a:lnTo>
                    <a:pt x="4855633" y="432725"/>
                  </a:lnTo>
                  <a:lnTo>
                    <a:pt x="0" y="432725"/>
                  </a:lnTo>
                  <a:close/>
                </a:path>
              </a:pathLst>
            </a:custGeom>
            <a:solidFill>
              <a:srgbClr val="1E1E1E"/>
            </a:solidFill>
            <a:ln>
              <a:noFill/>
            </a:ln>
          </p:spPr>
        </p:sp>
        <p:sp>
          <p:nvSpPr>
            <p:cNvPr id="403" name="Google Shape;403;p5"/>
            <p:cNvSpPr txBox="1"/>
            <p:nvPr/>
          </p:nvSpPr>
          <p:spPr>
            <a:xfrm>
              <a:off x="0" y="-276225"/>
              <a:ext cx="4855633" cy="7089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04" name="Google Shape;404;p5"/>
          <p:cNvGrpSpPr/>
          <p:nvPr/>
        </p:nvGrpSpPr>
        <p:grpSpPr>
          <a:xfrm>
            <a:off x="-2908166" y="-1304589"/>
            <a:ext cx="5816332" cy="11149647"/>
            <a:chOff x="0" y="-104775"/>
            <a:chExt cx="406400" cy="779050"/>
          </a:xfrm>
        </p:grpSpPr>
        <p:sp>
          <p:nvSpPr>
            <p:cNvPr id="405" name="Google Shape;405;p5"/>
            <p:cNvSpPr/>
            <p:nvPr/>
          </p:nvSpPr>
          <p:spPr>
            <a:xfrm>
              <a:off x="0" y="0"/>
              <a:ext cx="406400" cy="674275"/>
            </a:xfrm>
            <a:custGeom>
              <a:rect b="b" l="l" r="r" t="t"/>
              <a:pathLst>
                <a:path extrusionOk="0" h="674275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674275"/>
                  </a:lnTo>
                  <a:lnTo>
                    <a:pt x="0" y="674275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FF5757"/>
            </a:solidFill>
            <a:ln>
              <a:noFill/>
            </a:ln>
          </p:spPr>
        </p:sp>
        <p:sp>
          <p:nvSpPr>
            <p:cNvPr id="406" name="Google Shape;406;p5"/>
            <p:cNvSpPr txBox="1"/>
            <p:nvPr/>
          </p:nvSpPr>
          <p:spPr>
            <a:xfrm>
              <a:off x="101600" y="-104775"/>
              <a:ext cx="203200" cy="7790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07" name="Google Shape;407;p5"/>
          <p:cNvGrpSpPr/>
          <p:nvPr/>
        </p:nvGrpSpPr>
        <p:grpSpPr>
          <a:xfrm>
            <a:off x="10718649" y="2800770"/>
            <a:ext cx="7081013" cy="6174856"/>
            <a:chOff x="0" y="-377354"/>
            <a:chExt cx="9441350" cy="8233141"/>
          </a:xfrm>
        </p:grpSpPr>
        <p:sp>
          <p:nvSpPr>
            <p:cNvPr id="408" name="Google Shape;408;p5"/>
            <p:cNvSpPr/>
            <p:nvPr/>
          </p:nvSpPr>
          <p:spPr>
            <a:xfrm>
              <a:off x="845971" y="0"/>
              <a:ext cx="7610294" cy="7855787"/>
            </a:xfrm>
            <a:custGeom>
              <a:rect b="b" l="l" r="r" t="t"/>
              <a:pathLst>
                <a:path extrusionOk="0" h="7855787" w="7610294">
                  <a:moveTo>
                    <a:pt x="0" y="0"/>
                  </a:moveTo>
                  <a:lnTo>
                    <a:pt x="7610294" y="0"/>
                  </a:lnTo>
                  <a:lnTo>
                    <a:pt x="7610294" y="7855787"/>
                  </a:lnTo>
                  <a:lnTo>
                    <a:pt x="0" y="7855787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 amt="12000"/>
              </a:blip>
              <a:stretch>
                <a:fillRect b="0" l="0" r="0" t="0"/>
              </a:stretch>
            </a:blipFill>
            <a:ln>
              <a:noFill/>
            </a:ln>
          </p:spPr>
        </p:sp>
        <p:grpSp>
          <p:nvGrpSpPr>
            <p:cNvPr id="409" name="Google Shape;409;p5"/>
            <p:cNvGrpSpPr/>
            <p:nvPr/>
          </p:nvGrpSpPr>
          <p:grpSpPr>
            <a:xfrm>
              <a:off x="944382" y="-370927"/>
              <a:ext cx="2283030" cy="2875438"/>
              <a:chOff x="0" y="-114300"/>
              <a:chExt cx="440491" cy="554791"/>
            </a:xfrm>
          </p:grpSpPr>
          <p:sp>
            <p:nvSpPr>
              <p:cNvPr id="410" name="Google Shape;410;p5"/>
              <p:cNvSpPr/>
              <p:nvPr/>
            </p:nvSpPr>
            <p:spPr>
              <a:xfrm>
                <a:off x="0" y="0"/>
                <a:ext cx="440491" cy="440491"/>
              </a:xfrm>
              <a:custGeom>
                <a:rect b="b" l="l" r="r" t="t"/>
                <a:pathLst>
                  <a:path extrusionOk="0" h="440491" w="440491">
                    <a:moveTo>
                      <a:pt x="129929" y="0"/>
                    </a:moveTo>
                    <a:lnTo>
                      <a:pt x="310562" y="0"/>
                    </a:lnTo>
                    <a:cubicBezTo>
                      <a:pt x="345021" y="0"/>
                      <a:pt x="378069" y="13689"/>
                      <a:pt x="402436" y="38055"/>
                    </a:cubicBezTo>
                    <a:cubicBezTo>
                      <a:pt x="426802" y="62422"/>
                      <a:pt x="440491" y="95470"/>
                      <a:pt x="440491" y="129929"/>
                    </a:cubicBezTo>
                    <a:lnTo>
                      <a:pt x="440491" y="310562"/>
                    </a:lnTo>
                    <a:cubicBezTo>
                      <a:pt x="440491" y="345021"/>
                      <a:pt x="426802" y="378069"/>
                      <a:pt x="402436" y="402436"/>
                    </a:cubicBezTo>
                    <a:cubicBezTo>
                      <a:pt x="378069" y="426802"/>
                      <a:pt x="345021" y="440491"/>
                      <a:pt x="310562" y="440491"/>
                    </a:cubicBezTo>
                    <a:lnTo>
                      <a:pt x="129929" y="440491"/>
                    </a:lnTo>
                    <a:cubicBezTo>
                      <a:pt x="95470" y="440491"/>
                      <a:pt x="62422" y="426802"/>
                      <a:pt x="38055" y="402436"/>
                    </a:cubicBezTo>
                    <a:cubicBezTo>
                      <a:pt x="13689" y="378069"/>
                      <a:pt x="0" y="345021"/>
                      <a:pt x="0" y="310562"/>
                    </a:cubicBezTo>
                    <a:lnTo>
                      <a:pt x="0" y="129929"/>
                    </a:lnTo>
                    <a:cubicBezTo>
                      <a:pt x="0" y="95470"/>
                      <a:pt x="13689" y="62422"/>
                      <a:pt x="38055" y="38055"/>
                    </a:cubicBezTo>
                    <a:cubicBezTo>
                      <a:pt x="62422" y="13689"/>
                      <a:pt x="95470" y="0"/>
                      <a:pt x="129929" y="0"/>
                    </a:cubicBezTo>
                    <a:close/>
                  </a:path>
                </a:pathLst>
              </a:custGeom>
              <a:solidFill>
                <a:srgbClr val="393E4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1" name="Google Shape;411;p5"/>
              <p:cNvSpPr txBox="1"/>
              <p:nvPr/>
            </p:nvSpPr>
            <p:spPr>
              <a:xfrm>
                <a:off x="0" y="-114300"/>
                <a:ext cx="440491" cy="55479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4275" lIns="54275" spcFirstLastPara="1" rIns="54275" wrap="square" tIns="54275">
                <a:noAutofit/>
              </a:bodyPr>
              <a:lstStyle/>
              <a:p>
                <a:pPr indent="0" lvl="0" marL="0" marR="0" rtl="0" algn="ctr">
                  <a:lnSpc>
                    <a:spcPct val="164333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412" name="Google Shape;412;p5"/>
            <p:cNvSpPr/>
            <p:nvPr/>
          </p:nvSpPr>
          <p:spPr>
            <a:xfrm>
              <a:off x="1192608" y="1362995"/>
              <a:ext cx="1037842" cy="983817"/>
            </a:xfrm>
            <a:custGeom>
              <a:rect b="b" l="l" r="r" t="t"/>
              <a:pathLst>
                <a:path extrusionOk="0" h="983817" w="1037842">
                  <a:moveTo>
                    <a:pt x="0" y="0"/>
                  </a:moveTo>
                  <a:lnTo>
                    <a:pt x="1037842" y="0"/>
                  </a:lnTo>
                  <a:lnTo>
                    <a:pt x="1037842" y="983817"/>
                  </a:lnTo>
                  <a:lnTo>
                    <a:pt x="0" y="983817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413" name="Google Shape;413;p5"/>
            <p:cNvSpPr txBox="1"/>
            <p:nvPr/>
          </p:nvSpPr>
          <p:spPr>
            <a:xfrm>
              <a:off x="267443" y="2624771"/>
              <a:ext cx="3636908" cy="100634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07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Volumen masivo de datos</a:t>
              </a:r>
              <a:endParaRPr/>
            </a:p>
          </p:txBody>
        </p:sp>
        <p:sp>
          <p:nvSpPr>
            <p:cNvPr id="414" name="Google Shape;414;p5"/>
            <p:cNvSpPr/>
            <p:nvPr/>
          </p:nvSpPr>
          <p:spPr>
            <a:xfrm>
              <a:off x="1982809" y="621110"/>
              <a:ext cx="1037842" cy="983817"/>
            </a:xfrm>
            <a:custGeom>
              <a:rect b="b" l="l" r="r" t="t"/>
              <a:pathLst>
                <a:path extrusionOk="0" h="983817" w="1037842">
                  <a:moveTo>
                    <a:pt x="0" y="0"/>
                  </a:moveTo>
                  <a:lnTo>
                    <a:pt x="1037841" y="0"/>
                  </a:lnTo>
                  <a:lnTo>
                    <a:pt x="1037841" y="983817"/>
                  </a:lnTo>
                  <a:lnTo>
                    <a:pt x="0" y="983817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415" name="Google Shape;415;p5"/>
            <p:cNvSpPr/>
            <p:nvPr/>
          </p:nvSpPr>
          <p:spPr>
            <a:xfrm>
              <a:off x="2295229" y="1669771"/>
              <a:ext cx="678956" cy="643613"/>
            </a:xfrm>
            <a:custGeom>
              <a:rect b="b" l="l" r="r" t="t"/>
              <a:pathLst>
                <a:path extrusionOk="0" h="643613" w="678956">
                  <a:moveTo>
                    <a:pt x="0" y="0"/>
                  </a:moveTo>
                  <a:lnTo>
                    <a:pt x="678956" y="0"/>
                  </a:lnTo>
                  <a:lnTo>
                    <a:pt x="678956" y="643613"/>
                  </a:lnTo>
                  <a:lnTo>
                    <a:pt x="0" y="64361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grpSp>
          <p:nvGrpSpPr>
            <p:cNvPr id="416" name="Google Shape;416;p5"/>
            <p:cNvGrpSpPr/>
            <p:nvPr/>
          </p:nvGrpSpPr>
          <p:grpSpPr>
            <a:xfrm>
              <a:off x="5843882" y="-377354"/>
              <a:ext cx="2358859" cy="2970943"/>
              <a:chOff x="0" y="-114300"/>
              <a:chExt cx="440491" cy="554791"/>
            </a:xfrm>
          </p:grpSpPr>
          <p:sp>
            <p:nvSpPr>
              <p:cNvPr id="417" name="Google Shape;417;p5"/>
              <p:cNvSpPr/>
              <p:nvPr/>
            </p:nvSpPr>
            <p:spPr>
              <a:xfrm>
                <a:off x="0" y="0"/>
                <a:ext cx="440491" cy="440491"/>
              </a:xfrm>
              <a:custGeom>
                <a:rect b="b" l="l" r="r" t="t"/>
                <a:pathLst>
                  <a:path extrusionOk="0" h="440491" w="440491">
                    <a:moveTo>
                      <a:pt x="125752" y="0"/>
                    </a:moveTo>
                    <a:lnTo>
                      <a:pt x="314739" y="0"/>
                    </a:lnTo>
                    <a:cubicBezTo>
                      <a:pt x="384190" y="0"/>
                      <a:pt x="440491" y="56301"/>
                      <a:pt x="440491" y="125752"/>
                    </a:cubicBezTo>
                    <a:lnTo>
                      <a:pt x="440491" y="314739"/>
                    </a:lnTo>
                    <a:cubicBezTo>
                      <a:pt x="440491" y="384190"/>
                      <a:pt x="384190" y="440491"/>
                      <a:pt x="314739" y="440491"/>
                    </a:cubicBezTo>
                    <a:lnTo>
                      <a:pt x="125752" y="440491"/>
                    </a:lnTo>
                    <a:cubicBezTo>
                      <a:pt x="56301" y="440491"/>
                      <a:pt x="0" y="384190"/>
                      <a:pt x="0" y="314739"/>
                    </a:cubicBezTo>
                    <a:lnTo>
                      <a:pt x="0" y="125752"/>
                    </a:lnTo>
                    <a:cubicBezTo>
                      <a:pt x="0" y="56301"/>
                      <a:pt x="56301" y="0"/>
                      <a:pt x="125752" y="0"/>
                    </a:cubicBezTo>
                    <a:close/>
                  </a:path>
                </a:pathLst>
              </a:custGeom>
              <a:solidFill>
                <a:srgbClr val="393E4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8" name="Google Shape;418;p5"/>
              <p:cNvSpPr txBox="1"/>
              <p:nvPr/>
            </p:nvSpPr>
            <p:spPr>
              <a:xfrm>
                <a:off x="0" y="-114300"/>
                <a:ext cx="440491" cy="55479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6075" lIns="56075" spcFirstLastPara="1" rIns="56075" wrap="square" tIns="56075">
                <a:noAutofit/>
              </a:bodyPr>
              <a:lstStyle/>
              <a:p>
                <a:pPr indent="0" lvl="0" marL="0" marR="0" rtl="0" algn="ctr">
                  <a:lnSpc>
                    <a:spcPct val="164333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419" name="Google Shape;419;p5"/>
            <p:cNvSpPr/>
            <p:nvPr/>
          </p:nvSpPr>
          <p:spPr>
            <a:xfrm>
              <a:off x="6152595" y="413776"/>
              <a:ext cx="1703320" cy="1995104"/>
            </a:xfrm>
            <a:custGeom>
              <a:rect b="b" l="l" r="r" t="t"/>
              <a:pathLst>
                <a:path extrusionOk="0" h="1995104" w="1703320">
                  <a:moveTo>
                    <a:pt x="0" y="0"/>
                  </a:moveTo>
                  <a:lnTo>
                    <a:pt x="1703320" y="0"/>
                  </a:lnTo>
                  <a:lnTo>
                    <a:pt x="1703320" y="1995104"/>
                  </a:lnTo>
                  <a:lnTo>
                    <a:pt x="0" y="1995104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420" name="Google Shape;420;p5"/>
            <p:cNvSpPr txBox="1"/>
            <p:nvPr/>
          </p:nvSpPr>
          <p:spPr>
            <a:xfrm>
              <a:off x="4891341" y="2704079"/>
              <a:ext cx="4309786" cy="9535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4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938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Dependencia de Procesos Manuales</a:t>
              </a:r>
              <a:endParaRPr/>
            </a:p>
          </p:txBody>
        </p:sp>
        <p:grpSp>
          <p:nvGrpSpPr>
            <p:cNvPr id="421" name="Google Shape;421;p5"/>
            <p:cNvGrpSpPr/>
            <p:nvPr/>
          </p:nvGrpSpPr>
          <p:grpSpPr>
            <a:xfrm>
              <a:off x="5825892" y="3516058"/>
              <a:ext cx="2440684" cy="3074000"/>
              <a:chOff x="0" y="-114300"/>
              <a:chExt cx="440491" cy="554791"/>
            </a:xfrm>
          </p:grpSpPr>
          <p:sp>
            <p:nvSpPr>
              <p:cNvPr id="422" name="Google Shape;422;p5"/>
              <p:cNvSpPr/>
              <p:nvPr/>
            </p:nvSpPr>
            <p:spPr>
              <a:xfrm>
                <a:off x="0" y="0"/>
                <a:ext cx="440491" cy="440491"/>
              </a:xfrm>
              <a:custGeom>
                <a:rect b="b" l="l" r="r" t="t"/>
                <a:pathLst>
                  <a:path extrusionOk="0" h="440491" w="440491">
                    <a:moveTo>
                      <a:pt x="121536" y="0"/>
                    </a:moveTo>
                    <a:lnTo>
                      <a:pt x="318955" y="0"/>
                    </a:lnTo>
                    <a:cubicBezTo>
                      <a:pt x="386077" y="0"/>
                      <a:pt x="440491" y="54414"/>
                      <a:pt x="440491" y="121536"/>
                    </a:cubicBezTo>
                    <a:lnTo>
                      <a:pt x="440491" y="318955"/>
                    </a:lnTo>
                    <a:cubicBezTo>
                      <a:pt x="440491" y="386077"/>
                      <a:pt x="386077" y="440491"/>
                      <a:pt x="318955" y="440491"/>
                    </a:cubicBezTo>
                    <a:lnTo>
                      <a:pt x="121536" y="440491"/>
                    </a:lnTo>
                    <a:cubicBezTo>
                      <a:pt x="54414" y="440491"/>
                      <a:pt x="0" y="386077"/>
                      <a:pt x="0" y="318955"/>
                    </a:cubicBezTo>
                    <a:lnTo>
                      <a:pt x="0" y="121536"/>
                    </a:lnTo>
                    <a:cubicBezTo>
                      <a:pt x="0" y="54414"/>
                      <a:pt x="54414" y="0"/>
                      <a:pt x="121536" y="0"/>
                    </a:cubicBezTo>
                    <a:close/>
                  </a:path>
                </a:pathLst>
              </a:custGeom>
              <a:solidFill>
                <a:srgbClr val="393E4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3" name="Google Shape;423;p5"/>
              <p:cNvSpPr txBox="1"/>
              <p:nvPr/>
            </p:nvSpPr>
            <p:spPr>
              <a:xfrm>
                <a:off x="0" y="-114300"/>
                <a:ext cx="440491" cy="55479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8025" lIns="58025" spcFirstLastPara="1" rIns="58025" wrap="square" tIns="58025">
                <a:noAutofit/>
              </a:bodyPr>
              <a:lstStyle/>
              <a:p>
                <a:pPr indent="0" lvl="0" marL="0" marR="0" rtl="0" algn="ctr">
                  <a:lnSpc>
                    <a:spcPct val="164333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424" name="Google Shape;424;p5"/>
            <p:cNvSpPr txBox="1"/>
            <p:nvPr/>
          </p:nvSpPr>
          <p:spPr>
            <a:xfrm>
              <a:off x="4651118" y="6749221"/>
              <a:ext cx="4790232" cy="87204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99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813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Alta Inversión de Tiempo en la Evaluación de Licitaciones</a:t>
              </a:r>
              <a:endParaRPr/>
            </a:p>
          </p:txBody>
        </p:sp>
        <p:sp>
          <p:nvSpPr>
            <p:cNvPr id="425" name="Google Shape;425;p5"/>
            <p:cNvSpPr/>
            <p:nvPr/>
          </p:nvSpPr>
          <p:spPr>
            <a:xfrm>
              <a:off x="5966717" y="4414003"/>
              <a:ext cx="2156690" cy="1959892"/>
            </a:xfrm>
            <a:custGeom>
              <a:rect b="b" l="l" r="r" t="t"/>
              <a:pathLst>
                <a:path extrusionOk="0" h="1959892" w="2156690">
                  <a:moveTo>
                    <a:pt x="0" y="0"/>
                  </a:moveTo>
                  <a:lnTo>
                    <a:pt x="2156690" y="0"/>
                  </a:lnTo>
                  <a:lnTo>
                    <a:pt x="2156690" y="1959892"/>
                  </a:lnTo>
                  <a:lnTo>
                    <a:pt x="0" y="1959892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7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426" name="Google Shape;426;p5"/>
            <p:cNvSpPr/>
            <p:nvPr/>
          </p:nvSpPr>
          <p:spPr>
            <a:xfrm>
              <a:off x="6025097" y="4325698"/>
              <a:ext cx="908185" cy="638000"/>
            </a:xfrm>
            <a:custGeom>
              <a:rect b="b" l="l" r="r" t="t"/>
              <a:pathLst>
                <a:path extrusionOk="0" h="638000" w="908185">
                  <a:moveTo>
                    <a:pt x="0" y="0"/>
                  </a:moveTo>
                  <a:lnTo>
                    <a:pt x="908186" y="0"/>
                  </a:lnTo>
                  <a:lnTo>
                    <a:pt x="908186" y="638000"/>
                  </a:lnTo>
                  <a:lnTo>
                    <a:pt x="0" y="63800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8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grpSp>
          <p:nvGrpSpPr>
            <p:cNvPr id="427" name="Google Shape;427;p5"/>
            <p:cNvGrpSpPr/>
            <p:nvPr/>
          </p:nvGrpSpPr>
          <p:grpSpPr>
            <a:xfrm>
              <a:off x="894181" y="3530914"/>
              <a:ext cx="2383432" cy="3001892"/>
              <a:chOff x="0" y="-114300"/>
              <a:chExt cx="440491" cy="554791"/>
            </a:xfrm>
          </p:grpSpPr>
          <p:sp>
            <p:nvSpPr>
              <p:cNvPr id="428" name="Google Shape;428;p5"/>
              <p:cNvSpPr/>
              <p:nvPr/>
            </p:nvSpPr>
            <p:spPr>
              <a:xfrm>
                <a:off x="0" y="0"/>
                <a:ext cx="440491" cy="440491"/>
              </a:xfrm>
              <a:custGeom>
                <a:rect b="b" l="l" r="r" t="t"/>
                <a:pathLst>
                  <a:path extrusionOk="0" h="440491" w="440491">
                    <a:moveTo>
                      <a:pt x="124456" y="0"/>
                    </a:moveTo>
                    <a:lnTo>
                      <a:pt x="316035" y="0"/>
                    </a:lnTo>
                    <a:cubicBezTo>
                      <a:pt x="349043" y="0"/>
                      <a:pt x="380699" y="13112"/>
                      <a:pt x="404039" y="36452"/>
                    </a:cubicBezTo>
                    <a:cubicBezTo>
                      <a:pt x="427379" y="59792"/>
                      <a:pt x="440491" y="91448"/>
                      <a:pt x="440491" y="124456"/>
                    </a:cubicBezTo>
                    <a:lnTo>
                      <a:pt x="440491" y="316035"/>
                    </a:lnTo>
                    <a:cubicBezTo>
                      <a:pt x="440491" y="349043"/>
                      <a:pt x="427379" y="380699"/>
                      <a:pt x="404039" y="404039"/>
                    </a:cubicBezTo>
                    <a:cubicBezTo>
                      <a:pt x="380699" y="427379"/>
                      <a:pt x="349043" y="440491"/>
                      <a:pt x="316035" y="440491"/>
                    </a:cubicBezTo>
                    <a:lnTo>
                      <a:pt x="124456" y="440491"/>
                    </a:lnTo>
                    <a:cubicBezTo>
                      <a:pt x="91448" y="440491"/>
                      <a:pt x="59792" y="427379"/>
                      <a:pt x="36452" y="404039"/>
                    </a:cubicBezTo>
                    <a:cubicBezTo>
                      <a:pt x="13112" y="380699"/>
                      <a:pt x="0" y="349043"/>
                      <a:pt x="0" y="316035"/>
                    </a:cubicBezTo>
                    <a:lnTo>
                      <a:pt x="0" y="124456"/>
                    </a:lnTo>
                    <a:cubicBezTo>
                      <a:pt x="0" y="91448"/>
                      <a:pt x="13112" y="59792"/>
                      <a:pt x="36452" y="36452"/>
                    </a:cubicBezTo>
                    <a:cubicBezTo>
                      <a:pt x="59792" y="13112"/>
                      <a:pt x="91448" y="0"/>
                      <a:pt x="124456" y="0"/>
                    </a:cubicBezTo>
                    <a:close/>
                  </a:path>
                </a:pathLst>
              </a:custGeom>
              <a:solidFill>
                <a:srgbClr val="393E4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9" name="Google Shape;429;p5"/>
              <p:cNvSpPr txBox="1"/>
              <p:nvPr/>
            </p:nvSpPr>
            <p:spPr>
              <a:xfrm>
                <a:off x="0" y="-114300"/>
                <a:ext cx="440491" cy="55479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6675" lIns="56675" spcFirstLastPara="1" rIns="56675" wrap="square" tIns="56675">
                <a:noAutofit/>
              </a:bodyPr>
              <a:lstStyle/>
              <a:p>
                <a:pPr indent="0" lvl="0" marL="0" marR="0" rtl="0" algn="ctr">
                  <a:lnSpc>
                    <a:spcPct val="164333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430" name="Google Shape;430;p5"/>
            <p:cNvSpPr txBox="1"/>
            <p:nvPr/>
          </p:nvSpPr>
          <p:spPr>
            <a:xfrm>
              <a:off x="0" y="6646620"/>
              <a:ext cx="4171794" cy="84840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9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761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Falta de Información para la Toma de Decisiones</a:t>
              </a:r>
              <a:endParaRPr/>
            </a:p>
          </p:txBody>
        </p:sp>
        <p:sp>
          <p:nvSpPr>
            <p:cNvPr id="431" name="Google Shape;431;p5"/>
            <p:cNvSpPr/>
            <p:nvPr/>
          </p:nvSpPr>
          <p:spPr>
            <a:xfrm>
              <a:off x="1127129" y="4396140"/>
              <a:ext cx="1872621" cy="1925574"/>
            </a:xfrm>
            <a:custGeom>
              <a:rect b="b" l="l" r="r" t="t"/>
              <a:pathLst>
                <a:path extrusionOk="0" h="1925574" w="1872621">
                  <a:moveTo>
                    <a:pt x="0" y="0"/>
                  </a:moveTo>
                  <a:lnTo>
                    <a:pt x="1872620" y="0"/>
                  </a:lnTo>
                  <a:lnTo>
                    <a:pt x="1872620" y="1925574"/>
                  </a:lnTo>
                  <a:lnTo>
                    <a:pt x="0" y="1925574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9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  <p:cxnSp>
        <p:nvCxnSpPr>
          <p:cNvPr id="432" name="Google Shape;432;p5"/>
          <p:cNvCxnSpPr/>
          <p:nvPr/>
        </p:nvCxnSpPr>
        <p:spPr>
          <a:xfrm>
            <a:off x="5054560" y="1341362"/>
            <a:ext cx="0" cy="982477"/>
          </a:xfrm>
          <a:prstGeom prst="straightConnector1">
            <a:avLst/>
          </a:prstGeom>
          <a:noFill/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33" name="Google Shape;433;p5"/>
          <p:cNvSpPr txBox="1"/>
          <p:nvPr/>
        </p:nvSpPr>
        <p:spPr>
          <a:xfrm>
            <a:off x="5387452" y="913799"/>
            <a:ext cx="12117753" cy="15093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99" u="none" cap="none" strike="noStrike">
                <a:solidFill>
                  <a:srgbClr val="FFFFFF"/>
                </a:solidFill>
                <a:latin typeface="Ultra"/>
                <a:ea typeface="Ultra"/>
                <a:cs typeface="Ultra"/>
                <a:sym typeface="Ultra"/>
              </a:rPr>
              <a:t>PROBLEMA</a:t>
            </a:r>
            <a:endParaRPr/>
          </a:p>
          <a:p>
            <a:pPr indent="0" lvl="0" marL="0" marR="0" rtl="0" algn="l">
              <a:lnSpc>
                <a:spcPct val="1400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PROBLEMAS ACTUALES</a:t>
            </a:r>
            <a:endParaRPr/>
          </a:p>
        </p:txBody>
      </p:sp>
      <p:sp>
        <p:nvSpPr>
          <p:cNvPr id="434" name="Google Shape;434;p5"/>
          <p:cNvSpPr txBox="1"/>
          <p:nvPr/>
        </p:nvSpPr>
        <p:spPr>
          <a:xfrm>
            <a:off x="2960716" y="694724"/>
            <a:ext cx="1830232" cy="18256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124" u="none" cap="none" strike="noStrike">
                <a:solidFill>
                  <a:srgbClr val="FFFFFF"/>
                </a:solidFill>
                <a:latin typeface="Ultra"/>
                <a:ea typeface="Ultra"/>
                <a:cs typeface="Ultra"/>
                <a:sym typeface="Ultra"/>
              </a:rPr>
              <a:t>II.-</a:t>
            </a:r>
            <a:endParaRPr/>
          </a:p>
        </p:txBody>
      </p:sp>
      <p:cxnSp>
        <p:nvCxnSpPr>
          <p:cNvPr id="435" name="Google Shape;435;p5"/>
          <p:cNvCxnSpPr/>
          <p:nvPr/>
        </p:nvCxnSpPr>
        <p:spPr>
          <a:xfrm>
            <a:off x="10458459" y="4488011"/>
            <a:ext cx="0" cy="2888503"/>
          </a:xfrm>
          <a:prstGeom prst="straightConnector1">
            <a:avLst/>
          </a:prstGeom>
          <a:noFill/>
          <a:ln cap="flat" cmpd="sng" w="38100">
            <a:solidFill>
              <a:srgbClr val="1E1E1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36" name="Google Shape;436;p5"/>
          <p:cNvSpPr txBox="1"/>
          <p:nvPr/>
        </p:nvSpPr>
        <p:spPr>
          <a:xfrm>
            <a:off x="17663375" y="9579067"/>
            <a:ext cx="1524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56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/>
          </a:p>
        </p:txBody>
      </p:sp>
      <p:sp>
        <p:nvSpPr>
          <p:cNvPr id="437" name="Google Shape;437;p5"/>
          <p:cNvSpPr txBox="1"/>
          <p:nvPr/>
        </p:nvSpPr>
        <p:spPr>
          <a:xfrm>
            <a:off x="2621136" y="3037012"/>
            <a:ext cx="7580148" cy="58615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36877" lvl="1" marL="473755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94"/>
              <a:buFont typeface="Arial"/>
              <a:buChar char="•"/>
            </a:pPr>
            <a:r>
              <a:rPr b="1" i="0" lang="en-US" sz="2194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Sobrecarga de información: </a:t>
            </a:r>
            <a:r>
              <a:rPr b="0" i="0" lang="en-US" sz="2194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Alto volumen de licitaciones que dificulta identificar las oportunidades realmente convenientes.</a:t>
            </a:r>
            <a:endParaRPr/>
          </a:p>
          <a:p>
            <a:pPr indent="0" lvl="0" marL="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9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36877" lvl="1" marL="473755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94"/>
              <a:buFont typeface="Arial"/>
              <a:buChar char="•"/>
            </a:pPr>
            <a:r>
              <a:rPr b="1" i="0" lang="en-US" sz="2194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Carga de trabajo manual: </a:t>
            </a:r>
            <a:r>
              <a:rPr b="0" i="0" lang="en-US" sz="2194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Alta inversión de tiempo requerida para evaluar y hacer seguimiento a cada proceso.</a:t>
            </a:r>
            <a:endParaRPr/>
          </a:p>
          <a:p>
            <a:pPr indent="0" lvl="0" marL="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9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36877" lvl="1" marL="473755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94"/>
              <a:buFont typeface="Arial"/>
              <a:buChar char="•"/>
            </a:pPr>
            <a:r>
              <a:rPr b="1" i="0" lang="en-US" sz="2194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Información desorganizada: </a:t>
            </a:r>
            <a:r>
              <a:rPr b="0" i="0" lang="en-US" sz="2194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Datos poco estructurados que entorpecen un análisis ágil para la toma de decisiones.</a:t>
            </a:r>
            <a:endParaRPr/>
          </a:p>
          <a:p>
            <a:pPr indent="0" lvl="0" marL="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9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36877" lvl="1" marL="473755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94"/>
              <a:buFont typeface="Arial"/>
              <a:buChar char="•"/>
            </a:pPr>
            <a:r>
              <a:rPr b="1" i="0" lang="en-US" sz="2194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Pérdida de negocios clave: </a:t>
            </a:r>
            <a:r>
              <a:rPr b="0" i="0" lang="en-US" sz="2194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Falta de herramientas efectivas para priorizar y monitorear convocatorias a tiempo.</a:t>
            </a:r>
            <a:endParaRPr/>
          </a:p>
        </p:txBody>
      </p:sp>
    </p:spTree>
  </p:cSld>
  <p:clrMapOvr>
    <a:masterClrMapping/>
  </p:clrMapOvr>
  <p:transition spd="slow">
    <p:push/>
  </p:transition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6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33333" l="0" r="0" t="0"/>
            </a:stretch>
          </a:blipFill>
          <a:ln>
            <a:noFill/>
          </a:ln>
        </p:spPr>
      </p:sp>
      <p:grpSp>
        <p:nvGrpSpPr>
          <p:cNvPr id="443" name="Google Shape;443;p6"/>
          <p:cNvGrpSpPr/>
          <p:nvPr/>
        </p:nvGrpSpPr>
        <p:grpSpPr>
          <a:xfrm>
            <a:off x="-657290" y="-1594043"/>
            <a:ext cx="5816332" cy="11151738"/>
            <a:chOff x="0" y="-104775"/>
            <a:chExt cx="406400" cy="779197"/>
          </a:xfrm>
        </p:grpSpPr>
        <p:sp>
          <p:nvSpPr>
            <p:cNvPr id="444" name="Google Shape;444;p6"/>
            <p:cNvSpPr/>
            <p:nvPr/>
          </p:nvSpPr>
          <p:spPr>
            <a:xfrm>
              <a:off x="0" y="0"/>
              <a:ext cx="406400" cy="674422"/>
            </a:xfrm>
            <a:custGeom>
              <a:rect b="b" l="l" r="r" t="t"/>
              <a:pathLst>
                <a:path extrusionOk="0" h="674422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674422"/>
                  </a:lnTo>
                  <a:lnTo>
                    <a:pt x="0" y="674422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FFDE59"/>
            </a:solidFill>
            <a:ln>
              <a:noFill/>
            </a:ln>
          </p:spPr>
        </p:sp>
        <p:sp>
          <p:nvSpPr>
            <p:cNvPr id="445" name="Google Shape;445;p6"/>
            <p:cNvSpPr txBox="1"/>
            <p:nvPr/>
          </p:nvSpPr>
          <p:spPr>
            <a:xfrm>
              <a:off x="101600" y="-104775"/>
              <a:ext cx="203200" cy="7791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46" name="Google Shape;446;p6"/>
          <p:cNvGrpSpPr/>
          <p:nvPr/>
        </p:nvGrpSpPr>
        <p:grpSpPr>
          <a:xfrm>
            <a:off x="0" y="-1304588"/>
            <a:ext cx="5816332" cy="6531908"/>
            <a:chOff x="0" y="-104775"/>
            <a:chExt cx="406400" cy="456399"/>
          </a:xfrm>
        </p:grpSpPr>
        <p:sp>
          <p:nvSpPr>
            <p:cNvPr id="447" name="Google Shape;447;p6"/>
            <p:cNvSpPr/>
            <p:nvPr/>
          </p:nvSpPr>
          <p:spPr>
            <a:xfrm>
              <a:off x="0" y="0"/>
              <a:ext cx="406400" cy="351624"/>
            </a:xfrm>
            <a:custGeom>
              <a:rect b="b" l="l" r="r" t="t"/>
              <a:pathLst>
                <a:path extrusionOk="0" h="351624" w="406400">
                  <a:moveTo>
                    <a:pt x="203200" y="0"/>
                  </a:moveTo>
                  <a:lnTo>
                    <a:pt x="0" y="0"/>
                  </a:lnTo>
                  <a:lnTo>
                    <a:pt x="203200" y="351624"/>
                  </a:lnTo>
                  <a:lnTo>
                    <a:pt x="406400" y="351624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393E46"/>
            </a:solidFill>
            <a:ln>
              <a:noFill/>
            </a:ln>
          </p:spPr>
        </p:sp>
        <p:sp>
          <p:nvSpPr>
            <p:cNvPr id="448" name="Google Shape;448;p6"/>
            <p:cNvSpPr txBox="1"/>
            <p:nvPr/>
          </p:nvSpPr>
          <p:spPr>
            <a:xfrm>
              <a:off x="101600" y="-104775"/>
              <a:ext cx="203200" cy="4563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49" name="Google Shape;449;p6"/>
          <p:cNvSpPr/>
          <p:nvPr/>
        </p:nvSpPr>
        <p:spPr>
          <a:xfrm>
            <a:off x="-698468" y="638729"/>
            <a:ext cx="19639527" cy="8744791"/>
          </a:xfrm>
          <a:custGeom>
            <a:rect b="b" l="l" r="r" t="t"/>
            <a:pathLst>
              <a:path extrusionOk="0" h="1354797" w="3042677">
                <a:moveTo>
                  <a:pt x="0" y="0"/>
                </a:moveTo>
                <a:lnTo>
                  <a:pt x="3042677" y="0"/>
                </a:lnTo>
                <a:lnTo>
                  <a:pt x="3042677" y="1354797"/>
                </a:lnTo>
                <a:lnTo>
                  <a:pt x="0" y="1354797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grpSp>
        <p:nvGrpSpPr>
          <p:cNvPr id="450" name="Google Shape;450;p6"/>
          <p:cNvGrpSpPr/>
          <p:nvPr/>
        </p:nvGrpSpPr>
        <p:grpSpPr>
          <a:xfrm rot="-1404001">
            <a:off x="-5920851" y="-1814489"/>
            <a:ext cx="5816332" cy="13066049"/>
            <a:chOff x="0" y="-104775"/>
            <a:chExt cx="406400" cy="912954"/>
          </a:xfrm>
        </p:grpSpPr>
        <p:sp>
          <p:nvSpPr>
            <p:cNvPr id="451" name="Google Shape;451;p6"/>
            <p:cNvSpPr/>
            <p:nvPr/>
          </p:nvSpPr>
          <p:spPr>
            <a:xfrm>
              <a:off x="0" y="0"/>
              <a:ext cx="406400" cy="808179"/>
            </a:xfrm>
            <a:custGeom>
              <a:rect b="b" l="l" r="r" t="t"/>
              <a:pathLst>
                <a:path extrusionOk="0" h="808179" w="406400">
                  <a:moveTo>
                    <a:pt x="203200" y="0"/>
                  </a:moveTo>
                  <a:lnTo>
                    <a:pt x="0" y="0"/>
                  </a:lnTo>
                  <a:lnTo>
                    <a:pt x="203200" y="808179"/>
                  </a:lnTo>
                  <a:lnTo>
                    <a:pt x="406400" y="808179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393E46"/>
            </a:solidFill>
            <a:ln>
              <a:noFill/>
            </a:ln>
          </p:spPr>
        </p:sp>
        <p:sp>
          <p:nvSpPr>
            <p:cNvPr id="452" name="Google Shape;452;p6"/>
            <p:cNvSpPr txBox="1"/>
            <p:nvPr/>
          </p:nvSpPr>
          <p:spPr>
            <a:xfrm>
              <a:off x="101600" y="-104775"/>
              <a:ext cx="203200" cy="9129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53" name="Google Shape;453;p6"/>
          <p:cNvGrpSpPr/>
          <p:nvPr/>
        </p:nvGrpSpPr>
        <p:grpSpPr>
          <a:xfrm>
            <a:off x="-148233" y="-74601"/>
            <a:ext cx="18436233" cy="2691793"/>
            <a:chOff x="0" y="-276225"/>
            <a:chExt cx="4855633" cy="708950"/>
          </a:xfrm>
        </p:grpSpPr>
        <p:sp>
          <p:nvSpPr>
            <p:cNvPr id="454" name="Google Shape;454;p6"/>
            <p:cNvSpPr/>
            <p:nvPr/>
          </p:nvSpPr>
          <p:spPr>
            <a:xfrm>
              <a:off x="0" y="0"/>
              <a:ext cx="4855633" cy="432725"/>
            </a:xfrm>
            <a:custGeom>
              <a:rect b="b" l="l" r="r" t="t"/>
              <a:pathLst>
                <a:path extrusionOk="0" h="432725" w="4855633">
                  <a:moveTo>
                    <a:pt x="0" y="0"/>
                  </a:moveTo>
                  <a:lnTo>
                    <a:pt x="4855633" y="0"/>
                  </a:lnTo>
                  <a:lnTo>
                    <a:pt x="4855633" y="432725"/>
                  </a:lnTo>
                  <a:lnTo>
                    <a:pt x="0" y="432725"/>
                  </a:lnTo>
                  <a:close/>
                </a:path>
              </a:pathLst>
            </a:custGeom>
            <a:solidFill>
              <a:srgbClr val="1E1E1E"/>
            </a:solidFill>
            <a:ln>
              <a:noFill/>
            </a:ln>
          </p:spPr>
        </p:sp>
        <p:sp>
          <p:nvSpPr>
            <p:cNvPr id="455" name="Google Shape;455;p6"/>
            <p:cNvSpPr txBox="1"/>
            <p:nvPr/>
          </p:nvSpPr>
          <p:spPr>
            <a:xfrm>
              <a:off x="0" y="-276225"/>
              <a:ext cx="4855633" cy="7089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56" name="Google Shape;456;p6"/>
          <p:cNvGrpSpPr/>
          <p:nvPr/>
        </p:nvGrpSpPr>
        <p:grpSpPr>
          <a:xfrm>
            <a:off x="-2908166" y="-1304589"/>
            <a:ext cx="5816332" cy="11149647"/>
            <a:chOff x="0" y="-104775"/>
            <a:chExt cx="406400" cy="779050"/>
          </a:xfrm>
        </p:grpSpPr>
        <p:sp>
          <p:nvSpPr>
            <p:cNvPr id="457" name="Google Shape;457;p6"/>
            <p:cNvSpPr/>
            <p:nvPr/>
          </p:nvSpPr>
          <p:spPr>
            <a:xfrm>
              <a:off x="0" y="0"/>
              <a:ext cx="406400" cy="674275"/>
            </a:xfrm>
            <a:custGeom>
              <a:rect b="b" l="l" r="r" t="t"/>
              <a:pathLst>
                <a:path extrusionOk="0" h="674275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674275"/>
                  </a:lnTo>
                  <a:lnTo>
                    <a:pt x="0" y="674275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FFD369"/>
            </a:solidFill>
            <a:ln>
              <a:noFill/>
            </a:ln>
          </p:spPr>
        </p:sp>
        <p:sp>
          <p:nvSpPr>
            <p:cNvPr id="458" name="Google Shape;458;p6"/>
            <p:cNvSpPr txBox="1"/>
            <p:nvPr/>
          </p:nvSpPr>
          <p:spPr>
            <a:xfrm>
              <a:off x="101600" y="-104775"/>
              <a:ext cx="203200" cy="7790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459" name="Google Shape;459;p6"/>
          <p:cNvCxnSpPr/>
          <p:nvPr/>
        </p:nvCxnSpPr>
        <p:spPr>
          <a:xfrm>
            <a:off x="5054560" y="1341362"/>
            <a:ext cx="0" cy="982477"/>
          </a:xfrm>
          <a:prstGeom prst="straightConnector1">
            <a:avLst/>
          </a:prstGeom>
          <a:noFill/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60" name="Google Shape;460;p6"/>
          <p:cNvSpPr/>
          <p:nvPr/>
        </p:nvSpPr>
        <p:spPr>
          <a:xfrm>
            <a:off x="10760359" y="3203703"/>
            <a:ext cx="6498941" cy="6011521"/>
          </a:xfrm>
          <a:custGeom>
            <a:rect b="b" l="l" r="r" t="t"/>
            <a:pathLst>
              <a:path extrusionOk="0" h="6011521" w="6498941">
                <a:moveTo>
                  <a:pt x="0" y="0"/>
                </a:moveTo>
                <a:lnTo>
                  <a:pt x="6498941" y="0"/>
                </a:lnTo>
                <a:lnTo>
                  <a:pt x="6498941" y="6011521"/>
                </a:lnTo>
                <a:lnTo>
                  <a:pt x="0" y="601152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27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61" name="Google Shape;461;p6"/>
          <p:cNvSpPr txBox="1"/>
          <p:nvPr/>
        </p:nvSpPr>
        <p:spPr>
          <a:xfrm>
            <a:off x="5387452" y="913799"/>
            <a:ext cx="12117753" cy="15093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99" u="none" cap="none" strike="noStrike">
                <a:solidFill>
                  <a:srgbClr val="FFFFFF"/>
                </a:solidFill>
                <a:latin typeface="Ultra"/>
                <a:ea typeface="Ultra"/>
                <a:cs typeface="Ultra"/>
                <a:sym typeface="Ultra"/>
              </a:rPr>
              <a:t>NECESIDAD</a:t>
            </a:r>
            <a:endParaRPr/>
          </a:p>
          <a:p>
            <a:pPr indent="0" lvl="0" marL="0" marR="0" rtl="0" algn="l">
              <a:lnSpc>
                <a:spcPct val="1400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IDENTIFICANDO OPORTUNIDADES</a:t>
            </a:r>
            <a:endParaRPr/>
          </a:p>
        </p:txBody>
      </p:sp>
      <p:sp>
        <p:nvSpPr>
          <p:cNvPr id="462" name="Google Shape;462;p6"/>
          <p:cNvSpPr txBox="1"/>
          <p:nvPr/>
        </p:nvSpPr>
        <p:spPr>
          <a:xfrm>
            <a:off x="2778020" y="694724"/>
            <a:ext cx="2082288" cy="18256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124" u="none" cap="none" strike="noStrike">
                <a:solidFill>
                  <a:srgbClr val="FFFFFF"/>
                </a:solidFill>
                <a:latin typeface="Ultra"/>
                <a:ea typeface="Ultra"/>
                <a:cs typeface="Ultra"/>
                <a:sym typeface="Ultra"/>
              </a:rPr>
              <a:t>III.-</a:t>
            </a:r>
            <a:endParaRPr/>
          </a:p>
        </p:txBody>
      </p:sp>
      <p:grpSp>
        <p:nvGrpSpPr>
          <p:cNvPr id="463" name="Google Shape;463;p6"/>
          <p:cNvGrpSpPr/>
          <p:nvPr/>
        </p:nvGrpSpPr>
        <p:grpSpPr>
          <a:xfrm>
            <a:off x="11000429" y="2985345"/>
            <a:ext cx="2846466" cy="3118440"/>
            <a:chOff x="0" y="-610565"/>
            <a:chExt cx="3795288" cy="4157920"/>
          </a:xfrm>
        </p:grpSpPr>
        <p:grpSp>
          <p:nvGrpSpPr>
            <p:cNvPr id="464" name="Google Shape;464;p6"/>
            <p:cNvGrpSpPr/>
            <p:nvPr/>
          </p:nvGrpSpPr>
          <p:grpSpPr>
            <a:xfrm>
              <a:off x="735482" y="-610565"/>
              <a:ext cx="2353006" cy="2963571"/>
              <a:chOff x="0" y="-114300"/>
              <a:chExt cx="440491" cy="554791"/>
            </a:xfrm>
          </p:grpSpPr>
          <p:sp>
            <p:nvSpPr>
              <p:cNvPr id="465" name="Google Shape;465;p6"/>
              <p:cNvSpPr/>
              <p:nvPr/>
            </p:nvSpPr>
            <p:spPr>
              <a:xfrm>
                <a:off x="0" y="0"/>
                <a:ext cx="440491" cy="440491"/>
              </a:xfrm>
              <a:custGeom>
                <a:rect b="b" l="l" r="r" t="t"/>
                <a:pathLst>
                  <a:path extrusionOk="0" h="440491" w="440491">
                    <a:moveTo>
                      <a:pt x="131609" y="0"/>
                    </a:moveTo>
                    <a:lnTo>
                      <a:pt x="308882" y="0"/>
                    </a:lnTo>
                    <a:cubicBezTo>
                      <a:pt x="381568" y="0"/>
                      <a:pt x="440491" y="58923"/>
                      <a:pt x="440491" y="131609"/>
                    </a:cubicBezTo>
                    <a:lnTo>
                      <a:pt x="440491" y="308882"/>
                    </a:lnTo>
                    <a:cubicBezTo>
                      <a:pt x="440491" y="381568"/>
                      <a:pt x="381568" y="440491"/>
                      <a:pt x="308882" y="440491"/>
                    </a:cubicBezTo>
                    <a:lnTo>
                      <a:pt x="131609" y="440491"/>
                    </a:lnTo>
                    <a:cubicBezTo>
                      <a:pt x="58923" y="440491"/>
                      <a:pt x="0" y="381568"/>
                      <a:pt x="0" y="308882"/>
                    </a:cubicBezTo>
                    <a:lnTo>
                      <a:pt x="0" y="131609"/>
                    </a:lnTo>
                    <a:cubicBezTo>
                      <a:pt x="0" y="58923"/>
                      <a:pt x="58923" y="0"/>
                      <a:pt x="131609" y="0"/>
                    </a:cubicBezTo>
                    <a:close/>
                  </a:path>
                </a:pathLst>
              </a:custGeom>
              <a:solidFill>
                <a:srgbClr val="393E4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6" name="Google Shape;466;p6"/>
              <p:cNvSpPr txBox="1"/>
              <p:nvPr/>
            </p:nvSpPr>
            <p:spPr>
              <a:xfrm>
                <a:off x="0" y="-114300"/>
                <a:ext cx="440491" cy="55479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64333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467" name="Google Shape;467;p6"/>
            <p:cNvSpPr/>
            <p:nvPr/>
          </p:nvSpPr>
          <p:spPr>
            <a:xfrm>
              <a:off x="824037" y="75424"/>
              <a:ext cx="2185672" cy="2185672"/>
            </a:xfrm>
            <a:custGeom>
              <a:rect b="b" l="l" r="r" t="t"/>
              <a:pathLst>
                <a:path extrusionOk="0" h="2185672" w="2185672">
                  <a:moveTo>
                    <a:pt x="0" y="0"/>
                  </a:moveTo>
                  <a:lnTo>
                    <a:pt x="2185672" y="0"/>
                  </a:lnTo>
                  <a:lnTo>
                    <a:pt x="2185672" y="2185672"/>
                  </a:lnTo>
                  <a:lnTo>
                    <a:pt x="0" y="2185672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468" name="Google Shape;468;p6"/>
            <p:cNvSpPr/>
            <p:nvPr/>
          </p:nvSpPr>
          <p:spPr>
            <a:xfrm>
              <a:off x="1478432" y="780723"/>
              <a:ext cx="835027" cy="791560"/>
            </a:xfrm>
            <a:custGeom>
              <a:rect b="b" l="l" r="r" t="t"/>
              <a:pathLst>
                <a:path extrusionOk="0" h="791560" w="835027">
                  <a:moveTo>
                    <a:pt x="0" y="0"/>
                  </a:moveTo>
                  <a:lnTo>
                    <a:pt x="835027" y="0"/>
                  </a:lnTo>
                  <a:lnTo>
                    <a:pt x="835027" y="791560"/>
                  </a:lnTo>
                  <a:lnTo>
                    <a:pt x="0" y="79156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469" name="Google Shape;469;p6"/>
            <p:cNvSpPr txBox="1"/>
            <p:nvPr/>
          </p:nvSpPr>
          <p:spPr>
            <a:xfrm>
              <a:off x="0" y="2593664"/>
              <a:ext cx="3795288" cy="9536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4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933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Centralizar la información</a:t>
              </a:r>
              <a:endParaRPr/>
            </a:p>
          </p:txBody>
        </p:sp>
      </p:grpSp>
      <p:grpSp>
        <p:nvGrpSpPr>
          <p:cNvPr id="470" name="Google Shape;470;p6"/>
          <p:cNvGrpSpPr/>
          <p:nvPr/>
        </p:nvGrpSpPr>
        <p:grpSpPr>
          <a:xfrm>
            <a:off x="14280887" y="6018921"/>
            <a:ext cx="3224319" cy="3010122"/>
            <a:chOff x="0" y="-610565"/>
            <a:chExt cx="4299092" cy="4013496"/>
          </a:xfrm>
        </p:grpSpPr>
        <p:grpSp>
          <p:nvGrpSpPr>
            <p:cNvPr id="471" name="Google Shape;471;p6"/>
            <p:cNvGrpSpPr/>
            <p:nvPr/>
          </p:nvGrpSpPr>
          <p:grpSpPr>
            <a:xfrm>
              <a:off x="950177" y="-610565"/>
              <a:ext cx="2353006" cy="2963571"/>
              <a:chOff x="0" y="-114300"/>
              <a:chExt cx="440491" cy="554791"/>
            </a:xfrm>
          </p:grpSpPr>
          <p:sp>
            <p:nvSpPr>
              <p:cNvPr id="472" name="Google Shape;472;p6"/>
              <p:cNvSpPr/>
              <p:nvPr/>
            </p:nvSpPr>
            <p:spPr>
              <a:xfrm>
                <a:off x="0" y="0"/>
                <a:ext cx="440491" cy="440491"/>
              </a:xfrm>
              <a:custGeom>
                <a:rect b="b" l="l" r="r" t="t"/>
                <a:pathLst>
                  <a:path extrusionOk="0" h="440491" w="440491">
                    <a:moveTo>
                      <a:pt x="131609" y="0"/>
                    </a:moveTo>
                    <a:lnTo>
                      <a:pt x="308882" y="0"/>
                    </a:lnTo>
                    <a:cubicBezTo>
                      <a:pt x="381568" y="0"/>
                      <a:pt x="440491" y="58923"/>
                      <a:pt x="440491" y="131609"/>
                    </a:cubicBezTo>
                    <a:lnTo>
                      <a:pt x="440491" y="308882"/>
                    </a:lnTo>
                    <a:cubicBezTo>
                      <a:pt x="440491" y="381568"/>
                      <a:pt x="381568" y="440491"/>
                      <a:pt x="308882" y="440491"/>
                    </a:cubicBezTo>
                    <a:lnTo>
                      <a:pt x="131609" y="440491"/>
                    </a:lnTo>
                    <a:cubicBezTo>
                      <a:pt x="58923" y="440491"/>
                      <a:pt x="0" y="381568"/>
                      <a:pt x="0" y="308882"/>
                    </a:cubicBezTo>
                    <a:lnTo>
                      <a:pt x="0" y="131609"/>
                    </a:lnTo>
                    <a:cubicBezTo>
                      <a:pt x="0" y="58923"/>
                      <a:pt x="58923" y="0"/>
                      <a:pt x="131609" y="0"/>
                    </a:cubicBezTo>
                    <a:close/>
                  </a:path>
                </a:pathLst>
              </a:custGeom>
              <a:solidFill>
                <a:srgbClr val="393E4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3" name="Google Shape;473;p6"/>
              <p:cNvSpPr txBox="1"/>
              <p:nvPr/>
            </p:nvSpPr>
            <p:spPr>
              <a:xfrm>
                <a:off x="0" y="-114300"/>
                <a:ext cx="440491" cy="55479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64333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474" name="Google Shape;474;p6"/>
            <p:cNvSpPr/>
            <p:nvPr/>
          </p:nvSpPr>
          <p:spPr>
            <a:xfrm>
              <a:off x="1127666" y="145017"/>
              <a:ext cx="2073536" cy="2107788"/>
            </a:xfrm>
            <a:custGeom>
              <a:rect b="b" l="l" r="r" t="t"/>
              <a:pathLst>
                <a:path extrusionOk="0" h="2107788" w="2073536">
                  <a:moveTo>
                    <a:pt x="0" y="0"/>
                  </a:moveTo>
                  <a:lnTo>
                    <a:pt x="2073537" y="0"/>
                  </a:lnTo>
                  <a:lnTo>
                    <a:pt x="2073537" y="2107788"/>
                  </a:lnTo>
                  <a:lnTo>
                    <a:pt x="0" y="210778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7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475" name="Google Shape;475;p6"/>
            <p:cNvSpPr txBox="1"/>
            <p:nvPr/>
          </p:nvSpPr>
          <p:spPr>
            <a:xfrm>
              <a:off x="0" y="2449240"/>
              <a:ext cx="4299092" cy="9536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4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933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Apoyar la toma de decisiones</a:t>
              </a:r>
              <a:endParaRPr/>
            </a:p>
          </p:txBody>
        </p:sp>
      </p:grpSp>
      <p:grpSp>
        <p:nvGrpSpPr>
          <p:cNvPr id="476" name="Google Shape;476;p6"/>
          <p:cNvGrpSpPr/>
          <p:nvPr/>
        </p:nvGrpSpPr>
        <p:grpSpPr>
          <a:xfrm>
            <a:off x="10743796" y="6018921"/>
            <a:ext cx="3523636" cy="3020413"/>
            <a:chOff x="0" y="-610565"/>
            <a:chExt cx="4698181" cy="4027217"/>
          </a:xfrm>
        </p:grpSpPr>
        <p:grpSp>
          <p:nvGrpSpPr>
            <p:cNvPr id="477" name="Google Shape;477;p6"/>
            <p:cNvGrpSpPr/>
            <p:nvPr/>
          </p:nvGrpSpPr>
          <p:grpSpPr>
            <a:xfrm>
              <a:off x="1040452" y="-610565"/>
              <a:ext cx="2353006" cy="2963571"/>
              <a:chOff x="0" y="-114300"/>
              <a:chExt cx="440491" cy="554791"/>
            </a:xfrm>
          </p:grpSpPr>
          <p:sp>
            <p:nvSpPr>
              <p:cNvPr id="478" name="Google Shape;478;p6"/>
              <p:cNvSpPr/>
              <p:nvPr/>
            </p:nvSpPr>
            <p:spPr>
              <a:xfrm>
                <a:off x="0" y="0"/>
                <a:ext cx="440491" cy="440491"/>
              </a:xfrm>
              <a:custGeom>
                <a:rect b="b" l="l" r="r" t="t"/>
                <a:pathLst>
                  <a:path extrusionOk="0" h="440491" w="440491">
                    <a:moveTo>
                      <a:pt x="131609" y="0"/>
                    </a:moveTo>
                    <a:lnTo>
                      <a:pt x="308882" y="0"/>
                    </a:lnTo>
                    <a:cubicBezTo>
                      <a:pt x="381568" y="0"/>
                      <a:pt x="440491" y="58923"/>
                      <a:pt x="440491" y="131609"/>
                    </a:cubicBezTo>
                    <a:lnTo>
                      <a:pt x="440491" y="308882"/>
                    </a:lnTo>
                    <a:cubicBezTo>
                      <a:pt x="440491" y="381568"/>
                      <a:pt x="381568" y="440491"/>
                      <a:pt x="308882" y="440491"/>
                    </a:cubicBezTo>
                    <a:lnTo>
                      <a:pt x="131609" y="440491"/>
                    </a:lnTo>
                    <a:cubicBezTo>
                      <a:pt x="58923" y="440491"/>
                      <a:pt x="0" y="381568"/>
                      <a:pt x="0" y="308882"/>
                    </a:cubicBezTo>
                    <a:lnTo>
                      <a:pt x="0" y="131609"/>
                    </a:lnTo>
                    <a:cubicBezTo>
                      <a:pt x="0" y="58923"/>
                      <a:pt x="58923" y="0"/>
                      <a:pt x="131609" y="0"/>
                    </a:cubicBezTo>
                    <a:close/>
                  </a:path>
                </a:pathLst>
              </a:custGeom>
              <a:solidFill>
                <a:srgbClr val="393E4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9" name="Google Shape;479;p6"/>
              <p:cNvSpPr txBox="1"/>
              <p:nvPr/>
            </p:nvSpPr>
            <p:spPr>
              <a:xfrm>
                <a:off x="0" y="-114300"/>
                <a:ext cx="440491" cy="55479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64333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480" name="Google Shape;480;p6"/>
            <p:cNvSpPr/>
            <p:nvPr/>
          </p:nvSpPr>
          <p:spPr>
            <a:xfrm>
              <a:off x="1215846" y="122276"/>
              <a:ext cx="2044553" cy="2044553"/>
            </a:xfrm>
            <a:custGeom>
              <a:rect b="b" l="l" r="r" t="t"/>
              <a:pathLst>
                <a:path extrusionOk="0" h="2044553" w="2044553">
                  <a:moveTo>
                    <a:pt x="0" y="0"/>
                  </a:moveTo>
                  <a:lnTo>
                    <a:pt x="2044553" y="0"/>
                  </a:lnTo>
                  <a:lnTo>
                    <a:pt x="2044553" y="2044552"/>
                  </a:lnTo>
                  <a:lnTo>
                    <a:pt x="0" y="2044552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8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481" name="Google Shape;481;p6"/>
            <p:cNvSpPr txBox="1"/>
            <p:nvPr/>
          </p:nvSpPr>
          <p:spPr>
            <a:xfrm>
              <a:off x="0" y="2462961"/>
              <a:ext cx="4698181" cy="9536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4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933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Identificar eficientemente oportunidades</a:t>
              </a:r>
              <a:endParaRPr/>
            </a:p>
          </p:txBody>
        </p:sp>
      </p:grpSp>
      <p:grpSp>
        <p:nvGrpSpPr>
          <p:cNvPr id="482" name="Google Shape;482;p6"/>
          <p:cNvGrpSpPr/>
          <p:nvPr/>
        </p:nvGrpSpPr>
        <p:grpSpPr>
          <a:xfrm>
            <a:off x="14362800" y="2988347"/>
            <a:ext cx="3166341" cy="3121255"/>
            <a:chOff x="0" y="-610565"/>
            <a:chExt cx="4221788" cy="4161673"/>
          </a:xfrm>
        </p:grpSpPr>
        <p:grpSp>
          <p:nvGrpSpPr>
            <p:cNvPr id="483" name="Google Shape;483;p6"/>
            <p:cNvGrpSpPr/>
            <p:nvPr/>
          </p:nvGrpSpPr>
          <p:grpSpPr>
            <a:xfrm>
              <a:off x="934391" y="-610565"/>
              <a:ext cx="2353006" cy="2963571"/>
              <a:chOff x="0" y="-114300"/>
              <a:chExt cx="440491" cy="554791"/>
            </a:xfrm>
          </p:grpSpPr>
          <p:sp>
            <p:nvSpPr>
              <p:cNvPr id="484" name="Google Shape;484;p6"/>
              <p:cNvSpPr/>
              <p:nvPr/>
            </p:nvSpPr>
            <p:spPr>
              <a:xfrm>
                <a:off x="0" y="0"/>
                <a:ext cx="440491" cy="440491"/>
              </a:xfrm>
              <a:custGeom>
                <a:rect b="b" l="l" r="r" t="t"/>
                <a:pathLst>
                  <a:path extrusionOk="0" h="440491" w="440491">
                    <a:moveTo>
                      <a:pt x="131609" y="0"/>
                    </a:moveTo>
                    <a:lnTo>
                      <a:pt x="308882" y="0"/>
                    </a:lnTo>
                    <a:cubicBezTo>
                      <a:pt x="381568" y="0"/>
                      <a:pt x="440491" y="58923"/>
                      <a:pt x="440491" y="131609"/>
                    </a:cubicBezTo>
                    <a:lnTo>
                      <a:pt x="440491" y="308882"/>
                    </a:lnTo>
                    <a:cubicBezTo>
                      <a:pt x="440491" y="381568"/>
                      <a:pt x="381568" y="440491"/>
                      <a:pt x="308882" y="440491"/>
                    </a:cubicBezTo>
                    <a:lnTo>
                      <a:pt x="131609" y="440491"/>
                    </a:lnTo>
                    <a:cubicBezTo>
                      <a:pt x="58923" y="440491"/>
                      <a:pt x="0" y="381568"/>
                      <a:pt x="0" y="308882"/>
                    </a:cubicBezTo>
                    <a:lnTo>
                      <a:pt x="0" y="131609"/>
                    </a:lnTo>
                    <a:cubicBezTo>
                      <a:pt x="0" y="58923"/>
                      <a:pt x="58923" y="0"/>
                      <a:pt x="131609" y="0"/>
                    </a:cubicBezTo>
                    <a:close/>
                  </a:path>
                </a:pathLst>
              </a:custGeom>
              <a:solidFill>
                <a:srgbClr val="393E4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5" name="Google Shape;485;p6"/>
              <p:cNvSpPr txBox="1"/>
              <p:nvPr/>
            </p:nvSpPr>
            <p:spPr>
              <a:xfrm>
                <a:off x="0" y="-114300"/>
                <a:ext cx="440491" cy="55479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64333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486" name="Google Shape;486;p6"/>
            <p:cNvSpPr/>
            <p:nvPr/>
          </p:nvSpPr>
          <p:spPr>
            <a:xfrm>
              <a:off x="1275847" y="230487"/>
              <a:ext cx="1670095" cy="1936342"/>
            </a:xfrm>
            <a:custGeom>
              <a:rect b="b" l="l" r="r" t="t"/>
              <a:pathLst>
                <a:path extrusionOk="0" h="1936342" w="1670095">
                  <a:moveTo>
                    <a:pt x="0" y="0"/>
                  </a:moveTo>
                  <a:lnTo>
                    <a:pt x="1670094" y="0"/>
                  </a:lnTo>
                  <a:lnTo>
                    <a:pt x="1670094" y="1936341"/>
                  </a:lnTo>
                  <a:lnTo>
                    <a:pt x="0" y="1936341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9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487" name="Google Shape;487;p6"/>
            <p:cNvSpPr txBox="1"/>
            <p:nvPr/>
          </p:nvSpPr>
          <p:spPr>
            <a:xfrm>
              <a:off x="0" y="2597417"/>
              <a:ext cx="4221788" cy="9536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4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933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Mejorar la eficiencia operativa</a:t>
              </a:r>
              <a:endParaRPr/>
            </a:p>
          </p:txBody>
        </p:sp>
      </p:grpSp>
      <p:sp>
        <p:nvSpPr>
          <p:cNvPr id="488" name="Google Shape;488;p6"/>
          <p:cNvSpPr txBox="1"/>
          <p:nvPr/>
        </p:nvSpPr>
        <p:spPr>
          <a:xfrm>
            <a:off x="11332697" y="2673405"/>
            <a:ext cx="5434965" cy="5930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OPORTUNIDADES DE MEJORA</a:t>
            </a:r>
            <a:endParaRPr/>
          </a:p>
        </p:txBody>
      </p:sp>
      <p:cxnSp>
        <p:nvCxnSpPr>
          <p:cNvPr id="489" name="Google Shape;489;p6"/>
          <p:cNvCxnSpPr/>
          <p:nvPr/>
        </p:nvCxnSpPr>
        <p:spPr>
          <a:xfrm>
            <a:off x="10741309" y="4659535"/>
            <a:ext cx="0" cy="2888503"/>
          </a:xfrm>
          <a:prstGeom prst="straightConnector1">
            <a:avLst/>
          </a:prstGeom>
          <a:noFill/>
          <a:ln cap="flat" cmpd="sng" w="38100">
            <a:solidFill>
              <a:srgbClr val="1E1E1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90" name="Google Shape;490;p6"/>
          <p:cNvSpPr txBox="1"/>
          <p:nvPr/>
        </p:nvSpPr>
        <p:spPr>
          <a:xfrm>
            <a:off x="17663375" y="9579067"/>
            <a:ext cx="1524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56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/>
          </a:p>
        </p:txBody>
      </p:sp>
      <p:sp>
        <p:nvSpPr>
          <p:cNvPr id="491" name="Google Shape;491;p6"/>
          <p:cNvSpPr txBox="1"/>
          <p:nvPr/>
        </p:nvSpPr>
        <p:spPr>
          <a:xfrm>
            <a:off x="2524348" y="3142670"/>
            <a:ext cx="7924439" cy="59257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37980" lvl="1" marL="475959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4"/>
              <a:buFont typeface="Arial"/>
              <a:buChar char="•"/>
            </a:pPr>
            <a:r>
              <a:rPr b="1" i="0" lang="en-US" sz="2204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Centralización de información: </a:t>
            </a:r>
            <a:r>
              <a:rPr b="0" i="0" lang="en-US" sz="2204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Unificar datos y procesos en un solo lugar, evitando la revisión dispersa e independiente de múltiples fuentes.</a:t>
            </a:r>
            <a:endParaRPr/>
          </a:p>
          <a:p>
            <a:pPr indent="0" lvl="0" marL="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20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37980" lvl="1" marL="475959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4"/>
              <a:buFont typeface="Arial"/>
              <a:buChar char="•"/>
            </a:pPr>
            <a:r>
              <a:rPr b="1" i="0" lang="en-US" sz="2204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Apoyo en toma de decisiones: </a:t>
            </a:r>
            <a:r>
              <a:rPr b="0" i="0" lang="en-US" sz="2204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Estructurar la información disponible de forma clara para agilizar el análisis y facilitar la evaluación estratégica.</a:t>
            </a:r>
            <a:endParaRPr/>
          </a:p>
          <a:p>
            <a:pPr indent="0" lvl="0" marL="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20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37980" lvl="1" marL="475959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4"/>
              <a:buFont typeface="Arial"/>
              <a:buChar char="•"/>
            </a:pPr>
            <a:r>
              <a:rPr b="1" i="0" lang="en-US" sz="2204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Priorización relevante:</a:t>
            </a:r>
            <a:r>
              <a:rPr b="0" i="0" lang="en-US" sz="2204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Filtrar y detectar licitaciones alineadas de forma precisa con el perfil y capacidades de cada MiPyME.</a:t>
            </a:r>
            <a:endParaRPr/>
          </a:p>
          <a:p>
            <a:pPr indent="0" lvl="0" marL="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20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37980" lvl="1" marL="475959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4"/>
              <a:buFont typeface="Arial"/>
              <a:buChar char="•"/>
            </a:pPr>
            <a:r>
              <a:rPr b="1" i="0" lang="en-US" sz="2204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Eficiencia operativa:</a:t>
            </a:r>
            <a:r>
              <a:rPr b="0" i="0" lang="en-US" sz="2204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Automatizar tareas manuales de búsqueda y seguimiento para liberar tiempo y enfocarse en ofertas de alto valor.</a:t>
            </a:r>
            <a:endParaRPr/>
          </a:p>
        </p:txBody>
      </p:sp>
    </p:spTree>
  </p:cSld>
  <p:clrMapOvr>
    <a:masterClrMapping/>
  </p:clrMapOvr>
  <p:transition spd="slow">
    <p:push/>
  </p:transition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7"/>
          <p:cNvSpPr/>
          <p:nvPr/>
        </p:nvSpPr>
        <p:spPr>
          <a:xfrm flipH="1"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6667" l="0" r="0" t="-16667"/>
            </a:stretch>
          </a:blipFill>
          <a:ln>
            <a:noFill/>
          </a:ln>
        </p:spPr>
      </p:sp>
      <p:grpSp>
        <p:nvGrpSpPr>
          <p:cNvPr id="497" name="Google Shape;497;p7"/>
          <p:cNvGrpSpPr/>
          <p:nvPr/>
        </p:nvGrpSpPr>
        <p:grpSpPr>
          <a:xfrm>
            <a:off x="17674593" y="-397818"/>
            <a:ext cx="204469" cy="10684818"/>
            <a:chOff x="0" y="-104775"/>
            <a:chExt cx="53852" cy="2814108"/>
          </a:xfrm>
        </p:grpSpPr>
        <p:sp>
          <p:nvSpPr>
            <p:cNvPr id="498" name="Google Shape;498;p7"/>
            <p:cNvSpPr/>
            <p:nvPr/>
          </p:nvSpPr>
          <p:spPr>
            <a:xfrm>
              <a:off x="0" y="0"/>
              <a:ext cx="53852" cy="2709333"/>
            </a:xfrm>
            <a:custGeom>
              <a:rect b="b" l="l" r="r" t="t"/>
              <a:pathLst>
                <a:path extrusionOk="0" h="2709333" w="53852">
                  <a:moveTo>
                    <a:pt x="0" y="0"/>
                  </a:moveTo>
                  <a:lnTo>
                    <a:pt x="53852" y="0"/>
                  </a:lnTo>
                  <a:lnTo>
                    <a:pt x="5385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AF7A1F"/>
            </a:solidFill>
            <a:ln>
              <a:noFill/>
            </a:ln>
          </p:spPr>
        </p:sp>
        <p:sp>
          <p:nvSpPr>
            <p:cNvPr id="499" name="Google Shape;499;p7"/>
            <p:cNvSpPr txBox="1"/>
            <p:nvPr/>
          </p:nvSpPr>
          <p:spPr>
            <a:xfrm>
              <a:off x="0" y="-104775"/>
              <a:ext cx="53852" cy="281410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00" name="Google Shape;500;p7"/>
          <p:cNvGrpSpPr/>
          <p:nvPr/>
        </p:nvGrpSpPr>
        <p:grpSpPr>
          <a:xfrm>
            <a:off x="17981579" y="-397818"/>
            <a:ext cx="202964" cy="10791455"/>
            <a:chOff x="0" y="-104775"/>
            <a:chExt cx="53456" cy="2842194"/>
          </a:xfrm>
        </p:grpSpPr>
        <p:sp>
          <p:nvSpPr>
            <p:cNvPr id="501" name="Google Shape;501;p7"/>
            <p:cNvSpPr/>
            <p:nvPr/>
          </p:nvSpPr>
          <p:spPr>
            <a:xfrm>
              <a:off x="0" y="0"/>
              <a:ext cx="53456" cy="2737419"/>
            </a:xfrm>
            <a:custGeom>
              <a:rect b="b" l="l" r="r" t="t"/>
              <a:pathLst>
                <a:path extrusionOk="0" h="2737419" w="53456">
                  <a:moveTo>
                    <a:pt x="0" y="0"/>
                  </a:moveTo>
                  <a:lnTo>
                    <a:pt x="53456" y="0"/>
                  </a:lnTo>
                  <a:lnTo>
                    <a:pt x="53456" y="2737419"/>
                  </a:lnTo>
                  <a:lnTo>
                    <a:pt x="0" y="2737419"/>
                  </a:lnTo>
                  <a:close/>
                </a:path>
              </a:pathLst>
            </a:custGeom>
            <a:solidFill>
              <a:srgbClr val="F49619"/>
            </a:solidFill>
            <a:ln>
              <a:noFill/>
            </a:ln>
          </p:spPr>
        </p:sp>
        <p:sp>
          <p:nvSpPr>
            <p:cNvPr id="502" name="Google Shape;502;p7"/>
            <p:cNvSpPr txBox="1"/>
            <p:nvPr/>
          </p:nvSpPr>
          <p:spPr>
            <a:xfrm>
              <a:off x="0" y="-104775"/>
              <a:ext cx="53456" cy="284219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03" name="Google Shape;503;p7"/>
          <p:cNvGrpSpPr/>
          <p:nvPr/>
        </p:nvGrpSpPr>
        <p:grpSpPr>
          <a:xfrm>
            <a:off x="0" y="5516421"/>
            <a:ext cx="18288000" cy="3741879"/>
            <a:chOff x="0" y="-104775"/>
            <a:chExt cx="4816593" cy="985515"/>
          </a:xfrm>
        </p:grpSpPr>
        <p:sp>
          <p:nvSpPr>
            <p:cNvPr id="504" name="Google Shape;504;p7"/>
            <p:cNvSpPr/>
            <p:nvPr/>
          </p:nvSpPr>
          <p:spPr>
            <a:xfrm>
              <a:off x="0" y="0"/>
              <a:ext cx="4816592" cy="880740"/>
            </a:xfrm>
            <a:custGeom>
              <a:rect b="b" l="l" r="r" t="t"/>
              <a:pathLst>
                <a:path extrusionOk="0" h="880740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880740"/>
                  </a:lnTo>
                  <a:lnTo>
                    <a:pt x="0" y="88074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505" name="Google Shape;505;p7"/>
            <p:cNvSpPr txBox="1"/>
            <p:nvPr/>
          </p:nvSpPr>
          <p:spPr>
            <a:xfrm>
              <a:off x="0" y="-104775"/>
              <a:ext cx="4816593" cy="98551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06" name="Google Shape;506;p7"/>
          <p:cNvGrpSpPr/>
          <p:nvPr/>
        </p:nvGrpSpPr>
        <p:grpSpPr>
          <a:xfrm>
            <a:off x="899105" y="6119655"/>
            <a:ext cx="16824802" cy="2888503"/>
            <a:chOff x="0" y="0"/>
            <a:chExt cx="22433069" cy="3851337"/>
          </a:xfrm>
        </p:grpSpPr>
        <p:cxnSp>
          <p:nvCxnSpPr>
            <p:cNvPr id="507" name="Google Shape;507;p7"/>
            <p:cNvCxnSpPr/>
            <p:nvPr/>
          </p:nvCxnSpPr>
          <p:spPr>
            <a:xfrm>
              <a:off x="7000751" y="0"/>
              <a:ext cx="0" cy="3851337"/>
            </a:xfrm>
            <a:prstGeom prst="straightConnector1">
              <a:avLst/>
            </a:prstGeom>
            <a:noFill/>
            <a:ln cap="flat" cmpd="sng" w="50800">
              <a:solidFill>
                <a:srgbClr val="1E1E1E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08" name="Google Shape;508;p7"/>
            <p:cNvCxnSpPr/>
            <p:nvPr/>
          </p:nvCxnSpPr>
          <p:spPr>
            <a:xfrm>
              <a:off x="14925017" y="0"/>
              <a:ext cx="0" cy="3851337"/>
            </a:xfrm>
            <a:prstGeom prst="straightConnector1">
              <a:avLst/>
            </a:prstGeom>
            <a:noFill/>
            <a:ln cap="flat" cmpd="sng" w="50800">
              <a:solidFill>
                <a:srgbClr val="1E1E1E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509" name="Google Shape;509;p7"/>
            <p:cNvGrpSpPr/>
            <p:nvPr/>
          </p:nvGrpSpPr>
          <p:grpSpPr>
            <a:xfrm>
              <a:off x="17242" y="549434"/>
              <a:ext cx="622206" cy="644080"/>
              <a:chOff x="0" y="-28575"/>
              <a:chExt cx="812800" cy="841375"/>
            </a:xfrm>
          </p:grpSpPr>
          <p:sp>
            <p:nvSpPr>
              <p:cNvPr id="510" name="Google Shape;510;p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rect b="b" l="l" r="r" t="t"/>
                <a:pathLst>
                  <a:path extrusionOk="0"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1" name="Google Shape;511;p7"/>
              <p:cNvSpPr txBox="1"/>
              <p:nvPr/>
            </p:nvSpPr>
            <p:spPr>
              <a:xfrm>
                <a:off x="76200" y="-28575"/>
                <a:ext cx="660400" cy="7651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512" name="Google Shape;512;p7"/>
            <p:cNvSpPr txBox="1"/>
            <p:nvPr/>
          </p:nvSpPr>
          <p:spPr>
            <a:xfrm>
              <a:off x="17242" y="444104"/>
              <a:ext cx="6606510" cy="62177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800" u="none" cap="none" strike="noStrike">
                  <a:solidFill>
                    <a:srgbClr val="1E1E1E"/>
                  </a:solidFill>
                  <a:latin typeface="Arial"/>
                  <a:ea typeface="Arial"/>
                  <a:cs typeface="Arial"/>
                  <a:sym typeface="Arial"/>
                </a:rPr>
                <a:t>INTELIGENCIA COMERCIAL</a:t>
              </a:r>
              <a:endParaRPr/>
            </a:p>
          </p:txBody>
        </p:sp>
        <p:sp>
          <p:nvSpPr>
            <p:cNvPr id="513" name="Google Shape;513;p7"/>
            <p:cNvSpPr txBox="1"/>
            <p:nvPr/>
          </p:nvSpPr>
          <p:spPr>
            <a:xfrm>
              <a:off x="0" y="1595872"/>
              <a:ext cx="6226051" cy="176486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450" u="none" cap="none" strike="noStrike">
                  <a:solidFill>
                    <a:srgbClr val="1E1E1E"/>
                  </a:solidFill>
                  <a:latin typeface="Arial"/>
                  <a:ea typeface="Arial"/>
                  <a:cs typeface="Arial"/>
                  <a:sym typeface="Arial"/>
                </a:rPr>
                <a:t>Transformación de datos públicos en oportunidades de negocio relevantes.</a:t>
              </a:r>
              <a:endParaRPr/>
            </a:p>
          </p:txBody>
        </p:sp>
        <p:sp>
          <p:nvSpPr>
            <p:cNvPr id="514" name="Google Shape;514;p7"/>
            <p:cNvSpPr txBox="1"/>
            <p:nvPr/>
          </p:nvSpPr>
          <p:spPr>
            <a:xfrm>
              <a:off x="8753983" y="283613"/>
              <a:ext cx="4608209" cy="10629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700" u="none" cap="none" strike="noStrike">
                  <a:solidFill>
                    <a:srgbClr val="1E1E1E"/>
                  </a:solidFill>
                  <a:latin typeface="Arial"/>
                  <a:ea typeface="Arial"/>
                  <a:cs typeface="Arial"/>
                  <a:sym typeface="Arial"/>
                </a:rPr>
                <a:t>AUTOMATIZACIÓN OPERATIVA</a:t>
              </a:r>
              <a:endParaRPr/>
            </a:p>
          </p:txBody>
        </p:sp>
        <p:sp>
          <p:nvSpPr>
            <p:cNvPr id="515" name="Google Shape;515;p7"/>
            <p:cNvSpPr txBox="1"/>
            <p:nvPr/>
          </p:nvSpPr>
          <p:spPr>
            <a:xfrm>
              <a:off x="7783986" y="1595872"/>
              <a:ext cx="6548202" cy="176484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998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451" u="none" cap="none" strike="noStrike">
                  <a:solidFill>
                    <a:srgbClr val="1E1E1E"/>
                  </a:solidFill>
                  <a:latin typeface="Arial"/>
                  <a:ea typeface="Arial"/>
                  <a:cs typeface="Arial"/>
                  <a:sym typeface="Arial"/>
                </a:rPr>
                <a:t>Reducción de tareas manuales mediante monitoreo y seguimiento continuo.</a:t>
              </a:r>
              <a:endParaRPr/>
            </a:p>
          </p:txBody>
        </p:sp>
        <p:sp>
          <p:nvSpPr>
            <p:cNvPr id="516" name="Google Shape;516;p7"/>
            <p:cNvSpPr txBox="1"/>
            <p:nvPr/>
          </p:nvSpPr>
          <p:spPr>
            <a:xfrm>
              <a:off x="16741629" y="222610"/>
              <a:ext cx="4853032" cy="10629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700" u="none" cap="none" strike="noStrike">
                  <a:solidFill>
                    <a:srgbClr val="1E1E1E"/>
                  </a:solidFill>
                  <a:latin typeface="Arial"/>
                  <a:ea typeface="Arial"/>
                  <a:cs typeface="Arial"/>
                  <a:sym typeface="Arial"/>
                </a:rPr>
                <a:t>DECISIONES BASADAS EN DATOS</a:t>
              </a:r>
              <a:endParaRPr/>
            </a:p>
          </p:txBody>
        </p:sp>
        <p:sp>
          <p:nvSpPr>
            <p:cNvPr id="517" name="Google Shape;517;p7"/>
            <p:cNvSpPr txBox="1"/>
            <p:nvPr/>
          </p:nvSpPr>
          <p:spPr>
            <a:xfrm>
              <a:off x="15699717" y="1595872"/>
              <a:ext cx="6733352" cy="176484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998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451" u="none" cap="none" strike="noStrike">
                  <a:solidFill>
                    <a:srgbClr val="1E1E1E"/>
                  </a:solidFill>
                  <a:latin typeface="Arial"/>
                  <a:ea typeface="Arial"/>
                  <a:cs typeface="Arial"/>
                  <a:sym typeface="Arial"/>
                </a:rPr>
                <a:t>Uso de analítica e inteligencia artificial para apoyar la participación en licitaciones.</a:t>
              </a:r>
              <a:endParaRPr/>
            </a:p>
          </p:txBody>
        </p:sp>
      </p:grpSp>
      <p:grpSp>
        <p:nvGrpSpPr>
          <p:cNvPr id="518" name="Google Shape;518;p7"/>
          <p:cNvGrpSpPr/>
          <p:nvPr/>
        </p:nvGrpSpPr>
        <p:grpSpPr>
          <a:xfrm>
            <a:off x="1914387" y="3076054"/>
            <a:ext cx="2286564" cy="2998050"/>
            <a:chOff x="0" y="-123825"/>
            <a:chExt cx="602223" cy="789610"/>
          </a:xfrm>
        </p:grpSpPr>
        <p:sp>
          <p:nvSpPr>
            <p:cNvPr id="519" name="Google Shape;519;p7"/>
            <p:cNvSpPr/>
            <p:nvPr/>
          </p:nvSpPr>
          <p:spPr>
            <a:xfrm>
              <a:off x="0" y="0"/>
              <a:ext cx="602223" cy="665785"/>
            </a:xfrm>
            <a:custGeom>
              <a:rect b="b" l="l" r="r" t="t"/>
              <a:pathLst>
                <a:path extrusionOk="0" h="665785" w="602223">
                  <a:moveTo>
                    <a:pt x="602223" y="0"/>
                  </a:moveTo>
                  <a:lnTo>
                    <a:pt x="602223" y="551485"/>
                  </a:lnTo>
                  <a:lnTo>
                    <a:pt x="301111" y="665785"/>
                  </a:lnTo>
                  <a:lnTo>
                    <a:pt x="0" y="551485"/>
                  </a:lnTo>
                  <a:lnTo>
                    <a:pt x="0" y="0"/>
                  </a:lnTo>
                  <a:lnTo>
                    <a:pt x="602223" y="0"/>
                  </a:lnTo>
                  <a:close/>
                </a:path>
              </a:pathLst>
            </a:custGeom>
            <a:solidFill>
              <a:srgbClr val="F49619"/>
            </a:solidFill>
            <a:ln>
              <a:noFill/>
            </a:ln>
          </p:spPr>
        </p:sp>
        <p:sp>
          <p:nvSpPr>
            <p:cNvPr id="520" name="Google Shape;520;p7"/>
            <p:cNvSpPr txBox="1"/>
            <p:nvPr/>
          </p:nvSpPr>
          <p:spPr>
            <a:xfrm>
              <a:off x="0" y="-123825"/>
              <a:ext cx="602223" cy="6753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75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21" name="Google Shape;521;p7"/>
          <p:cNvGrpSpPr/>
          <p:nvPr/>
        </p:nvGrpSpPr>
        <p:grpSpPr>
          <a:xfrm>
            <a:off x="7908511" y="3076054"/>
            <a:ext cx="2286564" cy="2998050"/>
            <a:chOff x="0" y="-123825"/>
            <a:chExt cx="602223" cy="789610"/>
          </a:xfrm>
        </p:grpSpPr>
        <p:sp>
          <p:nvSpPr>
            <p:cNvPr id="522" name="Google Shape;522;p7"/>
            <p:cNvSpPr/>
            <p:nvPr/>
          </p:nvSpPr>
          <p:spPr>
            <a:xfrm>
              <a:off x="0" y="0"/>
              <a:ext cx="602223" cy="665785"/>
            </a:xfrm>
            <a:custGeom>
              <a:rect b="b" l="l" r="r" t="t"/>
              <a:pathLst>
                <a:path extrusionOk="0" h="665785" w="602223">
                  <a:moveTo>
                    <a:pt x="602223" y="0"/>
                  </a:moveTo>
                  <a:lnTo>
                    <a:pt x="602223" y="551485"/>
                  </a:lnTo>
                  <a:lnTo>
                    <a:pt x="301111" y="665785"/>
                  </a:lnTo>
                  <a:lnTo>
                    <a:pt x="0" y="551485"/>
                  </a:lnTo>
                  <a:lnTo>
                    <a:pt x="0" y="0"/>
                  </a:lnTo>
                  <a:lnTo>
                    <a:pt x="602223" y="0"/>
                  </a:lnTo>
                  <a:close/>
                </a:path>
              </a:pathLst>
            </a:custGeom>
            <a:solidFill>
              <a:srgbClr val="FF9C55"/>
            </a:solidFill>
            <a:ln>
              <a:noFill/>
            </a:ln>
          </p:spPr>
        </p:sp>
        <p:sp>
          <p:nvSpPr>
            <p:cNvPr id="523" name="Google Shape;523;p7"/>
            <p:cNvSpPr txBox="1"/>
            <p:nvPr/>
          </p:nvSpPr>
          <p:spPr>
            <a:xfrm>
              <a:off x="0" y="-123825"/>
              <a:ext cx="602223" cy="6753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75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24" name="Google Shape;524;p7"/>
          <p:cNvGrpSpPr/>
          <p:nvPr/>
        </p:nvGrpSpPr>
        <p:grpSpPr>
          <a:xfrm>
            <a:off x="14087757" y="3076054"/>
            <a:ext cx="2286564" cy="2998050"/>
            <a:chOff x="0" y="-123825"/>
            <a:chExt cx="602223" cy="789610"/>
          </a:xfrm>
        </p:grpSpPr>
        <p:sp>
          <p:nvSpPr>
            <p:cNvPr id="525" name="Google Shape;525;p7"/>
            <p:cNvSpPr/>
            <p:nvPr/>
          </p:nvSpPr>
          <p:spPr>
            <a:xfrm>
              <a:off x="0" y="0"/>
              <a:ext cx="602223" cy="665785"/>
            </a:xfrm>
            <a:custGeom>
              <a:rect b="b" l="l" r="r" t="t"/>
              <a:pathLst>
                <a:path extrusionOk="0" h="665785" w="602223">
                  <a:moveTo>
                    <a:pt x="602223" y="0"/>
                  </a:moveTo>
                  <a:lnTo>
                    <a:pt x="602223" y="551485"/>
                  </a:lnTo>
                  <a:lnTo>
                    <a:pt x="301111" y="665785"/>
                  </a:lnTo>
                  <a:lnTo>
                    <a:pt x="0" y="551485"/>
                  </a:lnTo>
                  <a:lnTo>
                    <a:pt x="0" y="0"/>
                  </a:lnTo>
                  <a:lnTo>
                    <a:pt x="602223" y="0"/>
                  </a:lnTo>
                  <a:close/>
                </a:path>
              </a:pathLst>
            </a:custGeom>
            <a:solidFill>
              <a:srgbClr val="AF7A1F"/>
            </a:solidFill>
            <a:ln>
              <a:noFill/>
            </a:ln>
          </p:spPr>
        </p:sp>
        <p:sp>
          <p:nvSpPr>
            <p:cNvPr id="526" name="Google Shape;526;p7"/>
            <p:cNvSpPr txBox="1"/>
            <p:nvPr/>
          </p:nvSpPr>
          <p:spPr>
            <a:xfrm>
              <a:off x="0" y="-123825"/>
              <a:ext cx="602223" cy="6753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75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27" name="Google Shape;527;p7"/>
          <p:cNvGrpSpPr/>
          <p:nvPr/>
        </p:nvGrpSpPr>
        <p:grpSpPr>
          <a:xfrm>
            <a:off x="0" y="9460557"/>
            <a:ext cx="18288000" cy="662457"/>
            <a:chOff x="0" y="-104775"/>
            <a:chExt cx="4816593" cy="174474"/>
          </a:xfrm>
        </p:grpSpPr>
        <p:sp>
          <p:nvSpPr>
            <p:cNvPr id="528" name="Google Shape;528;p7"/>
            <p:cNvSpPr/>
            <p:nvPr/>
          </p:nvSpPr>
          <p:spPr>
            <a:xfrm>
              <a:off x="0" y="0"/>
              <a:ext cx="4816592" cy="69699"/>
            </a:xfrm>
            <a:custGeom>
              <a:rect b="b" l="l" r="r" t="t"/>
              <a:pathLst>
                <a:path extrusionOk="0" h="69699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69699"/>
                  </a:lnTo>
                  <a:lnTo>
                    <a:pt x="0" y="69699"/>
                  </a:lnTo>
                  <a:close/>
                </a:path>
              </a:pathLst>
            </a:custGeom>
            <a:solidFill>
              <a:srgbClr val="FF9C55"/>
            </a:solidFill>
            <a:ln>
              <a:noFill/>
            </a:ln>
          </p:spPr>
        </p:sp>
        <p:sp>
          <p:nvSpPr>
            <p:cNvPr id="529" name="Google Shape;529;p7"/>
            <p:cNvSpPr txBox="1"/>
            <p:nvPr/>
          </p:nvSpPr>
          <p:spPr>
            <a:xfrm>
              <a:off x="0" y="-104775"/>
              <a:ext cx="4816593" cy="17447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530" name="Google Shape;530;p7"/>
          <p:cNvCxnSpPr/>
          <p:nvPr/>
        </p:nvCxnSpPr>
        <p:spPr>
          <a:xfrm>
            <a:off x="2737200" y="461552"/>
            <a:ext cx="0" cy="982477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31" name="Google Shape;531;p7"/>
          <p:cNvSpPr/>
          <p:nvPr/>
        </p:nvSpPr>
        <p:spPr>
          <a:xfrm>
            <a:off x="14087757" y="363015"/>
            <a:ext cx="3250699" cy="3135562"/>
          </a:xfrm>
          <a:custGeom>
            <a:rect b="b" l="l" r="r" t="t"/>
            <a:pathLst>
              <a:path extrusionOk="0" h="1268132" w="1314698">
                <a:moveTo>
                  <a:pt x="0" y="0"/>
                </a:moveTo>
                <a:lnTo>
                  <a:pt x="1314698" y="0"/>
                </a:lnTo>
                <a:lnTo>
                  <a:pt x="1314698" y="1268132"/>
                </a:lnTo>
                <a:lnTo>
                  <a:pt x="0" y="1268132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-1538" r="-274402" t="0"/>
            </a:stretch>
          </a:blipFill>
          <a:ln>
            <a:noFill/>
          </a:ln>
        </p:spPr>
      </p:sp>
      <p:sp>
        <p:nvSpPr>
          <p:cNvPr id="532" name="Google Shape;532;p7"/>
          <p:cNvSpPr/>
          <p:nvPr/>
        </p:nvSpPr>
        <p:spPr>
          <a:xfrm>
            <a:off x="2021368" y="3691975"/>
            <a:ext cx="2072601" cy="2005242"/>
          </a:xfrm>
          <a:custGeom>
            <a:rect b="b" l="l" r="r" t="t"/>
            <a:pathLst>
              <a:path extrusionOk="0" h="2005242" w="2072601">
                <a:moveTo>
                  <a:pt x="0" y="0"/>
                </a:moveTo>
                <a:lnTo>
                  <a:pt x="2072601" y="0"/>
                </a:lnTo>
                <a:lnTo>
                  <a:pt x="2072601" y="2005241"/>
                </a:lnTo>
                <a:lnTo>
                  <a:pt x="0" y="200524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33" name="Google Shape;533;p7"/>
          <p:cNvSpPr/>
          <p:nvPr/>
        </p:nvSpPr>
        <p:spPr>
          <a:xfrm>
            <a:off x="8049172" y="3691975"/>
            <a:ext cx="2005242" cy="2005242"/>
          </a:xfrm>
          <a:custGeom>
            <a:rect b="b" l="l" r="r" t="t"/>
            <a:pathLst>
              <a:path extrusionOk="0" h="2005242" w="2005242">
                <a:moveTo>
                  <a:pt x="0" y="0"/>
                </a:moveTo>
                <a:lnTo>
                  <a:pt x="2005242" y="0"/>
                </a:lnTo>
                <a:lnTo>
                  <a:pt x="2005242" y="2005241"/>
                </a:lnTo>
                <a:lnTo>
                  <a:pt x="0" y="200524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34" name="Google Shape;534;p7"/>
          <p:cNvSpPr/>
          <p:nvPr/>
        </p:nvSpPr>
        <p:spPr>
          <a:xfrm>
            <a:off x="14300381" y="3774407"/>
            <a:ext cx="1861317" cy="1840377"/>
          </a:xfrm>
          <a:custGeom>
            <a:rect b="b" l="l" r="r" t="t"/>
            <a:pathLst>
              <a:path extrusionOk="0" h="1840377" w="1861317">
                <a:moveTo>
                  <a:pt x="0" y="0"/>
                </a:moveTo>
                <a:lnTo>
                  <a:pt x="1861316" y="0"/>
                </a:lnTo>
                <a:lnTo>
                  <a:pt x="1861316" y="1840377"/>
                </a:lnTo>
                <a:lnTo>
                  <a:pt x="0" y="184037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35" name="Google Shape;535;p7"/>
          <p:cNvSpPr txBox="1"/>
          <p:nvPr/>
        </p:nvSpPr>
        <p:spPr>
          <a:xfrm>
            <a:off x="3195114" y="318130"/>
            <a:ext cx="9426795" cy="1023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9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093" u="none" cap="none" strike="noStrike">
                <a:solidFill>
                  <a:srgbClr val="000000"/>
                </a:solidFill>
                <a:latin typeface="Ultra"/>
                <a:ea typeface="Ultra"/>
                <a:cs typeface="Ultra"/>
                <a:sym typeface="Ultra"/>
              </a:rPr>
              <a:t>PROPUESTA DE SOLUCIÓN</a:t>
            </a:r>
            <a:endParaRPr/>
          </a:p>
        </p:txBody>
      </p:sp>
      <p:sp>
        <p:nvSpPr>
          <p:cNvPr id="536" name="Google Shape;536;p7"/>
          <p:cNvSpPr txBox="1"/>
          <p:nvPr/>
        </p:nvSpPr>
        <p:spPr>
          <a:xfrm>
            <a:off x="518455" y="61502"/>
            <a:ext cx="2218745" cy="1699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47" u="none" cap="none" strike="noStrike">
                <a:solidFill>
                  <a:srgbClr val="000000"/>
                </a:solidFill>
                <a:latin typeface="Ultra"/>
                <a:ea typeface="Ultra"/>
                <a:cs typeface="Ultra"/>
                <a:sym typeface="Ultra"/>
              </a:rPr>
              <a:t>IV.-</a:t>
            </a:r>
            <a:endParaRPr/>
          </a:p>
        </p:txBody>
      </p:sp>
      <p:sp>
        <p:nvSpPr>
          <p:cNvPr id="537" name="Google Shape;537;p7"/>
          <p:cNvSpPr txBox="1"/>
          <p:nvPr/>
        </p:nvSpPr>
        <p:spPr>
          <a:xfrm>
            <a:off x="3057669" y="1205904"/>
            <a:ext cx="11851997" cy="20019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8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SMARTBIDS</a:t>
            </a:r>
            <a:endParaRPr/>
          </a:p>
        </p:txBody>
      </p:sp>
      <p:sp>
        <p:nvSpPr>
          <p:cNvPr id="538" name="Google Shape;538;p7"/>
          <p:cNvSpPr txBox="1"/>
          <p:nvPr/>
        </p:nvSpPr>
        <p:spPr>
          <a:xfrm>
            <a:off x="17663375" y="9579067"/>
            <a:ext cx="1524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56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/>
          </a:p>
        </p:txBody>
      </p:sp>
    </p:spTree>
  </p:cSld>
  <p:clrMapOvr>
    <a:masterClrMapping/>
  </p:clrMapOvr>
  <p:transition spd="slow">
    <p:push/>
  </p:transition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8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9333" l="0" r="0" t="-9333"/>
            </a:stretch>
          </a:blipFill>
          <a:ln>
            <a:noFill/>
          </a:ln>
        </p:spPr>
      </p:sp>
      <p:grpSp>
        <p:nvGrpSpPr>
          <p:cNvPr id="544" name="Google Shape;544;p8"/>
          <p:cNvGrpSpPr/>
          <p:nvPr/>
        </p:nvGrpSpPr>
        <p:grpSpPr>
          <a:xfrm>
            <a:off x="-22436" y="-1368585"/>
            <a:ext cx="18332871" cy="3373138"/>
            <a:chOff x="0" y="-276225"/>
            <a:chExt cx="4828411" cy="888399"/>
          </a:xfrm>
        </p:grpSpPr>
        <p:sp>
          <p:nvSpPr>
            <p:cNvPr id="545" name="Google Shape;545;p8"/>
            <p:cNvSpPr/>
            <p:nvPr/>
          </p:nvSpPr>
          <p:spPr>
            <a:xfrm>
              <a:off x="0" y="0"/>
              <a:ext cx="4828411" cy="612174"/>
            </a:xfrm>
            <a:custGeom>
              <a:rect b="b" l="l" r="r" t="t"/>
              <a:pathLst>
                <a:path extrusionOk="0" h="612174" w="4828411">
                  <a:moveTo>
                    <a:pt x="0" y="0"/>
                  </a:moveTo>
                  <a:lnTo>
                    <a:pt x="4828411" y="0"/>
                  </a:lnTo>
                  <a:lnTo>
                    <a:pt x="4828411" y="612174"/>
                  </a:lnTo>
                  <a:lnTo>
                    <a:pt x="0" y="612174"/>
                  </a:lnTo>
                  <a:close/>
                </a:path>
              </a:pathLst>
            </a:custGeom>
            <a:solidFill>
              <a:srgbClr val="4FC3F7"/>
            </a:solidFill>
            <a:ln>
              <a:noFill/>
            </a:ln>
          </p:spPr>
        </p:sp>
        <p:sp>
          <p:nvSpPr>
            <p:cNvPr id="546" name="Google Shape;546;p8"/>
            <p:cNvSpPr txBox="1"/>
            <p:nvPr/>
          </p:nvSpPr>
          <p:spPr>
            <a:xfrm>
              <a:off x="0" y="-276225"/>
              <a:ext cx="4828411" cy="8883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47" name="Google Shape;547;p8"/>
          <p:cNvSpPr/>
          <p:nvPr/>
        </p:nvSpPr>
        <p:spPr>
          <a:xfrm>
            <a:off x="17725301" y="8495976"/>
            <a:ext cx="1699256" cy="1019554"/>
          </a:xfrm>
          <a:custGeom>
            <a:rect b="b" l="l" r="r" t="t"/>
            <a:pathLst>
              <a:path extrusionOk="0" h="1019554" w="1699256">
                <a:moveTo>
                  <a:pt x="0" y="0"/>
                </a:moveTo>
                <a:lnTo>
                  <a:pt x="1699257" y="0"/>
                </a:lnTo>
                <a:lnTo>
                  <a:pt x="1699257" y="1019554"/>
                </a:lnTo>
                <a:lnTo>
                  <a:pt x="0" y="101955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48" name="Google Shape;548;p8"/>
          <p:cNvSpPr/>
          <p:nvPr/>
        </p:nvSpPr>
        <p:spPr>
          <a:xfrm rot="-5400000">
            <a:off x="17062944" y="-566905"/>
            <a:ext cx="2304785" cy="2333959"/>
          </a:xfrm>
          <a:custGeom>
            <a:rect b="b" l="l" r="r" t="t"/>
            <a:pathLst>
              <a:path extrusionOk="0" h="2333959" w="2304785">
                <a:moveTo>
                  <a:pt x="0" y="0"/>
                </a:moveTo>
                <a:lnTo>
                  <a:pt x="2304785" y="0"/>
                </a:lnTo>
                <a:lnTo>
                  <a:pt x="2304785" y="2333960"/>
                </a:lnTo>
                <a:lnTo>
                  <a:pt x="0" y="233396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49" name="Google Shape;549;p8"/>
          <p:cNvSpPr/>
          <p:nvPr/>
        </p:nvSpPr>
        <p:spPr>
          <a:xfrm rot="5400000">
            <a:off x="-1637567" y="2520312"/>
            <a:ext cx="2304785" cy="2333959"/>
          </a:xfrm>
          <a:custGeom>
            <a:rect b="b" l="l" r="r" t="t"/>
            <a:pathLst>
              <a:path extrusionOk="0" h="2333959" w="2304785">
                <a:moveTo>
                  <a:pt x="2304785" y="2333959"/>
                </a:moveTo>
                <a:lnTo>
                  <a:pt x="0" y="2333959"/>
                </a:lnTo>
                <a:lnTo>
                  <a:pt x="0" y="0"/>
                </a:lnTo>
                <a:lnTo>
                  <a:pt x="2304785" y="0"/>
                </a:lnTo>
                <a:lnTo>
                  <a:pt x="2304785" y="2333959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50" name="Google Shape;550;p8"/>
          <p:cNvSpPr/>
          <p:nvPr/>
        </p:nvSpPr>
        <p:spPr>
          <a:xfrm>
            <a:off x="-1027496" y="8529558"/>
            <a:ext cx="1491022" cy="952391"/>
          </a:xfrm>
          <a:custGeom>
            <a:rect b="b" l="l" r="r" t="t"/>
            <a:pathLst>
              <a:path extrusionOk="0" h="952391" w="1491022">
                <a:moveTo>
                  <a:pt x="0" y="0"/>
                </a:moveTo>
                <a:lnTo>
                  <a:pt x="1491022" y="0"/>
                </a:lnTo>
                <a:lnTo>
                  <a:pt x="1491022" y="952390"/>
                </a:lnTo>
                <a:lnTo>
                  <a:pt x="0" y="95239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51" name="Google Shape;551;p8"/>
          <p:cNvSpPr/>
          <p:nvPr/>
        </p:nvSpPr>
        <p:spPr>
          <a:xfrm>
            <a:off x="4024853" y="10085005"/>
            <a:ext cx="10126957" cy="1738724"/>
          </a:xfrm>
          <a:custGeom>
            <a:rect b="b" l="l" r="r" t="t"/>
            <a:pathLst>
              <a:path extrusionOk="0" h="1738724" w="10126957">
                <a:moveTo>
                  <a:pt x="0" y="0"/>
                </a:moveTo>
                <a:lnTo>
                  <a:pt x="10126957" y="0"/>
                </a:lnTo>
                <a:lnTo>
                  <a:pt x="10126957" y="1738724"/>
                </a:lnTo>
                <a:lnTo>
                  <a:pt x="0" y="17387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-2157" r="-2202" t="-59556"/>
            </a:stretch>
          </a:blipFill>
          <a:ln>
            <a:noFill/>
          </a:ln>
        </p:spPr>
      </p:sp>
      <p:sp>
        <p:nvSpPr>
          <p:cNvPr id="552" name="Google Shape;552;p8"/>
          <p:cNvSpPr/>
          <p:nvPr/>
        </p:nvSpPr>
        <p:spPr>
          <a:xfrm>
            <a:off x="17869405" y="-1885942"/>
            <a:ext cx="1411048" cy="2914385"/>
          </a:xfrm>
          <a:custGeom>
            <a:rect b="b" l="l" r="r" t="t"/>
            <a:pathLst>
              <a:path extrusionOk="0" h="2914385" w="1411048">
                <a:moveTo>
                  <a:pt x="0" y="0"/>
                </a:moveTo>
                <a:lnTo>
                  <a:pt x="1411048" y="0"/>
                </a:lnTo>
                <a:lnTo>
                  <a:pt x="1411048" y="2914385"/>
                </a:lnTo>
                <a:lnTo>
                  <a:pt x="0" y="291438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cxnSp>
        <p:nvCxnSpPr>
          <p:cNvPr id="553" name="Google Shape;553;p8"/>
          <p:cNvCxnSpPr/>
          <p:nvPr/>
        </p:nvCxnSpPr>
        <p:spPr>
          <a:xfrm>
            <a:off x="2584271" y="431862"/>
            <a:ext cx="0" cy="982477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54" name="Google Shape;554;p8"/>
          <p:cNvSpPr/>
          <p:nvPr/>
        </p:nvSpPr>
        <p:spPr>
          <a:xfrm>
            <a:off x="647799" y="2536426"/>
            <a:ext cx="16742924" cy="4454814"/>
          </a:xfrm>
          <a:custGeom>
            <a:rect b="b" l="l" r="r" t="t"/>
            <a:pathLst>
              <a:path extrusionOk="0" h="4454814" w="16742924">
                <a:moveTo>
                  <a:pt x="0" y="0"/>
                </a:moveTo>
                <a:lnTo>
                  <a:pt x="16742924" y="0"/>
                </a:lnTo>
                <a:lnTo>
                  <a:pt x="16742924" y="4454814"/>
                </a:lnTo>
                <a:lnTo>
                  <a:pt x="0" y="445481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-48056" l="0" r="-178303" t="-14071"/>
            </a:stretch>
          </a:blipFill>
          <a:ln>
            <a:noFill/>
          </a:ln>
        </p:spPr>
      </p:sp>
      <p:sp>
        <p:nvSpPr>
          <p:cNvPr id="555" name="Google Shape;555;p8"/>
          <p:cNvSpPr txBox="1"/>
          <p:nvPr/>
        </p:nvSpPr>
        <p:spPr>
          <a:xfrm>
            <a:off x="2812871" y="432991"/>
            <a:ext cx="11679472" cy="9118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99" u="none" cap="none" strike="noStrike">
                <a:solidFill>
                  <a:srgbClr val="000000"/>
                </a:solidFill>
                <a:latin typeface="Ultra"/>
                <a:ea typeface="Ultra"/>
                <a:cs typeface="Ultra"/>
                <a:sym typeface="Ultra"/>
              </a:rPr>
              <a:t>REQUISITOS FUNCIONALES</a:t>
            </a:r>
            <a:endParaRPr/>
          </a:p>
        </p:txBody>
      </p:sp>
      <p:sp>
        <p:nvSpPr>
          <p:cNvPr id="556" name="Google Shape;556;p8"/>
          <p:cNvSpPr txBox="1"/>
          <p:nvPr/>
        </p:nvSpPr>
        <p:spPr>
          <a:xfrm>
            <a:off x="282646" y="-133433"/>
            <a:ext cx="2076748" cy="18256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124" u="none" cap="none" strike="noStrike">
                <a:solidFill>
                  <a:srgbClr val="000000"/>
                </a:solidFill>
                <a:latin typeface="Ultra"/>
                <a:ea typeface="Ultra"/>
                <a:cs typeface="Ultra"/>
                <a:sym typeface="Ultra"/>
              </a:rPr>
              <a:t>V.-</a:t>
            </a:r>
            <a:endParaRPr/>
          </a:p>
        </p:txBody>
      </p:sp>
      <p:sp>
        <p:nvSpPr>
          <p:cNvPr id="557" name="Google Shape;557;p8"/>
          <p:cNvSpPr txBox="1"/>
          <p:nvPr/>
        </p:nvSpPr>
        <p:spPr>
          <a:xfrm>
            <a:off x="17663375" y="9579067"/>
            <a:ext cx="1524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56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/>
          </a:p>
        </p:txBody>
      </p:sp>
      <p:grpSp>
        <p:nvGrpSpPr>
          <p:cNvPr id="558" name="Google Shape;558;p8"/>
          <p:cNvGrpSpPr/>
          <p:nvPr/>
        </p:nvGrpSpPr>
        <p:grpSpPr>
          <a:xfrm>
            <a:off x="463526" y="5974204"/>
            <a:ext cx="17338597" cy="3629861"/>
            <a:chOff x="0" y="-276225"/>
            <a:chExt cx="3092083" cy="647332"/>
          </a:xfrm>
        </p:grpSpPr>
        <p:sp>
          <p:nvSpPr>
            <p:cNvPr id="559" name="Google Shape;559;p8"/>
            <p:cNvSpPr/>
            <p:nvPr/>
          </p:nvSpPr>
          <p:spPr>
            <a:xfrm>
              <a:off x="0" y="0"/>
              <a:ext cx="3092083" cy="371107"/>
            </a:xfrm>
            <a:custGeom>
              <a:rect b="b" l="l" r="r" t="t"/>
              <a:pathLst>
                <a:path extrusionOk="0" h="371107" w="3092083">
                  <a:moveTo>
                    <a:pt x="0" y="0"/>
                  </a:moveTo>
                  <a:lnTo>
                    <a:pt x="3092083" y="0"/>
                  </a:lnTo>
                  <a:lnTo>
                    <a:pt x="3092083" y="371107"/>
                  </a:lnTo>
                  <a:lnTo>
                    <a:pt x="0" y="371107"/>
                  </a:lnTo>
                  <a:close/>
                </a:path>
              </a:pathLst>
            </a:custGeom>
            <a:solidFill>
              <a:srgbClr val="49C3FB"/>
            </a:solidFill>
            <a:ln>
              <a:noFill/>
            </a:ln>
          </p:spPr>
        </p:sp>
        <p:sp>
          <p:nvSpPr>
            <p:cNvPr id="560" name="Google Shape;560;p8"/>
            <p:cNvSpPr txBox="1"/>
            <p:nvPr/>
          </p:nvSpPr>
          <p:spPr>
            <a:xfrm>
              <a:off x="0" y="-276225"/>
              <a:ext cx="3092083" cy="647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61" name="Google Shape;561;p8"/>
          <p:cNvGrpSpPr/>
          <p:nvPr/>
        </p:nvGrpSpPr>
        <p:grpSpPr>
          <a:xfrm>
            <a:off x="780356" y="6292338"/>
            <a:ext cx="16477810" cy="3001690"/>
            <a:chOff x="0" y="-276225"/>
            <a:chExt cx="2938575" cy="535307"/>
          </a:xfrm>
        </p:grpSpPr>
        <p:sp>
          <p:nvSpPr>
            <p:cNvPr id="562" name="Google Shape;562;p8"/>
            <p:cNvSpPr/>
            <p:nvPr/>
          </p:nvSpPr>
          <p:spPr>
            <a:xfrm>
              <a:off x="0" y="0"/>
              <a:ext cx="2938575" cy="259082"/>
            </a:xfrm>
            <a:custGeom>
              <a:rect b="b" l="l" r="r" t="t"/>
              <a:pathLst>
                <a:path extrusionOk="0" h="259082" w="2938575">
                  <a:moveTo>
                    <a:pt x="0" y="0"/>
                  </a:moveTo>
                  <a:lnTo>
                    <a:pt x="2938575" y="0"/>
                  </a:lnTo>
                  <a:lnTo>
                    <a:pt x="2938575" y="259082"/>
                  </a:lnTo>
                  <a:lnTo>
                    <a:pt x="0" y="259082"/>
                  </a:lnTo>
                  <a:close/>
                </a:path>
              </a:pathLst>
            </a:custGeom>
            <a:solidFill>
              <a:srgbClr val="F8FAFC"/>
            </a:solidFill>
            <a:ln>
              <a:noFill/>
            </a:ln>
          </p:spPr>
        </p:sp>
        <p:sp>
          <p:nvSpPr>
            <p:cNvPr id="563" name="Google Shape;563;p8"/>
            <p:cNvSpPr txBox="1"/>
            <p:nvPr/>
          </p:nvSpPr>
          <p:spPr>
            <a:xfrm>
              <a:off x="0" y="-276225"/>
              <a:ext cx="2938575" cy="53530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64" name="Google Shape;564;p8"/>
          <p:cNvSpPr txBox="1"/>
          <p:nvPr/>
        </p:nvSpPr>
        <p:spPr>
          <a:xfrm>
            <a:off x="1530746" y="7853270"/>
            <a:ext cx="15204157" cy="12477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7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 detallaron los Requisitos Funcionales (RF) iniciales de SmartBids</a:t>
            </a:r>
            <a:r>
              <a:rPr b="0" i="0" lang="en-US" sz="327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enfocados en el alcance de la solución acordada con el Cliente</a:t>
            </a:r>
            <a:endParaRPr/>
          </a:p>
        </p:txBody>
      </p:sp>
    </p:spTree>
  </p:cSld>
  <p:clrMapOvr>
    <a:masterClrMapping/>
  </p:clrMapOvr>
  <p:transition spd="slow">
    <p:push/>
  </p:transition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8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p9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9333" l="0" r="0" t="-9333"/>
            </a:stretch>
          </a:blipFill>
          <a:ln>
            <a:noFill/>
          </a:ln>
        </p:spPr>
      </p:sp>
      <p:grpSp>
        <p:nvGrpSpPr>
          <p:cNvPr id="570" name="Google Shape;570;p9"/>
          <p:cNvGrpSpPr/>
          <p:nvPr/>
        </p:nvGrpSpPr>
        <p:grpSpPr>
          <a:xfrm>
            <a:off x="-22436" y="-1368585"/>
            <a:ext cx="18332871" cy="3373138"/>
            <a:chOff x="0" y="-276225"/>
            <a:chExt cx="4828411" cy="888399"/>
          </a:xfrm>
        </p:grpSpPr>
        <p:sp>
          <p:nvSpPr>
            <p:cNvPr id="571" name="Google Shape;571;p9"/>
            <p:cNvSpPr/>
            <p:nvPr/>
          </p:nvSpPr>
          <p:spPr>
            <a:xfrm>
              <a:off x="0" y="0"/>
              <a:ext cx="4828411" cy="612174"/>
            </a:xfrm>
            <a:custGeom>
              <a:rect b="b" l="l" r="r" t="t"/>
              <a:pathLst>
                <a:path extrusionOk="0" h="612174" w="4828411">
                  <a:moveTo>
                    <a:pt x="0" y="0"/>
                  </a:moveTo>
                  <a:lnTo>
                    <a:pt x="4828411" y="0"/>
                  </a:lnTo>
                  <a:lnTo>
                    <a:pt x="4828411" y="612174"/>
                  </a:lnTo>
                  <a:lnTo>
                    <a:pt x="0" y="612174"/>
                  </a:lnTo>
                  <a:close/>
                </a:path>
              </a:pathLst>
            </a:custGeom>
            <a:solidFill>
              <a:srgbClr val="5170FF"/>
            </a:solidFill>
            <a:ln>
              <a:noFill/>
            </a:ln>
          </p:spPr>
        </p:sp>
        <p:sp>
          <p:nvSpPr>
            <p:cNvPr id="572" name="Google Shape;572;p9"/>
            <p:cNvSpPr txBox="1"/>
            <p:nvPr/>
          </p:nvSpPr>
          <p:spPr>
            <a:xfrm>
              <a:off x="0" y="-276225"/>
              <a:ext cx="4828411" cy="8883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73" name="Google Shape;573;p9"/>
          <p:cNvSpPr/>
          <p:nvPr/>
        </p:nvSpPr>
        <p:spPr>
          <a:xfrm>
            <a:off x="17725301" y="8495976"/>
            <a:ext cx="1699256" cy="1019554"/>
          </a:xfrm>
          <a:custGeom>
            <a:rect b="b" l="l" r="r" t="t"/>
            <a:pathLst>
              <a:path extrusionOk="0" h="1019554" w="1699256">
                <a:moveTo>
                  <a:pt x="0" y="0"/>
                </a:moveTo>
                <a:lnTo>
                  <a:pt x="1699257" y="0"/>
                </a:lnTo>
                <a:lnTo>
                  <a:pt x="1699257" y="1019554"/>
                </a:lnTo>
                <a:lnTo>
                  <a:pt x="0" y="101955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74" name="Google Shape;574;p9"/>
          <p:cNvSpPr/>
          <p:nvPr/>
        </p:nvSpPr>
        <p:spPr>
          <a:xfrm rot="-5400000">
            <a:off x="17062944" y="-566905"/>
            <a:ext cx="2304785" cy="2333959"/>
          </a:xfrm>
          <a:custGeom>
            <a:rect b="b" l="l" r="r" t="t"/>
            <a:pathLst>
              <a:path extrusionOk="0" h="2333959" w="2304785">
                <a:moveTo>
                  <a:pt x="0" y="0"/>
                </a:moveTo>
                <a:lnTo>
                  <a:pt x="2304785" y="0"/>
                </a:lnTo>
                <a:lnTo>
                  <a:pt x="2304785" y="2333960"/>
                </a:lnTo>
                <a:lnTo>
                  <a:pt x="0" y="233396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75" name="Google Shape;575;p9"/>
          <p:cNvSpPr/>
          <p:nvPr/>
        </p:nvSpPr>
        <p:spPr>
          <a:xfrm rot="5400000">
            <a:off x="-1637567" y="2520312"/>
            <a:ext cx="2304785" cy="2333959"/>
          </a:xfrm>
          <a:custGeom>
            <a:rect b="b" l="l" r="r" t="t"/>
            <a:pathLst>
              <a:path extrusionOk="0" h="2333959" w="2304785">
                <a:moveTo>
                  <a:pt x="2304785" y="2333959"/>
                </a:moveTo>
                <a:lnTo>
                  <a:pt x="0" y="2333959"/>
                </a:lnTo>
                <a:lnTo>
                  <a:pt x="0" y="0"/>
                </a:lnTo>
                <a:lnTo>
                  <a:pt x="2304785" y="0"/>
                </a:lnTo>
                <a:lnTo>
                  <a:pt x="2304785" y="2333959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76" name="Google Shape;576;p9"/>
          <p:cNvSpPr/>
          <p:nvPr/>
        </p:nvSpPr>
        <p:spPr>
          <a:xfrm>
            <a:off x="-1027496" y="8529558"/>
            <a:ext cx="1491022" cy="952391"/>
          </a:xfrm>
          <a:custGeom>
            <a:rect b="b" l="l" r="r" t="t"/>
            <a:pathLst>
              <a:path extrusionOk="0" h="952391" w="1491022">
                <a:moveTo>
                  <a:pt x="0" y="0"/>
                </a:moveTo>
                <a:lnTo>
                  <a:pt x="1491022" y="0"/>
                </a:lnTo>
                <a:lnTo>
                  <a:pt x="1491022" y="952390"/>
                </a:lnTo>
                <a:lnTo>
                  <a:pt x="0" y="95239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77" name="Google Shape;577;p9"/>
          <p:cNvSpPr/>
          <p:nvPr/>
        </p:nvSpPr>
        <p:spPr>
          <a:xfrm>
            <a:off x="4024853" y="10085005"/>
            <a:ext cx="10126957" cy="1738724"/>
          </a:xfrm>
          <a:custGeom>
            <a:rect b="b" l="l" r="r" t="t"/>
            <a:pathLst>
              <a:path extrusionOk="0" h="1738724" w="10126957">
                <a:moveTo>
                  <a:pt x="0" y="0"/>
                </a:moveTo>
                <a:lnTo>
                  <a:pt x="10126957" y="0"/>
                </a:lnTo>
                <a:lnTo>
                  <a:pt x="10126957" y="1738724"/>
                </a:lnTo>
                <a:lnTo>
                  <a:pt x="0" y="17387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-2157" r="-2202" t="-59556"/>
            </a:stretch>
          </a:blipFill>
          <a:ln>
            <a:noFill/>
          </a:ln>
        </p:spPr>
      </p:sp>
      <p:sp>
        <p:nvSpPr>
          <p:cNvPr id="578" name="Google Shape;578;p9"/>
          <p:cNvSpPr/>
          <p:nvPr/>
        </p:nvSpPr>
        <p:spPr>
          <a:xfrm>
            <a:off x="17869405" y="-1885942"/>
            <a:ext cx="1411048" cy="2914385"/>
          </a:xfrm>
          <a:custGeom>
            <a:rect b="b" l="l" r="r" t="t"/>
            <a:pathLst>
              <a:path extrusionOk="0" h="2914385" w="1411048">
                <a:moveTo>
                  <a:pt x="0" y="0"/>
                </a:moveTo>
                <a:lnTo>
                  <a:pt x="1411048" y="0"/>
                </a:lnTo>
                <a:lnTo>
                  <a:pt x="1411048" y="2914385"/>
                </a:lnTo>
                <a:lnTo>
                  <a:pt x="0" y="291438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cxnSp>
        <p:nvCxnSpPr>
          <p:cNvPr id="579" name="Google Shape;579;p9"/>
          <p:cNvCxnSpPr/>
          <p:nvPr/>
        </p:nvCxnSpPr>
        <p:spPr>
          <a:xfrm>
            <a:off x="2584271" y="431862"/>
            <a:ext cx="0" cy="982477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80" name="Google Shape;580;p9"/>
          <p:cNvSpPr/>
          <p:nvPr/>
        </p:nvSpPr>
        <p:spPr>
          <a:xfrm>
            <a:off x="805482" y="2525897"/>
            <a:ext cx="17150311" cy="4344745"/>
          </a:xfrm>
          <a:custGeom>
            <a:rect b="b" l="l" r="r" t="t"/>
            <a:pathLst>
              <a:path extrusionOk="0" h="4344745" w="17150311">
                <a:moveTo>
                  <a:pt x="0" y="0"/>
                </a:moveTo>
                <a:lnTo>
                  <a:pt x="17150311" y="0"/>
                </a:lnTo>
                <a:lnTo>
                  <a:pt x="17150311" y="4344745"/>
                </a:lnTo>
                <a:lnTo>
                  <a:pt x="0" y="434474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-53511" l="-1537" r="-171530" t="-1436"/>
            </a:stretch>
          </a:blipFill>
          <a:ln>
            <a:noFill/>
          </a:ln>
        </p:spPr>
      </p:sp>
      <p:sp>
        <p:nvSpPr>
          <p:cNvPr id="581" name="Google Shape;581;p9"/>
          <p:cNvSpPr txBox="1"/>
          <p:nvPr/>
        </p:nvSpPr>
        <p:spPr>
          <a:xfrm>
            <a:off x="2844101" y="398002"/>
            <a:ext cx="11679472" cy="9118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99" u="none" cap="none" strike="noStrike">
                <a:solidFill>
                  <a:srgbClr val="000000"/>
                </a:solidFill>
                <a:latin typeface="Ultra"/>
                <a:ea typeface="Ultra"/>
                <a:cs typeface="Ultra"/>
                <a:sym typeface="Ultra"/>
              </a:rPr>
              <a:t>REQUISITOS  NO FUNCIONALES</a:t>
            </a:r>
            <a:endParaRPr/>
          </a:p>
        </p:txBody>
      </p:sp>
      <p:sp>
        <p:nvSpPr>
          <p:cNvPr id="582" name="Google Shape;582;p9"/>
          <p:cNvSpPr txBox="1"/>
          <p:nvPr/>
        </p:nvSpPr>
        <p:spPr>
          <a:xfrm>
            <a:off x="282646" y="-133433"/>
            <a:ext cx="2301625" cy="18091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24" u="none" cap="none" strike="noStrike">
                <a:solidFill>
                  <a:srgbClr val="000000"/>
                </a:solidFill>
                <a:latin typeface="Ultra"/>
                <a:ea typeface="Ultra"/>
                <a:cs typeface="Ultra"/>
                <a:sym typeface="Ultra"/>
              </a:rPr>
              <a:t>VI.-</a:t>
            </a:r>
            <a:endParaRPr/>
          </a:p>
        </p:txBody>
      </p:sp>
      <p:sp>
        <p:nvSpPr>
          <p:cNvPr id="583" name="Google Shape;583;p9"/>
          <p:cNvSpPr txBox="1"/>
          <p:nvPr/>
        </p:nvSpPr>
        <p:spPr>
          <a:xfrm>
            <a:off x="17663375" y="9579067"/>
            <a:ext cx="1524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56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/>
          </a:p>
        </p:txBody>
      </p:sp>
      <p:grpSp>
        <p:nvGrpSpPr>
          <p:cNvPr id="584" name="Google Shape;584;p9"/>
          <p:cNvGrpSpPr/>
          <p:nvPr/>
        </p:nvGrpSpPr>
        <p:grpSpPr>
          <a:xfrm>
            <a:off x="463526" y="5769407"/>
            <a:ext cx="17338597" cy="3834658"/>
            <a:chOff x="0" y="-276225"/>
            <a:chExt cx="3092083" cy="683854"/>
          </a:xfrm>
        </p:grpSpPr>
        <p:sp>
          <p:nvSpPr>
            <p:cNvPr id="585" name="Google Shape;585;p9"/>
            <p:cNvSpPr/>
            <p:nvPr/>
          </p:nvSpPr>
          <p:spPr>
            <a:xfrm>
              <a:off x="0" y="0"/>
              <a:ext cx="3092083" cy="407629"/>
            </a:xfrm>
            <a:custGeom>
              <a:rect b="b" l="l" r="r" t="t"/>
              <a:pathLst>
                <a:path extrusionOk="0" h="407629" w="3092083">
                  <a:moveTo>
                    <a:pt x="0" y="0"/>
                  </a:moveTo>
                  <a:lnTo>
                    <a:pt x="3092083" y="0"/>
                  </a:lnTo>
                  <a:lnTo>
                    <a:pt x="3092083" y="407629"/>
                  </a:lnTo>
                  <a:lnTo>
                    <a:pt x="0" y="407629"/>
                  </a:lnTo>
                  <a:close/>
                </a:path>
              </a:pathLst>
            </a:custGeom>
            <a:solidFill>
              <a:srgbClr val="5170FF"/>
            </a:solidFill>
            <a:ln>
              <a:noFill/>
            </a:ln>
          </p:spPr>
        </p:sp>
        <p:sp>
          <p:nvSpPr>
            <p:cNvPr id="586" name="Google Shape;586;p9"/>
            <p:cNvSpPr txBox="1"/>
            <p:nvPr/>
          </p:nvSpPr>
          <p:spPr>
            <a:xfrm>
              <a:off x="0" y="-276225"/>
              <a:ext cx="3092083" cy="6838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87" name="Google Shape;587;p9"/>
          <p:cNvGrpSpPr/>
          <p:nvPr/>
        </p:nvGrpSpPr>
        <p:grpSpPr>
          <a:xfrm>
            <a:off x="780356" y="6111785"/>
            <a:ext cx="16477810" cy="3182243"/>
            <a:chOff x="0" y="-276225"/>
            <a:chExt cx="2938575" cy="567506"/>
          </a:xfrm>
        </p:grpSpPr>
        <p:sp>
          <p:nvSpPr>
            <p:cNvPr id="588" name="Google Shape;588;p9"/>
            <p:cNvSpPr/>
            <p:nvPr/>
          </p:nvSpPr>
          <p:spPr>
            <a:xfrm>
              <a:off x="0" y="0"/>
              <a:ext cx="2938575" cy="291281"/>
            </a:xfrm>
            <a:custGeom>
              <a:rect b="b" l="l" r="r" t="t"/>
              <a:pathLst>
                <a:path extrusionOk="0" h="291281" w="2938575">
                  <a:moveTo>
                    <a:pt x="0" y="0"/>
                  </a:moveTo>
                  <a:lnTo>
                    <a:pt x="2938575" y="0"/>
                  </a:lnTo>
                  <a:lnTo>
                    <a:pt x="2938575" y="291281"/>
                  </a:lnTo>
                  <a:lnTo>
                    <a:pt x="0" y="291281"/>
                  </a:lnTo>
                  <a:close/>
                </a:path>
              </a:pathLst>
            </a:custGeom>
            <a:solidFill>
              <a:srgbClr val="F8FAFC"/>
            </a:solidFill>
            <a:ln>
              <a:noFill/>
            </a:ln>
          </p:spPr>
        </p:sp>
        <p:sp>
          <p:nvSpPr>
            <p:cNvPr id="589" name="Google Shape;589;p9"/>
            <p:cNvSpPr txBox="1"/>
            <p:nvPr/>
          </p:nvSpPr>
          <p:spPr>
            <a:xfrm>
              <a:off x="0" y="-276225"/>
              <a:ext cx="2938575" cy="5675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90" name="Google Shape;590;p9"/>
          <p:cNvSpPr txBox="1"/>
          <p:nvPr/>
        </p:nvSpPr>
        <p:spPr>
          <a:xfrm>
            <a:off x="1039353" y="7612885"/>
            <a:ext cx="16110122" cy="15769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9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 definieron los Requisitos No Funcionales (RNF) del sistema SmartBids</a:t>
            </a:r>
            <a:r>
              <a:rPr b="0" i="0" lang="en-US" sz="279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enfocados principalmente en garantizar la seguridad de la plataforma y el resguardo de la información de los usuarios</a:t>
            </a:r>
            <a:endParaRPr/>
          </a:p>
        </p:txBody>
      </p:sp>
    </p:spTree>
  </p:cSld>
  <p:clrMapOvr>
    <a:masterClrMapping/>
  </p:clrMapOvr>
  <p:transition spd="slow">
    <p:push/>
  </p:transition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4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p10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9333" l="0" r="0" t="-9333"/>
            </a:stretch>
          </a:blipFill>
          <a:ln>
            <a:noFill/>
          </a:ln>
        </p:spPr>
      </p:sp>
      <p:sp>
        <p:nvSpPr>
          <p:cNvPr id="596" name="Google Shape;596;p10"/>
          <p:cNvSpPr/>
          <p:nvPr/>
        </p:nvSpPr>
        <p:spPr>
          <a:xfrm>
            <a:off x="9705905" y="1561400"/>
            <a:ext cx="13418539" cy="8940102"/>
          </a:xfrm>
          <a:custGeom>
            <a:rect b="b" l="l" r="r" t="t"/>
            <a:pathLst>
              <a:path extrusionOk="0" h="8940102" w="13418539">
                <a:moveTo>
                  <a:pt x="0" y="0"/>
                </a:moveTo>
                <a:lnTo>
                  <a:pt x="13418539" y="0"/>
                </a:lnTo>
                <a:lnTo>
                  <a:pt x="13418539" y="8940102"/>
                </a:lnTo>
                <a:lnTo>
                  <a:pt x="0" y="89401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597" name="Google Shape;597;p10"/>
          <p:cNvGrpSpPr/>
          <p:nvPr/>
        </p:nvGrpSpPr>
        <p:grpSpPr>
          <a:xfrm>
            <a:off x="7477401" y="-847710"/>
            <a:ext cx="6070754" cy="11149647"/>
            <a:chOff x="0" y="-104775"/>
            <a:chExt cx="424177" cy="779050"/>
          </a:xfrm>
        </p:grpSpPr>
        <p:sp>
          <p:nvSpPr>
            <p:cNvPr id="598" name="Google Shape;598;p10"/>
            <p:cNvSpPr/>
            <p:nvPr/>
          </p:nvSpPr>
          <p:spPr>
            <a:xfrm>
              <a:off x="0" y="0"/>
              <a:ext cx="424177" cy="674275"/>
            </a:xfrm>
            <a:custGeom>
              <a:rect b="b" l="l" r="r" t="t"/>
              <a:pathLst>
                <a:path extrusionOk="0" h="674275" w="424177">
                  <a:moveTo>
                    <a:pt x="203200" y="0"/>
                  </a:moveTo>
                  <a:lnTo>
                    <a:pt x="424177" y="0"/>
                  </a:lnTo>
                  <a:lnTo>
                    <a:pt x="220977" y="674275"/>
                  </a:lnTo>
                  <a:lnTo>
                    <a:pt x="0" y="674275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393E46">
                <a:alpha val="46667"/>
              </a:srgbClr>
            </a:solidFill>
            <a:ln>
              <a:noFill/>
            </a:ln>
          </p:spPr>
        </p:sp>
        <p:sp>
          <p:nvSpPr>
            <p:cNvPr id="599" name="Google Shape;599;p10"/>
            <p:cNvSpPr txBox="1"/>
            <p:nvPr/>
          </p:nvSpPr>
          <p:spPr>
            <a:xfrm>
              <a:off x="101600" y="-104775"/>
              <a:ext cx="220977" cy="7790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00" name="Google Shape;600;p10"/>
          <p:cNvGrpSpPr/>
          <p:nvPr/>
        </p:nvGrpSpPr>
        <p:grpSpPr>
          <a:xfrm>
            <a:off x="6797739" y="-227214"/>
            <a:ext cx="5816332" cy="11149647"/>
            <a:chOff x="0" y="-104775"/>
            <a:chExt cx="406400" cy="779050"/>
          </a:xfrm>
        </p:grpSpPr>
        <p:sp>
          <p:nvSpPr>
            <p:cNvPr id="601" name="Google Shape;601;p10"/>
            <p:cNvSpPr/>
            <p:nvPr/>
          </p:nvSpPr>
          <p:spPr>
            <a:xfrm>
              <a:off x="0" y="0"/>
              <a:ext cx="406400" cy="674275"/>
            </a:xfrm>
            <a:custGeom>
              <a:rect b="b" l="l" r="r" t="t"/>
              <a:pathLst>
                <a:path extrusionOk="0" h="674275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674275"/>
                  </a:lnTo>
                  <a:lnTo>
                    <a:pt x="0" y="674275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393E46"/>
            </a:solidFill>
            <a:ln>
              <a:noFill/>
            </a:ln>
          </p:spPr>
        </p:sp>
        <p:sp>
          <p:nvSpPr>
            <p:cNvPr id="602" name="Google Shape;602;p10"/>
            <p:cNvSpPr txBox="1"/>
            <p:nvPr/>
          </p:nvSpPr>
          <p:spPr>
            <a:xfrm>
              <a:off x="101600" y="-104775"/>
              <a:ext cx="203200" cy="7790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03" name="Google Shape;603;p10"/>
          <p:cNvGrpSpPr/>
          <p:nvPr/>
        </p:nvGrpSpPr>
        <p:grpSpPr>
          <a:xfrm>
            <a:off x="0" y="-1368585"/>
            <a:ext cx="18332871" cy="3373138"/>
            <a:chOff x="0" y="-276225"/>
            <a:chExt cx="4828411" cy="888399"/>
          </a:xfrm>
        </p:grpSpPr>
        <p:sp>
          <p:nvSpPr>
            <p:cNvPr id="604" name="Google Shape;604;p10"/>
            <p:cNvSpPr/>
            <p:nvPr/>
          </p:nvSpPr>
          <p:spPr>
            <a:xfrm>
              <a:off x="0" y="0"/>
              <a:ext cx="4828411" cy="612174"/>
            </a:xfrm>
            <a:custGeom>
              <a:rect b="b" l="l" r="r" t="t"/>
              <a:pathLst>
                <a:path extrusionOk="0" h="612174" w="4828411">
                  <a:moveTo>
                    <a:pt x="0" y="0"/>
                  </a:moveTo>
                  <a:lnTo>
                    <a:pt x="4828411" y="0"/>
                  </a:lnTo>
                  <a:lnTo>
                    <a:pt x="4828411" y="612174"/>
                  </a:lnTo>
                  <a:lnTo>
                    <a:pt x="0" y="612174"/>
                  </a:lnTo>
                  <a:close/>
                </a:path>
              </a:pathLst>
            </a:custGeom>
            <a:solidFill>
              <a:srgbClr val="F49619"/>
            </a:solidFill>
            <a:ln>
              <a:noFill/>
            </a:ln>
          </p:spPr>
        </p:sp>
        <p:sp>
          <p:nvSpPr>
            <p:cNvPr id="605" name="Google Shape;605;p10"/>
            <p:cNvSpPr txBox="1"/>
            <p:nvPr/>
          </p:nvSpPr>
          <p:spPr>
            <a:xfrm>
              <a:off x="0" y="-276225"/>
              <a:ext cx="4828411" cy="8883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06" name="Google Shape;606;p10"/>
          <p:cNvSpPr/>
          <p:nvPr/>
        </p:nvSpPr>
        <p:spPr>
          <a:xfrm>
            <a:off x="18021476" y="8462394"/>
            <a:ext cx="1699256" cy="1019554"/>
          </a:xfrm>
          <a:custGeom>
            <a:rect b="b" l="l" r="r" t="t"/>
            <a:pathLst>
              <a:path extrusionOk="0" h="1019554" w="1699256">
                <a:moveTo>
                  <a:pt x="0" y="0"/>
                </a:moveTo>
                <a:lnTo>
                  <a:pt x="1699257" y="0"/>
                </a:lnTo>
                <a:lnTo>
                  <a:pt x="1699257" y="1019554"/>
                </a:lnTo>
                <a:lnTo>
                  <a:pt x="0" y="101955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607" name="Google Shape;607;p10"/>
          <p:cNvSpPr/>
          <p:nvPr/>
        </p:nvSpPr>
        <p:spPr>
          <a:xfrm rot="-5400000">
            <a:off x="17062944" y="-566905"/>
            <a:ext cx="2304785" cy="2333959"/>
          </a:xfrm>
          <a:custGeom>
            <a:rect b="b" l="l" r="r" t="t"/>
            <a:pathLst>
              <a:path extrusionOk="0" h="2333959" w="2304785">
                <a:moveTo>
                  <a:pt x="0" y="0"/>
                </a:moveTo>
                <a:lnTo>
                  <a:pt x="2304785" y="0"/>
                </a:lnTo>
                <a:lnTo>
                  <a:pt x="2304785" y="2333960"/>
                </a:lnTo>
                <a:lnTo>
                  <a:pt x="0" y="233396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608" name="Google Shape;608;p10"/>
          <p:cNvSpPr/>
          <p:nvPr/>
        </p:nvSpPr>
        <p:spPr>
          <a:xfrm rot="5400000">
            <a:off x="-1722252" y="2008375"/>
            <a:ext cx="2304785" cy="2333959"/>
          </a:xfrm>
          <a:custGeom>
            <a:rect b="b" l="l" r="r" t="t"/>
            <a:pathLst>
              <a:path extrusionOk="0" h="2333959" w="2304785">
                <a:moveTo>
                  <a:pt x="2304785" y="2333959"/>
                </a:moveTo>
                <a:lnTo>
                  <a:pt x="0" y="2333959"/>
                </a:lnTo>
                <a:lnTo>
                  <a:pt x="0" y="0"/>
                </a:lnTo>
                <a:lnTo>
                  <a:pt x="2304785" y="0"/>
                </a:lnTo>
                <a:lnTo>
                  <a:pt x="2304785" y="2333959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609" name="Google Shape;609;p10"/>
          <p:cNvSpPr/>
          <p:nvPr/>
        </p:nvSpPr>
        <p:spPr>
          <a:xfrm>
            <a:off x="-1027496" y="8529558"/>
            <a:ext cx="1491022" cy="952391"/>
          </a:xfrm>
          <a:custGeom>
            <a:rect b="b" l="l" r="r" t="t"/>
            <a:pathLst>
              <a:path extrusionOk="0" h="952391" w="1491022">
                <a:moveTo>
                  <a:pt x="0" y="0"/>
                </a:moveTo>
                <a:lnTo>
                  <a:pt x="1491022" y="0"/>
                </a:lnTo>
                <a:lnTo>
                  <a:pt x="1491022" y="952390"/>
                </a:lnTo>
                <a:lnTo>
                  <a:pt x="0" y="95239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610" name="Google Shape;610;p10"/>
          <p:cNvSpPr/>
          <p:nvPr/>
        </p:nvSpPr>
        <p:spPr>
          <a:xfrm>
            <a:off x="3653851" y="9982200"/>
            <a:ext cx="10952506" cy="1880464"/>
          </a:xfrm>
          <a:custGeom>
            <a:rect b="b" l="l" r="r" t="t"/>
            <a:pathLst>
              <a:path extrusionOk="0" h="1880464" w="10952506">
                <a:moveTo>
                  <a:pt x="0" y="0"/>
                </a:moveTo>
                <a:lnTo>
                  <a:pt x="10952506" y="0"/>
                </a:lnTo>
                <a:lnTo>
                  <a:pt x="10952506" y="1880464"/>
                </a:lnTo>
                <a:lnTo>
                  <a:pt x="0" y="188046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-2157" r="-2202" t="-59556"/>
            </a:stretch>
          </a:blipFill>
          <a:ln>
            <a:noFill/>
          </a:ln>
        </p:spPr>
      </p:sp>
      <p:sp>
        <p:nvSpPr>
          <p:cNvPr id="611" name="Google Shape;611;p10"/>
          <p:cNvSpPr/>
          <p:nvPr/>
        </p:nvSpPr>
        <p:spPr>
          <a:xfrm>
            <a:off x="17869405" y="-1885942"/>
            <a:ext cx="1411048" cy="2914385"/>
          </a:xfrm>
          <a:custGeom>
            <a:rect b="b" l="l" r="r" t="t"/>
            <a:pathLst>
              <a:path extrusionOk="0" h="2914385" w="1411048">
                <a:moveTo>
                  <a:pt x="0" y="0"/>
                </a:moveTo>
                <a:lnTo>
                  <a:pt x="1411048" y="0"/>
                </a:lnTo>
                <a:lnTo>
                  <a:pt x="1411048" y="2914385"/>
                </a:lnTo>
                <a:lnTo>
                  <a:pt x="0" y="291438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612" name="Google Shape;612;p10"/>
          <p:cNvGrpSpPr/>
          <p:nvPr/>
        </p:nvGrpSpPr>
        <p:grpSpPr>
          <a:xfrm>
            <a:off x="959070" y="4236743"/>
            <a:ext cx="10066191" cy="1426924"/>
            <a:chOff x="0" y="-652581"/>
            <a:chExt cx="13421588" cy="1902565"/>
          </a:xfrm>
        </p:grpSpPr>
        <p:grpSp>
          <p:nvGrpSpPr>
            <p:cNvPr id="613" name="Google Shape;613;p10"/>
            <p:cNvGrpSpPr/>
            <p:nvPr/>
          </p:nvGrpSpPr>
          <p:grpSpPr>
            <a:xfrm>
              <a:off x="0" y="-652581"/>
              <a:ext cx="13421588" cy="1902565"/>
              <a:chOff x="0" y="-104775"/>
              <a:chExt cx="2154905" cy="305466"/>
            </a:xfrm>
          </p:grpSpPr>
          <p:sp>
            <p:nvSpPr>
              <p:cNvPr id="614" name="Google Shape;614;p10"/>
              <p:cNvSpPr/>
              <p:nvPr/>
            </p:nvSpPr>
            <p:spPr>
              <a:xfrm>
                <a:off x="0" y="0"/>
                <a:ext cx="2154905" cy="200691"/>
              </a:xfrm>
              <a:custGeom>
                <a:rect b="b" l="l" r="r" t="t"/>
                <a:pathLst>
                  <a:path extrusionOk="0" h="200691" w="2154905">
                    <a:moveTo>
                      <a:pt x="0" y="0"/>
                    </a:moveTo>
                    <a:lnTo>
                      <a:pt x="2154905" y="0"/>
                    </a:lnTo>
                    <a:lnTo>
                      <a:pt x="2154905" y="200691"/>
                    </a:lnTo>
                    <a:lnTo>
                      <a:pt x="0" y="20069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615" name="Google Shape;615;p10"/>
              <p:cNvSpPr txBox="1"/>
              <p:nvPr/>
            </p:nvSpPr>
            <p:spPr>
              <a:xfrm>
                <a:off x="0" y="-104775"/>
                <a:ext cx="2154905" cy="3054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47777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16" name="Google Shape;616;p10"/>
            <p:cNvGrpSpPr/>
            <p:nvPr/>
          </p:nvGrpSpPr>
          <p:grpSpPr>
            <a:xfrm>
              <a:off x="0" y="-46874"/>
              <a:ext cx="93749" cy="1296858"/>
              <a:chOff x="0" y="-38100"/>
              <a:chExt cx="76200" cy="1054100"/>
            </a:xfrm>
          </p:grpSpPr>
          <p:sp>
            <p:nvSpPr>
              <p:cNvPr id="617" name="Google Shape;617;p10"/>
              <p:cNvSpPr/>
              <p:nvPr/>
            </p:nvSpPr>
            <p:spPr>
              <a:xfrm>
                <a:off x="0" y="0"/>
                <a:ext cx="76200" cy="1016000"/>
              </a:xfrm>
              <a:custGeom>
                <a:rect b="b" l="l" r="r" t="t"/>
                <a:pathLst>
                  <a:path extrusionOk="0" h="1016000" w="76200">
                    <a:moveTo>
                      <a:pt x="0" y="0"/>
                    </a:moveTo>
                    <a:lnTo>
                      <a:pt x="76200" y="0"/>
                    </a:lnTo>
                    <a:lnTo>
                      <a:pt x="76200" y="1016000"/>
                    </a:lnTo>
                    <a:lnTo>
                      <a:pt x="0" y="1016000"/>
                    </a:lnTo>
                    <a:close/>
                  </a:path>
                </a:pathLst>
              </a:custGeom>
              <a:solidFill>
                <a:srgbClr val="8C52FF"/>
              </a:solidFill>
              <a:ln>
                <a:noFill/>
              </a:ln>
            </p:spPr>
          </p:sp>
          <p:sp>
            <p:nvSpPr>
              <p:cNvPr id="618" name="Google Shape;618;p10"/>
              <p:cNvSpPr txBox="1"/>
              <p:nvPr/>
            </p:nvSpPr>
            <p:spPr>
              <a:xfrm>
                <a:off x="0" y="-38100"/>
                <a:ext cx="76200" cy="1054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l">
                  <a:lnSpc>
                    <a:spcPct val="93333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619" name="Google Shape;619;p10"/>
            <p:cNvSpPr txBox="1"/>
            <p:nvPr/>
          </p:nvSpPr>
          <p:spPr>
            <a:xfrm>
              <a:off x="468744" y="-46301"/>
              <a:ext cx="11342000" cy="72858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2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198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E02 - Módulo SaaS</a:t>
              </a:r>
              <a:endParaRPr/>
            </a:p>
          </p:txBody>
        </p:sp>
        <p:sp>
          <p:nvSpPr>
            <p:cNvPr id="620" name="Google Shape;620;p10"/>
            <p:cNvSpPr txBox="1"/>
            <p:nvPr/>
          </p:nvSpPr>
          <p:spPr>
            <a:xfrm>
              <a:off x="468744" y="579230"/>
              <a:ext cx="12760997" cy="5645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1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214" u="none" cap="none" strike="noStrike">
                  <a:solidFill>
                    <a:srgbClr val="393E46"/>
                  </a:solidFill>
                  <a:latin typeface="Arial"/>
                  <a:ea typeface="Arial"/>
                  <a:cs typeface="Arial"/>
                  <a:sym typeface="Arial"/>
                </a:rPr>
                <a:t>Inicio de sesión con 2FA, configuración perfil empresarial</a:t>
              </a:r>
              <a:endParaRPr/>
            </a:p>
          </p:txBody>
        </p:sp>
      </p:grpSp>
      <p:grpSp>
        <p:nvGrpSpPr>
          <p:cNvPr id="621" name="Google Shape;621;p10"/>
          <p:cNvGrpSpPr/>
          <p:nvPr/>
        </p:nvGrpSpPr>
        <p:grpSpPr>
          <a:xfrm>
            <a:off x="959070" y="5460057"/>
            <a:ext cx="10066191" cy="1426924"/>
            <a:chOff x="0" y="-652581"/>
            <a:chExt cx="13421588" cy="1902565"/>
          </a:xfrm>
        </p:grpSpPr>
        <p:grpSp>
          <p:nvGrpSpPr>
            <p:cNvPr id="622" name="Google Shape;622;p10"/>
            <p:cNvGrpSpPr/>
            <p:nvPr/>
          </p:nvGrpSpPr>
          <p:grpSpPr>
            <a:xfrm>
              <a:off x="0" y="-652581"/>
              <a:ext cx="13421588" cy="1902565"/>
              <a:chOff x="0" y="-104775"/>
              <a:chExt cx="2154905" cy="305466"/>
            </a:xfrm>
          </p:grpSpPr>
          <p:sp>
            <p:nvSpPr>
              <p:cNvPr id="623" name="Google Shape;623;p10"/>
              <p:cNvSpPr/>
              <p:nvPr/>
            </p:nvSpPr>
            <p:spPr>
              <a:xfrm>
                <a:off x="0" y="0"/>
                <a:ext cx="2154905" cy="200691"/>
              </a:xfrm>
              <a:custGeom>
                <a:rect b="b" l="l" r="r" t="t"/>
                <a:pathLst>
                  <a:path extrusionOk="0" h="200691" w="2154905">
                    <a:moveTo>
                      <a:pt x="0" y="0"/>
                    </a:moveTo>
                    <a:lnTo>
                      <a:pt x="2154905" y="0"/>
                    </a:lnTo>
                    <a:lnTo>
                      <a:pt x="2154905" y="200691"/>
                    </a:lnTo>
                    <a:lnTo>
                      <a:pt x="0" y="20069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624" name="Google Shape;624;p10"/>
              <p:cNvSpPr txBox="1"/>
              <p:nvPr/>
            </p:nvSpPr>
            <p:spPr>
              <a:xfrm>
                <a:off x="0" y="-104775"/>
                <a:ext cx="2154905" cy="3054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47777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25" name="Google Shape;625;p10"/>
            <p:cNvGrpSpPr/>
            <p:nvPr/>
          </p:nvGrpSpPr>
          <p:grpSpPr>
            <a:xfrm>
              <a:off x="0" y="-46874"/>
              <a:ext cx="93749" cy="1296858"/>
              <a:chOff x="0" y="-38100"/>
              <a:chExt cx="76200" cy="1054100"/>
            </a:xfrm>
          </p:grpSpPr>
          <p:sp>
            <p:nvSpPr>
              <p:cNvPr id="626" name="Google Shape;626;p10"/>
              <p:cNvSpPr/>
              <p:nvPr/>
            </p:nvSpPr>
            <p:spPr>
              <a:xfrm>
                <a:off x="0" y="0"/>
                <a:ext cx="76200" cy="1016000"/>
              </a:xfrm>
              <a:custGeom>
                <a:rect b="b" l="l" r="r" t="t"/>
                <a:pathLst>
                  <a:path extrusionOk="0" h="1016000" w="76200">
                    <a:moveTo>
                      <a:pt x="0" y="0"/>
                    </a:moveTo>
                    <a:lnTo>
                      <a:pt x="76200" y="0"/>
                    </a:lnTo>
                    <a:lnTo>
                      <a:pt x="76200" y="1016000"/>
                    </a:lnTo>
                    <a:lnTo>
                      <a:pt x="0" y="1016000"/>
                    </a:lnTo>
                    <a:close/>
                  </a:path>
                </a:pathLst>
              </a:custGeom>
              <a:solidFill>
                <a:srgbClr val="C1FF72"/>
              </a:solidFill>
              <a:ln>
                <a:noFill/>
              </a:ln>
            </p:spPr>
          </p:sp>
          <p:sp>
            <p:nvSpPr>
              <p:cNvPr id="627" name="Google Shape;627;p10"/>
              <p:cNvSpPr txBox="1"/>
              <p:nvPr/>
            </p:nvSpPr>
            <p:spPr>
              <a:xfrm>
                <a:off x="0" y="-38100"/>
                <a:ext cx="76200" cy="1054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l">
                  <a:lnSpc>
                    <a:spcPct val="93333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628" name="Google Shape;628;p10"/>
            <p:cNvSpPr txBox="1"/>
            <p:nvPr/>
          </p:nvSpPr>
          <p:spPr>
            <a:xfrm>
              <a:off x="468744" y="-46301"/>
              <a:ext cx="11342000" cy="72858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2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198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E04 - Módulo Seguimiento de Licitaciones</a:t>
              </a:r>
              <a:endParaRPr/>
            </a:p>
          </p:txBody>
        </p:sp>
        <p:sp>
          <p:nvSpPr>
            <p:cNvPr id="629" name="Google Shape;629;p10"/>
            <p:cNvSpPr txBox="1"/>
            <p:nvPr/>
          </p:nvSpPr>
          <p:spPr>
            <a:xfrm>
              <a:off x="468744" y="579291"/>
              <a:ext cx="11342000" cy="5644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1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214" u="none" cap="none" strike="noStrike">
                  <a:solidFill>
                    <a:srgbClr val="393E46"/>
                  </a:solidFill>
                  <a:latin typeface="Arial"/>
                  <a:ea typeface="Arial"/>
                  <a:cs typeface="Arial"/>
                  <a:sym typeface="Arial"/>
                </a:rPr>
                <a:t>Búsqueda, guardado y alertas de hitos críticos</a:t>
              </a:r>
              <a:endParaRPr/>
            </a:p>
          </p:txBody>
        </p:sp>
      </p:grpSp>
      <p:grpSp>
        <p:nvGrpSpPr>
          <p:cNvPr id="630" name="Google Shape;630;p10"/>
          <p:cNvGrpSpPr/>
          <p:nvPr/>
        </p:nvGrpSpPr>
        <p:grpSpPr>
          <a:xfrm>
            <a:off x="959070" y="6795978"/>
            <a:ext cx="10066191" cy="1426924"/>
            <a:chOff x="0" y="-652581"/>
            <a:chExt cx="13421588" cy="1902565"/>
          </a:xfrm>
        </p:grpSpPr>
        <p:grpSp>
          <p:nvGrpSpPr>
            <p:cNvPr id="631" name="Google Shape;631;p10"/>
            <p:cNvGrpSpPr/>
            <p:nvPr/>
          </p:nvGrpSpPr>
          <p:grpSpPr>
            <a:xfrm>
              <a:off x="0" y="-652581"/>
              <a:ext cx="13421588" cy="1902565"/>
              <a:chOff x="0" y="-104775"/>
              <a:chExt cx="2154905" cy="305466"/>
            </a:xfrm>
          </p:grpSpPr>
          <p:sp>
            <p:nvSpPr>
              <p:cNvPr id="632" name="Google Shape;632;p10"/>
              <p:cNvSpPr/>
              <p:nvPr/>
            </p:nvSpPr>
            <p:spPr>
              <a:xfrm>
                <a:off x="0" y="0"/>
                <a:ext cx="2154905" cy="200691"/>
              </a:xfrm>
              <a:custGeom>
                <a:rect b="b" l="l" r="r" t="t"/>
                <a:pathLst>
                  <a:path extrusionOk="0" h="200691" w="2154905">
                    <a:moveTo>
                      <a:pt x="0" y="0"/>
                    </a:moveTo>
                    <a:lnTo>
                      <a:pt x="2154905" y="0"/>
                    </a:lnTo>
                    <a:lnTo>
                      <a:pt x="2154905" y="200691"/>
                    </a:lnTo>
                    <a:lnTo>
                      <a:pt x="0" y="20069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633" name="Google Shape;633;p10"/>
              <p:cNvSpPr txBox="1"/>
              <p:nvPr/>
            </p:nvSpPr>
            <p:spPr>
              <a:xfrm>
                <a:off x="0" y="-104775"/>
                <a:ext cx="2154905" cy="3054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47777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34" name="Google Shape;634;p10"/>
            <p:cNvGrpSpPr/>
            <p:nvPr/>
          </p:nvGrpSpPr>
          <p:grpSpPr>
            <a:xfrm>
              <a:off x="0" y="-46874"/>
              <a:ext cx="93749" cy="1296858"/>
              <a:chOff x="0" y="-38100"/>
              <a:chExt cx="76200" cy="1054100"/>
            </a:xfrm>
          </p:grpSpPr>
          <p:sp>
            <p:nvSpPr>
              <p:cNvPr id="635" name="Google Shape;635;p10"/>
              <p:cNvSpPr/>
              <p:nvPr/>
            </p:nvSpPr>
            <p:spPr>
              <a:xfrm>
                <a:off x="0" y="0"/>
                <a:ext cx="76200" cy="1016000"/>
              </a:xfrm>
              <a:custGeom>
                <a:rect b="b" l="l" r="r" t="t"/>
                <a:pathLst>
                  <a:path extrusionOk="0" h="1016000" w="76200">
                    <a:moveTo>
                      <a:pt x="0" y="0"/>
                    </a:moveTo>
                    <a:lnTo>
                      <a:pt x="76200" y="0"/>
                    </a:lnTo>
                    <a:lnTo>
                      <a:pt x="76200" y="1016000"/>
                    </a:lnTo>
                    <a:lnTo>
                      <a:pt x="0" y="1016000"/>
                    </a:lnTo>
                    <a:close/>
                  </a:path>
                </a:pathLst>
              </a:custGeom>
              <a:solidFill>
                <a:srgbClr val="FFD369"/>
              </a:solidFill>
              <a:ln>
                <a:noFill/>
              </a:ln>
            </p:spPr>
          </p:sp>
          <p:sp>
            <p:nvSpPr>
              <p:cNvPr id="636" name="Google Shape;636;p10"/>
              <p:cNvSpPr txBox="1"/>
              <p:nvPr/>
            </p:nvSpPr>
            <p:spPr>
              <a:xfrm>
                <a:off x="0" y="-38100"/>
                <a:ext cx="76200" cy="1054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l">
                  <a:lnSpc>
                    <a:spcPct val="93333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637" name="Google Shape;637;p10"/>
            <p:cNvSpPr txBox="1"/>
            <p:nvPr/>
          </p:nvSpPr>
          <p:spPr>
            <a:xfrm>
              <a:off x="468744" y="-46301"/>
              <a:ext cx="11342000" cy="72858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2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198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E06 - Módulo Dashboard Histórico</a:t>
              </a:r>
              <a:endParaRPr/>
            </a:p>
          </p:txBody>
        </p:sp>
        <p:sp>
          <p:nvSpPr>
            <p:cNvPr id="638" name="Google Shape;638;p10"/>
            <p:cNvSpPr txBox="1"/>
            <p:nvPr/>
          </p:nvSpPr>
          <p:spPr>
            <a:xfrm>
              <a:off x="468744" y="579291"/>
              <a:ext cx="11342000" cy="5644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1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214" u="none" cap="none" strike="noStrike">
                  <a:solidFill>
                    <a:srgbClr val="393E46"/>
                  </a:solidFill>
                  <a:latin typeface="Arial"/>
                  <a:ea typeface="Arial"/>
                  <a:cs typeface="Arial"/>
                  <a:sym typeface="Arial"/>
                </a:rPr>
                <a:t>Análisis de compradores, competencia y productos</a:t>
              </a:r>
              <a:endParaRPr/>
            </a:p>
          </p:txBody>
        </p:sp>
      </p:grpSp>
      <p:grpSp>
        <p:nvGrpSpPr>
          <p:cNvPr id="639" name="Google Shape;639;p10"/>
          <p:cNvGrpSpPr/>
          <p:nvPr/>
        </p:nvGrpSpPr>
        <p:grpSpPr>
          <a:xfrm>
            <a:off x="959070" y="8131898"/>
            <a:ext cx="10066191" cy="1426924"/>
            <a:chOff x="0" y="-652581"/>
            <a:chExt cx="13421588" cy="1902565"/>
          </a:xfrm>
        </p:grpSpPr>
        <p:grpSp>
          <p:nvGrpSpPr>
            <p:cNvPr id="640" name="Google Shape;640;p10"/>
            <p:cNvGrpSpPr/>
            <p:nvPr/>
          </p:nvGrpSpPr>
          <p:grpSpPr>
            <a:xfrm>
              <a:off x="0" y="-652581"/>
              <a:ext cx="13421588" cy="1902565"/>
              <a:chOff x="0" y="-104775"/>
              <a:chExt cx="2154905" cy="305466"/>
            </a:xfrm>
          </p:grpSpPr>
          <p:sp>
            <p:nvSpPr>
              <p:cNvPr id="641" name="Google Shape;641;p10"/>
              <p:cNvSpPr/>
              <p:nvPr/>
            </p:nvSpPr>
            <p:spPr>
              <a:xfrm>
                <a:off x="0" y="0"/>
                <a:ext cx="2154905" cy="200691"/>
              </a:xfrm>
              <a:custGeom>
                <a:rect b="b" l="l" r="r" t="t"/>
                <a:pathLst>
                  <a:path extrusionOk="0" h="200691" w="2154905">
                    <a:moveTo>
                      <a:pt x="0" y="0"/>
                    </a:moveTo>
                    <a:lnTo>
                      <a:pt x="2154905" y="0"/>
                    </a:lnTo>
                    <a:lnTo>
                      <a:pt x="2154905" y="200691"/>
                    </a:lnTo>
                    <a:lnTo>
                      <a:pt x="0" y="20069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642" name="Google Shape;642;p10"/>
              <p:cNvSpPr txBox="1"/>
              <p:nvPr/>
            </p:nvSpPr>
            <p:spPr>
              <a:xfrm>
                <a:off x="0" y="-104775"/>
                <a:ext cx="2154905" cy="3054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47777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43" name="Google Shape;643;p10"/>
            <p:cNvGrpSpPr/>
            <p:nvPr/>
          </p:nvGrpSpPr>
          <p:grpSpPr>
            <a:xfrm>
              <a:off x="0" y="-46874"/>
              <a:ext cx="93749" cy="1296858"/>
              <a:chOff x="0" y="-38100"/>
              <a:chExt cx="76200" cy="1054100"/>
            </a:xfrm>
          </p:grpSpPr>
          <p:sp>
            <p:nvSpPr>
              <p:cNvPr id="644" name="Google Shape;644;p10"/>
              <p:cNvSpPr/>
              <p:nvPr/>
            </p:nvSpPr>
            <p:spPr>
              <a:xfrm>
                <a:off x="0" y="0"/>
                <a:ext cx="76200" cy="1016000"/>
              </a:xfrm>
              <a:custGeom>
                <a:rect b="b" l="l" r="r" t="t"/>
                <a:pathLst>
                  <a:path extrusionOk="0" h="1016000" w="76200">
                    <a:moveTo>
                      <a:pt x="0" y="0"/>
                    </a:moveTo>
                    <a:lnTo>
                      <a:pt x="76200" y="0"/>
                    </a:lnTo>
                    <a:lnTo>
                      <a:pt x="76200" y="1016000"/>
                    </a:lnTo>
                    <a:lnTo>
                      <a:pt x="0" y="1016000"/>
                    </a:lnTo>
                    <a:close/>
                  </a:path>
                </a:pathLst>
              </a:custGeom>
              <a:solidFill>
                <a:srgbClr val="CB6CE6"/>
              </a:solidFill>
              <a:ln>
                <a:noFill/>
              </a:ln>
            </p:spPr>
          </p:sp>
          <p:sp>
            <p:nvSpPr>
              <p:cNvPr id="645" name="Google Shape;645;p10"/>
              <p:cNvSpPr txBox="1"/>
              <p:nvPr/>
            </p:nvSpPr>
            <p:spPr>
              <a:xfrm>
                <a:off x="0" y="-38100"/>
                <a:ext cx="76200" cy="1054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l">
                  <a:lnSpc>
                    <a:spcPct val="93333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646" name="Google Shape;646;p10"/>
            <p:cNvSpPr txBox="1"/>
            <p:nvPr/>
          </p:nvSpPr>
          <p:spPr>
            <a:xfrm>
              <a:off x="468744" y="-46301"/>
              <a:ext cx="11342000" cy="72858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2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198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E07 - Módulo Machine Learning Predictivo</a:t>
              </a:r>
              <a:endParaRPr/>
            </a:p>
          </p:txBody>
        </p:sp>
        <p:sp>
          <p:nvSpPr>
            <p:cNvPr id="647" name="Google Shape;647;p10"/>
            <p:cNvSpPr txBox="1"/>
            <p:nvPr/>
          </p:nvSpPr>
          <p:spPr>
            <a:xfrm>
              <a:off x="468744" y="579291"/>
              <a:ext cx="11342000" cy="5644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1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214" u="none" cap="none" strike="noStrike">
                  <a:solidFill>
                    <a:srgbClr val="393E46"/>
                  </a:solidFill>
                  <a:latin typeface="Arial"/>
                  <a:ea typeface="Arial"/>
                  <a:cs typeface="Arial"/>
                  <a:sym typeface="Arial"/>
                </a:rPr>
                <a:t>Estimación de probabilidad de adjudicación</a:t>
              </a:r>
              <a:endParaRPr/>
            </a:p>
          </p:txBody>
        </p:sp>
      </p:grpSp>
      <p:grpSp>
        <p:nvGrpSpPr>
          <p:cNvPr id="648" name="Google Shape;648;p10"/>
          <p:cNvGrpSpPr/>
          <p:nvPr/>
        </p:nvGrpSpPr>
        <p:grpSpPr>
          <a:xfrm>
            <a:off x="959070" y="2900823"/>
            <a:ext cx="10066191" cy="1426924"/>
            <a:chOff x="0" y="-652581"/>
            <a:chExt cx="13421588" cy="1902565"/>
          </a:xfrm>
        </p:grpSpPr>
        <p:grpSp>
          <p:nvGrpSpPr>
            <p:cNvPr id="649" name="Google Shape;649;p10"/>
            <p:cNvGrpSpPr/>
            <p:nvPr/>
          </p:nvGrpSpPr>
          <p:grpSpPr>
            <a:xfrm>
              <a:off x="0" y="-652581"/>
              <a:ext cx="13421588" cy="1902565"/>
              <a:chOff x="0" y="-104775"/>
              <a:chExt cx="2154905" cy="305466"/>
            </a:xfrm>
          </p:grpSpPr>
          <p:sp>
            <p:nvSpPr>
              <p:cNvPr id="650" name="Google Shape;650;p10"/>
              <p:cNvSpPr/>
              <p:nvPr/>
            </p:nvSpPr>
            <p:spPr>
              <a:xfrm>
                <a:off x="0" y="0"/>
                <a:ext cx="2154905" cy="200691"/>
              </a:xfrm>
              <a:custGeom>
                <a:rect b="b" l="l" r="r" t="t"/>
                <a:pathLst>
                  <a:path extrusionOk="0" h="200691" w="2154905">
                    <a:moveTo>
                      <a:pt x="0" y="0"/>
                    </a:moveTo>
                    <a:lnTo>
                      <a:pt x="2154905" y="0"/>
                    </a:lnTo>
                    <a:lnTo>
                      <a:pt x="2154905" y="200691"/>
                    </a:lnTo>
                    <a:lnTo>
                      <a:pt x="0" y="20069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651" name="Google Shape;651;p10"/>
              <p:cNvSpPr txBox="1"/>
              <p:nvPr/>
            </p:nvSpPr>
            <p:spPr>
              <a:xfrm>
                <a:off x="0" y="-104775"/>
                <a:ext cx="2154905" cy="3054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47777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52" name="Google Shape;652;p10"/>
            <p:cNvGrpSpPr/>
            <p:nvPr/>
          </p:nvGrpSpPr>
          <p:grpSpPr>
            <a:xfrm>
              <a:off x="0" y="-46874"/>
              <a:ext cx="93749" cy="1296858"/>
              <a:chOff x="0" y="-38100"/>
              <a:chExt cx="76200" cy="1054100"/>
            </a:xfrm>
          </p:grpSpPr>
          <p:sp>
            <p:nvSpPr>
              <p:cNvPr id="653" name="Google Shape;653;p10"/>
              <p:cNvSpPr/>
              <p:nvPr/>
            </p:nvSpPr>
            <p:spPr>
              <a:xfrm>
                <a:off x="0" y="0"/>
                <a:ext cx="76200" cy="1016000"/>
              </a:xfrm>
              <a:custGeom>
                <a:rect b="b" l="l" r="r" t="t"/>
                <a:pathLst>
                  <a:path extrusionOk="0" h="1016000" w="76200">
                    <a:moveTo>
                      <a:pt x="0" y="0"/>
                    </a:moveTo>
                    <a:lnTo>
                      <a:pt x="76200" y="0"/>
                    </a:lnTo>
                    <a:lnTo>
                      <a:pt x="76200" y="1016000"/>
                    </a:lnTo>
                    <a:lnTo>
                      <a:pt x="0" y="1016000"/>
                    </a:lnTo>
                    <a:close/>
                  </a:path>
                </a:pathLst>
              </a:custGeom>
              <a:solidFill>
                <a:srgbClr val="5170FF"/>
              </a:solidFill>
              <a:ln>
                <a:noFill/>
              </a:ln>
            </p:spPr>
          </p:sp>
          <p:sp>
            <p:nvSpPr>
              <p:cNvPr id="654" name="Google Shape;654;p10"/>
              <p:cNvSpPr txBox="1"/>
              <p:nvPr/>
            </p:nvSpPr>
            <p:spPr>
              <a:xfrm>
                <a:off x="0" y="-38100"/>
                <a:ext cx="76200" cy="1054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l">
                  <a:lnSpc>
                    <a:spcPct val="93333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655" name="Google Shape;655;p10"/>
            <p:cNvSpPr txBox="1"/>
            <p:nvPr/>
          </p:nvSpPr>
          <p:spPr>
            <a:xfrm>
              <a:off x="468744" y="-46301"/>
              <a:ext cx="11342000" cy="72858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2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198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E01 - Módulo de Suscripción</a:t>
              </a:r>
              <a:endParaRPr/>
            </a:p>
          </p:txBody>
        </p:sp>
        <p:sp>
          <p:nvSpPr>
            <p:cNvPr id="656" name="Google Shape;656;p10"/>
            <p:cNvSpPr txBox="1"/>
            <p:nvPr/>
          </p:nvSpPr>
          <p:spPr>
            <a:xfrm>
              <a:off x="468744" y="579230"/>
              <a:ext cx="11342000" cy="5645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1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214" u="none" cap="none" strike="noStrike">
                  <a:solidFill>
                    <a:srgbClr val="393E46"/>
                  </a:solidFill>
                  <a:latin typeface="Arial"/>
                  <a:ea typeface="Arial"/>
                  <a:cs typeface="Arial"/>
                  <a:sym typeface="Arial"/>
                </a:rPr>
                <a:t>Registro de prospectos y Gestión de suscripción</a:t>
              </a:r>
              <a:endParaRPr/>
            </a:p>
          </p:txBody>
        </p:sp>
      </p:grpSp>
      <p:cxnSp>
        <p:nvCxnSpPr>
          <p:cNvPr id="657" name="Google Shape;657;p10"/>
          <p:cNvCxnSpPr/>
          <p:nvPr/>
        </p:nvCxnSpPr>
        <p:spPr>
          <a:xfrm>
            <a:off x="2689046" y="431862"/>
            <a:ext cx="0" cy="982477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58" name="Google Shape;658;p10"/>
          <p:cNvSpPr txBox="1"/>
          <p:nvPr/>
        </p:nvSpPr>
        <p:spPr>
          <a:xfrm>
            <a:off x="1321020" y="2095492"/>
            <a:ext cx="7621968" cy="9709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99" u="none" cap="none" strike="noStrike">
                <a:solidFill>
                  <a:srgbClr val="000000"/>
                </a:solidFill>
                <a:latin typeface="Ultra"/>
                <a:ea typeface="Ultra"/>
                <a:cs typeface="Ultra"/>
                <a:sym typeface="Ultra"/>
              </a:rPr>
              <a:t>ÉPICAS</a:t>
            </a:r>
            <a:endParaRPr/>
          </a:p>
        </p:txBody>
      </p:sp>
      <p:grpSp>
        <p:nvGrpSpPr>
          <p:cNvPr id="659" name="Google Shape;659;p10"/>
          <p:cNvGrpSpPr/>
          <p:nvPr/>
        </p:nvGrpSpPr>
        <p:grpSpPr>
          <a:xfrm>
            <a:off x="12166075" y="1961980"/>
            <a:ext cx="5360101" cy="7596842"/>
            <a:chOff x="0" y="-1469477"/>
            <a:chExt cx="7146802" cy="10129122"/>
          </a:xfrm>
        </p:grpSpPr>
        <p:grpSp>
          <p:nvGrpSpPr>
            <p:cNvPr id="660" name="Google Shape;660;p10"/>
            <p:cNvGrpSpPr/>
            <p:nvPr/>
          </p:nvGrpSpPr>
          <p:grpSpPr>
            <a:xfrm>
              <a:off x="0" y="-1469477"/>
              <a:ext cx="7146802" cy="10129122"/>
              <a:chOff x="0" y="-123825"/>
              <a:chExt cx="602223" cy="853527"/>
            </a:xfrm>
          </p:grpSpPr>
          <p:sp>
            <p:nvSpPr>
              <p:cNvPr id="661" name="Google Shape;661;p10"/>
              <p:cNvSpPr/>
              <p:nvPr/>
            </p:nvSpPr>
            <p:spPr>
              <a:xfrm>
                <a:off x="0" y="0"/>
                <a:ext cx="602223" cy="729702"/>
              </a:xfrm>
              <a:custGeom>
                <a:rect b="b" l="l" r="r" t="t"/>
                <a:pathLst>
                  <a:path extrusionOk="0" h="729702" w="602223">
                    <a:moveTo>
                      <a:pt x="602223" y="0"/>
                    </a:moveTo>
                    <a:lnTo>
                      <a:pt x="602223" y="615402"/>
                    </a:lnTo>
                    <a:lnTo>
                      <a:pt x="301111" y="729702"/>
                    </a:lnTo>
                    <a:lnTo>
                      <a:pt x="0" y="615402"/>
                    </a:lnTo>
                    <a:lnTo>
                      <a:pt x="0" y="0"/>
                    </a:lnTo>
                    <a:lnTo>
                      <a:pt x="602223" y="0"/>
                    </a:lnTo>
                    <a:close/>
                  </a:path>
                </a:pathLst>
              </a:custGeom>
              <a:solidFill>
                <a:srgbClr val="F49619"/>
              </a:solidFill>
              <a:ln>
                <a:noFill/>
              </a:ln>
            </p:spPr>
          </p:sp>
          <p:sp>
            <p:nvSpPr>
              <p:cNvPr id="662" name="Google Shape;662;p10"/>
              <p:cNvSpPr txBox="1"/>
              <p:nvPr/>
            </p:nvSpPr>
            <p:spPr>
              <a:xfrm>
                <a:off x="0" y="-123825"/>
                <a:ext cx="602223" cy="7392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75055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cxnSp>
          <p:nvCxnSpPr>
            <p:cNvPr id="663" name="Google Shape;663;p10"/>
            <p:cNvCxnSpPr/>
            <p:nvPr/>
          </p:nvCxnSpPr>
          <p:spPr>
            <a:xfrm rot="10800000">
              <a:off x="547247" y="1261312"/>
              <a:ext cx="6052308" cy="16711"/>
            </a:xfrm>
            <a:prstGeom prst="straightConnector1">
              <a:avLst/>
            </a:prstGeom>
            <a:noFill/>
            <a:ln cap="flat" cmpd="sng" w="501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664" name="Google Shape;664;p10"/>
            <p:cNvSpPr txBox="1"/>
            <p:nvPr/>
          </p:nvSpPr>
          <p:spPr>
            <a:xfrm>
              <a:off x="342039" y="143292"/>
              <a:ext cx="6760303" cy="10929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999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4868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SMARTBIDS</a:t>
              </a:r>
              <a:endParaRPr/>
            </a:p>
          </p:txBody>
        </p:sp>
      </p:grpSp>
      <p:sp>
        <p:nvSpPr>
          <p:cNvPr id="665" name="Google Shape;665;p10"/>
          <p:cNvSpPr txBox="1"/>
          <p:nvPr/>
        </p:nvSpPr>
        <p:spPr>
          <a:xfrm>
            <a:off x="197858" y="-68013"/>
            <a:ext cx="2348313" cy="16484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224" u="none" cap="none" strike="noStrike">
                <a:solidFill>
                  <a:srgbClr val="000000"/>
                </a:solidFill>
                <a:latin typeface="Ultra"/>
                <a:ea typeface="Ultra"/>
                <a:cs typeface="Ultra"/>
                <a:sym typeface="Ultra"/>
              </a:rPr>
              <a:t>VII.-</a:t>
            </a:r>
            <a:endParaRPr/>
          </a:p>
        </p:txBody>
      </p:sp>
      <p:sp>
        <p:nvSpPr>
          <p:cNvPr id="666" name="Google Shape;666;p10"/>
          <p:cNvSpPr txBox="1"/>
          <p:nvPr/>
        </p:nvSpPr>
        <p:spPr>
          <a:xfrm>
            <a:off x="17663375" y="9579067"/>
            <a:ext cx="1524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56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/>
          </a:p>
        </p:txBody>
      </p:sp>
      <p:sp>
        <p:nvSpPr>
          <p:cNvPr id="667" name="Google Shape;667;p10"/>
          <p:cNvSpPr txBox="1"/>
          <p:nvPr/>
        </p:nvSpPr>
        <p:spPr>
          <a:xfrm>
            <a:off x="3066821" y="91678"/>
            <a:ext cx="11687175" cy="15880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30" u="none" cap="none" strike="noStrike">
                <a:solidFill>
                  <a:srgbClr val="000000"/>
                </a:solidFill>
                <a:latin typeface="Ultra"/>
                <a:ea typeface="Ultra"/>
                <a:cs typeface="Ultra"/>
                <a:sym typeface="Ultra"/>
              </a:rPr>
              <a:t>ÉPICAS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3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HISTORIAS DE USUARIO</a:t>
            </a:r>
            <a:endParaRPr/>
          </a:p>
        </p:txBody>
      </p:sp>
      <p:sp>
        <p:nvSpPr>
          <p:cNvPr id="668" name="Google Shape;668;p10"/>
          <p:cNvSpPr/>
          <p:nvPr/>
        </p:nvSpPr>
        <p:spPr>
          <a:xfrm>
            <a:off x="12387532" y="4080277"/>
            <a:ext cx="4917186" cy="4462358"/>
          </a:xfrm>
          <a:custGeom>
            <a:rect b="b" l="l" r="r" t="t"/>
            <a:pathLst>
              <a:path extrusionOk="0" h="1193091" w="1314698">
                <a:moveTo>
                  <a:pt x="0" y="0"/>
                </a:moveTo>
                <a:lnTo>
                  <a:pt x="1314698" y="0"/>
                </a:lnTo>
                <a:lnTo>
                  <a:pt x="1314698" y="1193091"/>
                </a:lnTo>
                <a:lnTo>
                  <a:pt x="0" y="1193091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 b="-1558" l="0" r="-264724" t="-1558"/>
            </a:stretch>
          </a:blipFill>
          <a:ln>
            <a:noFill/>
          </a:ln>
        </p:spPr>
      </p:sp>
    </p:spTree>
  </p:cSld>
  <p:clrMapOvr>
    <a:masterClrMapping/>
  </p:clrMapOvr>
  <p:transition spd="slow">
    <p:push/>
  </p:transition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2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p11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9333" l="0" r="0" t="-9333"/>
            </a:stretch>
          </a:blipFill>
          <a:ln>
            <a:noFill/>
          </a:ln>
        </p:spPr>
      </p:sp>
      <p:sp>
        <p:nvSpPr>
          <p:cNvPr id="674" name="Google Shape;674;p11"/>
          <p:cNvSpPr/>
          <p:nvPr/>
        </p:nvSpPr>
        <p:spPr>
          <a:xfrm>
            <a:off x="9682845" y="1752467"/>
            <a:ext cx="13148326" cy="10375675"/>
          </a:xfrm>
          <a:custGeom>
            <a:rect b="b" l="l" r="r" t="t"/>
            <a:pathLst>
              <a:path extrusionOk="0" h="10375675" w="13148326">
                <a:moveTo>
                  <a:pt x="0" y="0"/>
                </a:moveTo>
                <a:lnTo>
                  <a:pt x="13148326" y="0"/>
                </a:lnTo>
                <a:lnTo>
                  <a:pt x="13148326" y="10375675"/>
                </a:lnTo>
                <a:lnTo>
                  <a:pt x="0" y="1037567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-18220" r="0" t="0"/>
            </a:stretch>
          </a:blipFill>
          <a:ln>
            <a:noFill/>
          </a:ln>
        </p:spPr>
      </p:sp>
      <p:grpSp>
        <p:nvGrpSpPr>
          <p:cNvPr id="675" name="Google Shape;675;p11"/>
          <p:cNvGrpSpPr/>
          <p:nvPr/>
        </p:nvGrpSpPr>
        <p:grpSpPr>
          <a:xfrm>
            <a:off x="7477401" y="-847710"/>
            <a:ext cx="6070754" cy="11149647"/>
            <a:chOff x="0" y="-104775"/>
            <a:chExt cx="424177" cy="779050"/>
          </a:xfrm>
        </p:grpSpPr>
        <p:sp>
          <p:nvSpPr>
            <p:cNvPr id="676" name="Google Shape;676;p11"/>
            <p:cNvSpPr/>
            <p:nvPr/>
          </p:nvSpPr>
          <p:spPr>
            <a:xfrm>
              <a:off x="0" y="0"/>
              <a:ext cx="424177" cy="674275"/>
            </a:xfrm>
            <a:custGeom>
              <a:rect b="b" l="l" r="r" t="t"/>
              <a:pathLst>
                <a:path extrusionOk="0" h="674275" w="424177">
                  <a:moveTo>
                    <a:pt x="203200" y="0"/>
                  </a:moveTo>
                  <a:lnTo>
                    <a:pt x="424177" y="0"/>
                  </a:lnTo>
                  <a:lnTo>
                    <a:pt x="220977" y="674275"/>
                  </a:lnTo>
                  <a:lnTo>
                    <a:pt x="0" y="674275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393E46">
                <a:alpha val="46667"/>
              </a:srgbClr>
            </a:solidFill>
            <a:ln>
              <a:noFill/>
            </a:ln>
          </p:spPr>
        </p:sp>
        <p:sp>
          <p:nvSpPr>
            <p:cNvPr id="677" name="Google Shape;677;p11"/>
            <p:cNvSpPr txBox="1"/>
            <p:nvPr/>
          </p:nvSpPr>
          <p:spPr>
            <a:xfrm>
              <a:off x="101600" y="-104775"/>
              <a:ext cx="220977" cy="7790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78" name="Google Shape;678;p11"/>
          <p:cNvGrpSpPr/>
          <p:nvPr/>
        </p:nvGrpSpPr>
        <p:grpSpPr>
          <a:xfrm>
            <a:off x="6797739" y="-227214"/>
            <a:ext cx="5816332" cy="11149647"/>
            <a:chOff x="0" y="-104775"/>
            <a:chExt cx="406400" cy="779050"/>
          </a:xfrm>
        </p:grpSpPr>
        <p:sp>
          <p:nvSpPr>
            <p:cNvPr id="679" name="Google Shape;679;p11"/>
            <p:cNvSpPr/>
            <p:nvPr/>
          </p:nvSpPr>
          <p:spPr>
            <a:xfrm>
              <a:off x="0" y="0"/>
              <a:ext cx="406400" cy="674275"/>
            </a:xfrm>
            <a:custGeom>
              <a:rect b="b" l="l" r="r" t="t"/>
              <a:pathLst>
                <a:path extrusionOk="0" h="674275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674275"/>
                  </a:lnTo>
                  <a:lnTo>
                    <a:pt x="0" y="674275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393E46"/>
            </a:solidFill>
            <a:ln>
              <a:noFill/>
            </a:ln>
          </p:spPr>
        </p:sp>
        <p:sp>
          <p:nvSpPr>
            <p:cNvPr id="680" name="Google Shape;680;p11"/>
            <p:cNvSpPr txBox="1"/>
            <p:nvPr/>
          </p:nvSpPr>
          <p:spPr>
            <a:xfrm>
              <a:off x="101600" y="-104775"/>
              <a:ext cx="203200" cy="7790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81" name="Google Shape;681;p11"/>
          <p:cNvGrpSpPr/>
          <p:nvPr/>
        </p:nvGrpSpPr>
        <p:grpSpPr>
          <a:xfrm>
            <a:off x="-22436" y="-1368585"/>
            <a:ext cx="18332871" cy="3373138"/>
            <a:chOff x="0" y="-276225"/>
            <a:chExt cx="4828411" cy="888399"/>
          </a:xfrm>
        </p:grpSpPr>
        <p:sp>
          <p:nvSpPr>
            <p:cNvPr id="682" name="Google Shape;682;p11"/>
            <p:cNvSpPr/>
            <p:nvPr/>
          </p:nvSpPr>
          <p:spPr>
            <a:xfrm>
              <a:off x="0" y="0"/>
              <a:ext cx="4828411" cy="612174"/>
            </a:xfrm>
            <a:custGeom>
              <a:rect b="b" l="l" r="r" t="t"/>
              <a:pathLst>
                <a:path extrusionOk="0" h="612174" w="4828411">
                  <a:moveTo>
                    <a:pt x="0" y="0"/>
                  </a:moveTo>
                  <a:lnTo>
                    <a:pt x="4828411" y="0"/>
                  </a:lnTo>
                  <a:lnTo>
                    <a:pt x="4828411" y="612174"/>
                  </a:lnTo>
                  <a:lnTo>
                    <a:pt x="0" y="612174"/>
                  </a:lnTo>
                  <a:close/>
                </a:path>
              </a:pathLst>
            </a:custGeom>
            <a:solidFill>
              <a:srgbClr val="F49619"/>
            </a:solidFill>
            <a:ln>
              <a:noFill/>
            </a:ln>
          </p:spPr>
        </p:sp>
        <p:sp>
          <p:nvSpPr>
            <p:cNvPr id="683" name="Google Shape;683;p11"/>
            <p:cNvSpPr txBox="1"/>
            <p:nvPr/>
          </p:nvSpPr>
          <p:spPr>
            <a:xfrm>
              <a:off x="0" y="-276225"/>
              <a:ext cx="4828411" cy="8883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84" name="Google Shape;684;p11"/>
          <p:cNvSpPr/>
          <p:nvPr/>
        </p:nvSpPr>
        <p:spPr>
          <a:xfrm>
            <a:off x="17789121" y="9481948"/>
            <a:ext cx="1699256" cy="1019554"/>
          </a:xfrm>
          <a:custGeom>
            <a:rect b="b" l="l" r="r" t="t"/>
            <a:pathLst>
              <a:path extrusionOk="0" h="1019554" w="1699256">
                <a:moveTo>
                  <a:pt x="0" y="0"/>
                </a:moveTo>
                <a:lnTo>
                  <a:pt x="1699257" y="0"/>
                </a:lnTo>
                <a:lnTo>
                  <a:pt x="1699257" y="1019554"/>
                </a:lnTo>
                <a:lnTo>
                  <a:pt x="0" y="101955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685" name="Google Shape;685;p11"/>
          <p:cNvSpPr/>
          <p:nvPr/>
        </p:nvSpPr>
        <p:spPr>
          <a:xfrm rot="-5400000">
            <a:off x="17062944" y="-566905"/>
            <a:ext cx="2304785" cy="2333959"/>
          </a:xfrm>
          <a:custGeom>
            <a:rect b="b" l="l" r="r" t="t"/>
            <a:pathLst>
              <a:path extrusionOk="0" h="2333959" w="2304785">
                <a:moveTo>
                  <a:pt x="0" y="0"/>
                </a:moveTo>
                <a:lnTo>
                  <a:pt x="2304785" y="0"/>
                </a:lnTo>
                <a:lnTo>
                  <a:pt x="2304785" y="2333960"/>
                </a:lnTo>
                <a:lnTo>
                  <a:pt x="0" y="233396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686" name="Google Shape;686;p11"/>
          <p:cNvSpPr/>
          <p:nvPr/>
        </p:nvSpPr>
        <p:spPr>
          <a:xfrm>
            <a:off x="-1027496" y="8529558"/>
            <a:ext cx="1491022" cy="952391"/>
          </a:xfrm>
          <a:custGeom>
            <a:rect b="b" l="l" r="r" t="t"/>
            <a:pathLst>
              <a:path extrusionOk="0" h="952391" w="1491022">
                <a:moveTo>
                  <a:pt x="0" y="0"/>
                </a:moveTo>
                <a:lnTo>
                  <a:pt x="1491022" y="0"/>
                </a:lnTo>
                <a:lnTo>
                  <a:pt x="1491022" y="952390"/>
                </a:lnTo>
                <a:lnTo>
                  <a:pt x="0" y="95239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687" name="Google Shape;687;p11"/>
          <p:cNvSpPr/>
          <p:nvPr/>
        </p:nvSpPr>
        <p:spPr>
          <a:xfrm>
            <a:off x="3653851" y="9982200"/>
            <a:ext cx="10952506" cy="1880464"/>
          </a:xfrm>
          <a:custGeom>
            <a:rect b="b" l="l" r="r" t="t"/>
            <a:pathLst>
              <a:path extrusionOk="0" h="1880464" w="10952506">
                <a:moveTo>
                  <a:pt x="0" y="0"/>
                </a:moveTo>
                <a:lnTo>
                  <a:pt x="10952506" y="0"/>
                </a:lnTo>
                <a:lnTo>
                  <a:pt x="10952506" y="1880464"/>
                </a:lnTo>
                <a:lnTo>
                  <a:pt x="0" y="188046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-2157" r="-2202" t="-59556"/>
            </a:stretch>
          </a:blipFill>
          <a:ln>
            <a:noFill/>
          </a:ln>
        </p:spPr>
      </p:sp>
      <p:sp>
        <p:nvSpPr>
          <p:cNvPr id="688" name="Google Shape;688;p11"/>
          <p:cNvSpPr/>
          <p:nvPr/>
        </p:nvSpPr>
        <p:spPr>
          <a:xfrm>
            <a:off x="17869405" y="-1885942"/>
            <a:ext cx="1411048" cy="2914385"/>
          </a:xfrm>
          <a:custGeom>
            <a:rect b="b" l="l" r="r" t="t"/>
            <a:pathLst>
              <a:path extrusionOk="0" h="2914385" w="1411048">
                <a:moveTo>
                  <a:pt x="0" y="0"/>
                </a:moveTo>
                <a:lnTo>
                  <a:pt x="1411048" y="0"/>
                </a:lnTo>
                <a:lnTo>
                  <a:pt x="1411048" y="2914385"/>
                </a:lnTo>
                <a:lnTo>
                  <a:pt x="0" y="291438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689" name="Google Shape;689;p11"/>
          <p:cNvSpPr/>
          <p:nvPr/>
        </p:nvSpPr>
        <p:spPr>
          <a:xfrm rot="5400000">
            <a:off x="-1298337" y="4236874"/>
            <a:ext cx="2304785" cy="2333959"/>
          </a:xfrm>
          <a:custGeom>
            <a:rect b="b" l="l" r="r" t="t"/>
            <a:pathLst>
              <a:path extrusionOk="0" h="2333959" w="2304785">
                <a:moveTo>
                  <a:pt x="2304784" y="2333960"/>
                </a:moveTo>
                <a:lnTo>
                  <a:pt x="0" y="2333960"/>
                </a:lnTo>
                <a:lnTo>
                  <a:pt x="0" y="0"/>
                </a:lnTo>
                <a:lnTo>
                  <a:pt x="2304784" y="0"/>
                </a:lnTo>
                <a:lnTo>
                  <a:pt x="2304784" y="233396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690" name="Google Shape;690;p11"/>
          <p:cNvGrpSpPr/>
          <p:nvPr/>
        </p:nvGrpSpPr>
        <p:grpSpPr>
          <a:xfrm>
            <a:off x="-3072429" y="1262212"/>
            <a:ext cx="14628156" cy="1816678"/>
            <a:chOff x="0" y="-276225"/>
            <a:chExt cx="3852683" cy="478467"/>
          </a:xfrm>
        </p:grpSpPr>
        <p:sp>
          <p:nvSpPr>
            <p:cNvPr id="691" name="Google Shape;691;p11"/>
            <p:cNvSpPr/>
            <p:nvPr/>
          </p:nvSpPr>
          <p:spPr>
            <a:xfrm>
              <a:off x="0" y="0"/>
              <a:ext cx="3852683" cy="202242"/>
            </a:xfrm>
            <a:custGeom>
              <a:rect b="b" l="l" r="r" t="t"/>
              <a:pathLst>
                <a:path extrusionOk="0" h="202242" w="3852683">
                  <a:moveTo>
                    <a:pt x="0" y="0"/>
                  </a:moveTo>
                  <a:lnTo>
                    <a:pt x="3852683" y="0"/>
                  </a:lnTo>
                  <a:lnTo>
                    <a:pt x="3852683" y="202242"/>
                  </a:lnTo>
                  <a:lnTo>
                    <a:pt x="0" y="202242"/>
                  </a:lnTo>
                  <a:close/>
                </a:path>
              </a:pathLst>
            </a:custGeom>
            <a:solidFill>
              <a:srgbClr val="5170FF"/>
            </a:solidFill>
            <a:ln>
              <a:noFill/>
            </a:ln>
          </p:spPr>
        </p:sp>
        <p:sp>
          <p:nvSpPr>
            <p:cNvPr id="692" name="Google Shape;692;p11"/>
            <p:cNvSpPr txBox="1"/>
            <p:nvPr/>
          </p:nvSpPr>
          <p:spPr>
            <a:xfrm>
              <a:off x="0" y="-276225"/>
              <a:ext cx="3852683" cy="47846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520" u="none" cap="none" strike="noStrike">
                  <a:solidFill>
                    <a:srgbClr val="023535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/>
            </a:p>
          </p:txBody>
        </p:sp>
      </p:grpSp>
      <p:grpSp>
        <p:nvGrpSpPr>
          <p:cNvPr id="693" name="Google Shape;693;p11"/>
          <p:cNvGrpSpPr/>
          <p:nvPr/>
        </p:nvGrpSpPr>
        <p:grpSpPr>
          <a:xfrm>
            <a:off x="17828" y="2557537"/>
            <a:ext cx="10090567" cy="473299"/>
            <a:chOff x="0" y="-104775"/>
            <a:chExt cx="2657598" cy="124656"/>
          </a:xfrm>
        </p:grpSpPr>
        <p:sp>
          <p:nvSpPr>
            <p:cNvPr id="694" name="Google Shape;694;p11"/>
            <p:cNvSpPr/>
            <p:nvPr/>
          </p:nvSpPr>
          <p:spPr>
            <a:xfrm>
              <a:off x="0" y="0"/>
              <a:ext cx="2657598" cy="19881"/>
            </a:xfrm>
            <a:custGeom>
              <a:rect b="b" l="l" r="r" t="t"/>
              <a:pathLst>
                <a:path extrusionOk="0" h="19881" w="2657598">
                  <a:moveTo>
                    <a:pt x="0" y="0"/>
                  </a:moveTo>
                  <a:lnTo>
                    <a:pt x="2657598" y="0"/>
                  </a:lnTo>
                  <a:lnTo>
                    <a:pt x="2657598" y="19881"/>
                  </a:lnTo>
                  <a:lnTo>
                    <a:pt x="0" y="1988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695" name="Google Shape;695;p11"/>
            <p:cNvSpPr txBox="1"/>
            <p:nvPr/>
          </p:nvSpPr>
          <p:spPr>
            <a:xfrm>
              <a:off x="0" y="-104775"/>
              <a:ext cx="2657598" cy="12465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96" name="Google Shape;696;p11"/>
          <p:cNvGrpSpPr/>
          <p:nvPr/>
        </p:nvGrpSpPr>
        <p:grpSpPr>
          <a:xfrm>
            <a:off x="278204" y="2868141"/>
            <a:ext cx="12335866" cy="1799106"/>
            <a:chOff x="0" y="-687399"/>
            <a:chExt cx="16447822" cy="2398808"/>
          </a:xfrm>
        </p:grpSpPr>
        <p:grpSp>
          <p:nvGrpSpPr>
            <p:cNvPr id="697" name="Google Shape;697;p11"/>
            <p:cNvGrpSpPr/>
            <p:nvPr/>
          </p:nvGrpSpPr>
          <p:grpSpPr>
            <a:xfrm>
              <a:off x="85570" y="-687399"/>
              <a:ext cx="16362252" cy="2398808"/>
              <a:chOff x="0" y="-104775"/>
              <a:chExt cx="2398436" cy="351625"/>
            </a:xfrm>
          </p:grpSpPr>
          <p:sp>
            <p:nvSpPr>
              <p:cNvPr id="698" name="Google Shape;698;p11"/>
              <p:cNvSpPr/>
              <p:nvPr/>
            </p:nvSpPr>
            <p:spPr>
              <a:xfrm>
                <a:off x="0" y="0"/>
                <a:ext cx="2398436" cy="246850"/>
              </a:xfrm>
              <a:custGeom>
                <a:rect b="b" l="l" r="r" t="t"/>
                <a:pathLst>
                  <a:path extrusionOk="0" h="246850" w="2398436">
                    <a:moveTo>
                      <a:pt x="0" y="0"/>
                    </a:moveTo>
                    <a:lnTo>
                      <a:pt x="2398436" y="0"/>
                    </a:lnTo>
                    <a:lnTo>
                      <a:pt x="2398436" y="246850"/>
                    </a:lnTo>
                    <a:lnTo>
                      <a:pt x="0" y="24685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699" name="Google Shape;699;p11"/>
              <p:cNvSpPr txBox="1"/>
              <p:nvPr/>
            </p:nvSpPr>
            <p:spPr>
              <a:xfrm>
                <a:off x="0" y="-104775"/>
                <a:ext cx="2398436" cy="3516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00" name="Google Shape;700;p11"/>
            <p:cNvGrpSpPr/>
            <p:nvPr/>
          </p:nvGrpSpPr>
          <p:grpSpPr>
            <a:xfrm>
              <a:off x="0" y="-51342"/>
              <a:ext cx="136913" cy="1762750"/>
              <a:chOff x="0" y="-38100"/>
              <a:chExt cx="101600" cy="1308100"/>
            </a:xfrm>
          </p:grpSpPr>
          <p:sp>
            <p:nvSpPr>
              <p:cNvPr id="701" name="Google Shape;701;p11"/>
              <p:cNvSpPr/>
              <p:nvPr/>
            </p:nvSpPr>
            <p:spPr>
              <a:xfrm>
                <a:off x="0" y="0"/>
                <a:ext cx="101600" cy="1270000"/>
              </a:xfrm>
              <a:custGeom>
                <a:rect b="b" l="l" r="r" t="t"/>
                <a:pathLst>
                  <a:path extrusionOk="0" h="1270000" w="101600">
                    <a:moveTo>
                      <a:pt x="10160" y="0"/>
                    </a:moveTo>
                    <a:lnTo>
                      <a:pt x="91440" y="0"/>
                    </a:lnTo>
                    <a:cubicBezTo>
                      <a:pt x="94135" y="0"/>
                      <a:pt x="96719" y="1070"/>
                      <a:pt x="98624" y="2976"/>
                    </a:cubicBezTo>
                    <a:cubicBezTo>
                      <a:pt x="100530" y="4881"/>
                      <a:pt x="101600" y="7465"/>
                      <a:pt x="101600" y="10160"/>
                    </a:cubicBezTo>
                    <a:lnTo>
                      <a:pt x="101600" y="1259840"/>
                    </a:lnTo>
                    <a:cubicBezTo>
                      <a:pt x="101600" y="1262535"/>
                      <a:pt x="100530" y="1265119"/>
                      <a:pt x="98624" y="1267024"/>
                    </a:cubicBezTo>
                    <a:cubicBezTo>
                      <a:pt x="96719" y="1268930"/>
                      <a:pt x="94135" y="1270000"/>
                      <a:pt x="91440" y="1270000"/>
                    </a:cubicBezTo>
                    <a:lnTo>
                      <a:pt x="10160" y="1270000"/>
                    </a:lnTo>
                    <a:cubicBezTo>
                      <a:pt x="7465" y="1270000"/>
                      <a:pt x="4881" y="1268930"/>
                      <a:pt x="2976" y="1267024"/>
                    </a:cubicBezTo>
                    <a:cubicBezTo>
                      <a:pt x="1070" y="1265119"/>
                      <a:pt x="0" y="1262535"/>
                      <a:pt x="0" y="1259840"/>
                    </a:cubicBezTo>
                    <a:lnTo>
                      <a:pt x="0" y="10160"/>
                    </a:lnTo>
                    <a:cubicBezTo>
                      <a:pt x="0" y="4549"/>
                      <a:pt x="4549" y="0"/>
                      <a:pt x="10160" y="0"/>
                    </a:cubicBezTo>
                    <a:close/>
                  </a:path>
                </a:pathLst>
              </a:custGeom>
              <a:solidFill>
                <a:srgbClr val="F4961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2" name="Google Shape;702;p11"/>
              <p:cNvSpPr txBox="1"/>
              <p:nvPr/>
            </p:nvSpPr>
            <p:spPr>
              <a:xfrm>
                <a:off x="0" y="-38100"/>
                <a:ext cx="101600" cy="1308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l">
                  <a:lnSpc>
                    <a:spcPct val="93277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03" name="Google Shape;703;p11"/>
            <p:cNvGrpSpPr/>
            <p:nvPr/>
          </p:nvGrpSpPr>
          <p:grpSpPr>
            <a:xfrm>
              <a:off x="496308" y="273825"/>
              <a:ext cx="855704" cy="1010649"/>
              <a:chOff x="0" y="-114300"/>
              <a:chExt cx="635000" cy="749981"/>
            </a:xfrm>
          </p:grpSpPr>
          <p:sp>
            <p:nvSpPr>
              <p:cNvPr id="704" name="Google Shape;704;p11"/>
              <p:cNvSpPr/>
              <p:nvPr/>
            </p:nvSpPr>
            <p:spPr>
              <a:xfrm>
                <a:off x="0" y="0"/>
                <a:ext cx="635000" cy="635681"/>
              </a:xfrm>
              <a:custGeom>
                <a:rect b="b" l="l" r="r" t="t"/>
                <a:pathLst>
                  <a:path extrusionOk="0" h="635681" w="635000">
                    <a:moveTo>
                      <a:pt x="317500" y="0"/>
                    </a:moveTo>
                    <a:cubicBezTo>
                      <a:pt x="142150" y="0"/>
                      <a:pt x="0" y="142302"/>
                      <a:pt x="0" y="317840"/>
                    </a:cubicBezTo>
                    <a:cubicBezTo>
                      <a:pt x="0" y="493379"/>
                      <a:pt x="142150" y="635681"/>
                      <a:pt x="317500" y="635681"/>
                    </a:cubicBezTo>
                    <a:cubicBezTo>
                      <a:pt x="492850" y="635681"/>
                      <a:pt x="635000" y="493379"/>
                      <a:pt x="635000" y="317840"/>
                    </a:cubicBezTo>
                    <a:cubicBezTo>
                      <a:pt x="635000" y="142302"/>
                      <a:pt x="492850" y="0"/>
                      <a:pt x="317500" y="0"/>
                    </a:cubicBezTo>
                    <a:close/>
                  </a:path>
                </a:pathLst>
              </a:custGeom>
              <a:solidFill>
                <a:srgbClr val="F4961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5" name="Google Shape;705;p11"/>
              <p:cNvSpPr txBox="1"/>
              <p:nvPr/>
            </p:nvSpPr>
            <p:spPr>
              <a:xfrm>
                <a:off x="0" y="-114300"/>
                <a:ext cx="635000" cy="7499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4001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i="0" lang="en-US" sz="2499" u="none" cap="none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01</a:t>
                </a:r>
                <a:endParaRPr/>
              </a:p>
            </p:txBody>
          </p:sp>
        </p:grpSp>
        <p:sp>
          <p:nvSpPr>
            <p:cNvPr id="706" name="Google Shape;706;p11"/>
            <p:cNvSpPr txBox="1"/>
            <p:nvPr/>
          </p:nvSpPr>
          <p:spPr>
            <a:xfrm>
              <a:off x="1711408" y="-66863"/>
              <a:ext cx="12586524" cy="79595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998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234" u="none" cap="none" strike="noStrike">
                  <a:solidFill>
                    <a:srgbClr val="1A1A1A"/>
                  </a:solidFill>
                  <a:latin typeface="Arial"/>
                  <a:ea typeface="Arial"/>
                  <a:cs typeface="Arial"/>
                  <a:sym typeface="Arial"/>
                </a:rPr>
                <a:t>Landing page</a:t>
              </a:r>
              <a:endParaRPr/>
            </a:p>
          </p:txBody>
        </p:sp>
        <p:sp>
          <p:nvSpPr>
            <p:cNvPr id="707" name="Google Shape;707;p11"/>
            <p:cNvSpPr txBox="1"/>
            <p:nvPr/>
          </p:nvSpPr>
          <p:spPr>
            <a:xfrm>
              <a:off x="1711408" y="603006"/>
              <a:ext cx="14510853" cy="1070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056" u="none" cap="none" strike="noStrike">
                  <a:solidFill>
                    <a:srgbClr val="4A4A4A"/>
                  </a:solidFill>
                  <a:latin typeface="Arial"/>
                  <a:ea typeface="Arial"/>
                  <a:cs typeface="Arial"/>
                  <a:sym typeface="Arial"/>
                </a:rPr>
                <a:t>Como </a:t>
              </a:r>
              <a:r>
                <a:rPr b="0" i="0" lang="en-US" sz="2056" u="none" cap="none" strike="noStrike">
                  <a:solidFill>
                    <a:srgbClr val="4A4A4A"/>
                  </a:solidFill>
                  <a:latin typeface="Arial"/>
                  <a:ea typeface="Arial"/>
                  <a:cs typeface="Arial"/>
                  <a:sym typeface="Arial"/>
                </a:rPr>
                <a:t>prospecto </a:t>
              </a:r>
              <a:r>
                <a:rPr b="1" i="0" lang="en-US" sz="2056" u="none" cap="none" strike="noStrike">
                  <a:solidFill>
                    <a:srgbClr val="4A4A4A"/>
                  </a:solidFill>
                  <a:latin typeface="Arial"/>
                  <a:ea typeface="Arial"/>
                  <a:cs typeface="Arial"/>
                  <a:sym typeface="Arial"/>
                </a:rPr>
                <a:t>quiero </a:t>
              </a:r>
              <a:r>
                <a:rPr b="0" i="0" lang="en-US" sz="2056" u="none" cap="none" strike="noStrike">
                  <a:solidFill>
                    <a:srgbClr val="4A4A4A"/>
                  </a:solidFill>
                  <a:latin typeface="Arial"/>
                  <a:ea typeface="Arial"/>
                  <a:cs typeface="Arial"/>
                  <a:sym typeface="Arial"/>
                </a:rPr>
                <a:t>acceder a una página de presentación de SmartBids </a:t>
              </a:r>
              <a:r>
                <a:rPr b="1" i="0" lang="en-US" sz="2056" u="none" cap="none" strike="noStrike">
                  <a:solidFill>
                    <a:srgbClr val="4A4A4A"/>
                  </a:solidFill>
                  <a:latin typeface="Arial"/>
                  <a:ea typeface="Arial"/>
                  <a:cs typeface="Arial"/>
                  <a:sym typeface="Arial"/>
                </a:rPr>
                <a:t>para </a:t>
              </a:r>
              <a:r>
                <a:rPr b="0" i="0" lang="en-US" sz="2056" u="none" cap="none" strike="noStrike">
                  <a:solidFill>
                    <a:srgbClr val="4A4A4A"/>
                  </a:solidFill>
                  <a:latin typeface="Arial"/>
                  <a:ea typeface="Arial"/>
                  <a:cs typeface="Arial"/>
                  <a:sym typeface="Arial"/>
                </a:rPr>
                <a:t>conocer sus funcionalidades, beneficios y decidir si deseo registrarme</a:t>
              </a:r>
              <a:endParaRPr/>
            </a:p>
          </p:txBody>
        </p:sp>
      </p:grpSp>
      <p:grpSp>
        <p:nvGrpSpPr>
          <p:cNvPr id="708" name="Google Shape;708;p11"/>
          <p:cNvGrpSpPr/>
          <p:nvPr/>
        </p:nvGrpSpPr>
        <p:grpSpPr>
          <a:xfrm>
            <a:off x="278204" y="4319548"/>
            <a:ext cx="12335866" cy="1799106"/>
            <a:chOff x="0" y="-687399"/>
            <a:chExt cx="16447822" cy="2398808"/>
          </a:xfrm>
        </p:grpSpPr>
        <p:grpSp>
          <p:nvGrpSpPr>
            <p:cNvPr id="709" name="Google Shape;709;p11"/>
            <p:cNvGrpSpPr/>
            <p:nvPr/>
          </p:nvGrpSpPr>
          <p:grpSpPr>
            <a:xfrm>
              <a:off x="138416" y="-687399"/>
              <a:ext cx="16309406" cy="2398808"/>
              <a:chOff x="0" y="-104775"/>
              <a:chExt cx="2390690" cy="351625"/>
            </a:xfrm>
          </p:grpSpPr>
          <p:sp>
            <p:nvSpPr>
              <p:cNvPr id="710" name="Google Shape;710;p11"/>
              <p:cNvSpPr/>
              <p:nvPr/>
            </p:nvSpPr>
            <p:spPr>
              <a:xfrm>
                <a:off x="0" y="0"/>
                <a:ext cx="2390690" cy="246850"/>
              </a:xfrm>
              <a:custGeom>
                <a:rect b="b" l="l" r="r" t="t"/>
                <a:pathLst>
                  <a:path extrusionOk="0" h="246850" w="2390690">
                    <a:moveTo>
                      <a:pt x="0" y="0"/>
                    </a:moveTo>
                    <a:lnTo>
                      <a:pt x="2390690" y="0"/>
                    </a:lnTo>
                    <a:lnTo>
                      <a:pt x="2390690" y="246850"/>
                    </a:lnTo>
                    <a:lnTo>
                      <a:pt x="0" y="24685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711" name="Google Shape;711;p11"/>
              <p:cNvSpPr txBox="1"/>
              <p:nvPr/>
            </p:nvSpPr>
            <p:spPr>
              <a:xfrm>
                <a:off x="0" y="-104775"/>
                <a:ext cx="2390690" cy="3516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12" name="Google Shape;712;p11"/>
            <p:cNvGrpSpPr/>
            <p:nvPr/>
          </p:nvGrpSpPr>
          <p:grpSpPr>
            <a:xfrm>
              <a:off x="0" y="-51342"/>
              <a:ext cx="138416" cy="1762750"/>
              <a:chOff x="0" y="-38100"/>
              <a:chExt cx="102716" cy="1308100"/>
            </a:xfrm>
          </p:grpSpPr>
          <p:sp>
            <p:nvSpPr>
              <p:cNvPr id="713" name="Google Shape;713;p11"/>
              <p:cNvSpPr/>
              <p:nvPr/>
            </p:nvSpPr>
            <p:spPr>
              <a:xfrm>
                <a:off x="0" y="0"/>
                <a:ext cx="102716" cy="1270000"/>
              </a:xfrm>
              <a:custGeom>
                <a:rect b="b" l="l" r="r" t="t"/>
                <a:pathLst>
                  <a:path extrusionOk="0" h="1270000" w="102716">
                    <a:moveTo>
                      <a:pt x="10272" y="0"/>
                    </a:moveTo>
                    <a:lnTo>
                      <a:pt x="92444" y="0"/>
                    </a:lnTo>
                    <a:cubicBezTo>
                      <a:pt x="95169" y="0"/>
                      <a:pt x="97781" y="1070"/>
                      <a:pt x="99707" y="2976"/>
                    </a:cubicBezTo>
                    <a:cubicBezTo>
                      <a:pt x="101634" y="4881"/>
                      <a:pt x="102716" y="7465"/>
                      <a:pt x="102716" y="10160"/>
                    </a:cubicBezTo>
                    <a:lnTo>
                      <a:pt x="102716" y="1259840"/>
                    </a:lnTo>
                    <a:cubicBezTo>
                      <a:pt x="102716" y="1262535"/>
                      <a:pt x="101634" y="1265119"/>
                      <a:pt x="99707" y="1267024"/>
                    </a:cubicBezTo>
                    <a:cubicBezTo>
                      <a:pt x="97781" y="1268930"/>
                      <a:pt x="95169" y="1270000"/>
                      <a:pt x="92444" y="1270000"/>
                    </a:cubicBezTo>
                    <a:lnTo>
                      <a:pt x="10272" y="1270000"/>
                    </a:lnTo>
                    <a:cubicBezTo>
                      <a:pt x="7547" y="1270000"/>
                      <a:pt x="4935" y="1268930"/>
                      <a:pt x="3008" y="1267024"/>
                    </a:cubicBezTo>
                    <a:cubicBezTo>
                      <a:pt x="1082" y="1265119"/>
                      <a:pt x="0" y="1262535"/>
                      <a:pt x="0" y="1259840"/>
                    </a:cubicBezTo>
                    <a:lnTo>
                      <a:pt x="0" y="10160"/>
                    </a:lnTo>
                    <a:cubicBezTo>
                      <a:pt x="0" y="4549"/>
                      <a:pt x="4599" y="0"/>
                      <a:pt x="10272" y="0"/>
                    </a:cubicBezTo>
                    <a:close/>
                  </a:path>
                </a:pathLst>
              </a:custGeom>
              <a:solidFill>
                <a:srgbClr val="C1FF7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4" name="Google Shape;714;p11"/>
              <p:cNvSpPr txBox="1"/>
              <p:nvPr/>
            </p:nvSpPr>
            <p:spPr>
              <a:xfrm>
                <a:off x="0" y="-38100"/>
                <a:ext cx="102716" cy="1308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l">
                  <a:lnSpc>
                    <a:spcPct val="93277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15" name="Google Shape;715;p11"/>
            <p:cNvGrpSpPr/>
            <p:nvPr/>
          </p:nvGrpSpPr>
          <p:grpSpPr>
            <a:xfrm>
              <a:off x="501760" y="287516"/>
              <a:ext cx="865103" cy="1010649"/>
              <a:chOff x="0" y="-114300"/>
              <a:chExt cx="641975" cy="749981"/>
            </a:xfrm>
          </p:grpSpPr>
          <p:sp>
            <p:nvSpPr>
              <p:cNvPr id="716" name="Google Shape;716;p11"/>
              <p:cNvSpPr/>
              <p:nvPr/>
            </p:nvSpPr>
            <p:spPr>
              <a:xfrm>
                <a:off x="0" y="0"/>
                <a:ext cx="641975" cy="635681"/>
              </a:xfrm>
              <a:custGeom>
                <a:rect b="b" l="l" r="r" t="t"/>
                <a:pathLst>
                  <a:path extrusionOk="0" h="635681" w="641975">
                    <a:moveTo>
                      <a:pt x="320987" y="0"/>
                    </a:moveTo>
                    <a:cubicBezTo>
                      <a:pt x="143711" y="0"/>
                      <a:pt x="0" y="142302"/>
                      <a:pt x="0" y="317840"/>
                    </a:cubicBezTo>
                    <a:cubicBezTo>
                      <a:pt x="0" y="493379"/>
                      <a:pt x="143711" y="635681"/>
                      <a:pt x="320987" y="635681"/>
                    </a:cubicBezTo>
                    <a:cubicBezTo>
                      <a:pt x="498264" y="635681"/>
                      <a:pt x="641975" y="493379"/>
                      <a:pt x="641975" y="317840"/>
                    </a:cubicBezTo>
                    <a:cubicBezTo>
                      <a:pt x="641975" y="142302"/>
                      <a:pt x="498264" y="0"/>
                      <a:pt x="320987" y="0"/>
                    </a:cubicBezTo>
                    <a:close/>
                  </a:path>
                </a:pathLst>
              </a:custGeom>
              <a:solidFill>
                <a:srgbClr val="C1FF7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7" name="Google Shape;717;p11"/>
              <p:cNvSpPr txBox="1"/>
              <p:nvPr/>
            </p:nvSpPr>
            <p:spPr>
              <a:xfrm>
                <a:off x="0" y="-114300"/>
                <a:ext cx="641975" cy="7499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4001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i="0" lang="en-US" sz="2499" u="none" cap="none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02</a:t>
                </a:r>
                <a:endParaRPr/>
              </a:p>
            </p:txBody>
          </p:sp>
        </p:grpSp>
        <p:sp>
          <p:nvSpPr>
            <p:cNvPr id="718" name="Google Shape;718;p11"/>
            <p:cNvSpPr txBox="1"/>
            <p:nvPr/>
          </p:nvSpPr>
          <p:spPr>
            <a:xfrm>
              <a:off x="1730206" y="-66830"/>
              <a:ext cx="13032874" cy="7958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998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234" u="none" cap="none" strike="noStrike">
                  <a:solidFill>
                    <a:srgbClr val="1A1A1A"/>
                  </a:solidFill>
                  <a:latin typeface="Arial"/>
                  <a:ea typeface="Arial"/>
                  <a:cs typeface="Arial"/>
                  <a:sym typeface="Arial"/>
                </a:rPr>
                <a:t>Registro de prospectos</a:t>
              </a:r>
              <a:endParaRPr/>
            </a:p>
          </p:txBody>
        </p:sp>
        <p:sp>
          <p:nvSpPr>
            <p:cNvPr id="719" name="Google Shape;719;p11"/>
            <p:cNvSpPr txBox="1"/>
            <p:nvPr/>
          </p:nvSpPr>
          <p:spPr>
            <a:xfrm>
              <a:off x="1730206" y="563993"/>
              <a:ext cx="14485053" cy="1070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056" u="none" cap="none" strike="noStrike">
                  <a:solidFill>
                    <a:srgbClr val="4A4A4A"/>
                  </a:solidFill>
                  <a:latin typeface="Arial"/>
                  <a:ea typeface="Arial"/>
                  <a:cs typeface="Arial"/>
                  <a:sym typeface="Arial"/>
                </a:rPr>
                <a:t>Como </a:t>
              </a:r>
              <a:r>
                <a:rPr b="0" i="0" lang="en-US" sz="2056" u="none" cap="none" strike="noStrike">
                  <a:solidFill>
                    <a:srgbClr val="4A4A4A"/>
                  </a:solidFill>
                  <a:latin typeface="Arial"/>
                  <a:ea typeface="Arial"/>
                  <a:cs typeface="Arial"/>
                  <a:sym typeface="Arial"/>
                </a:rPr>
                <a:t>prospecto </a:t>
              </a:r>
              <a:r>
                <a:rPr b="1" i="0" lang="en-US" sz="2056" u="none" cap="none" strike="noStrike">
                  <a:solidFill>
                    <a:srgbClr val="4A4A4A"/>
                  </a:solidFill>
                  <a:latin typeface="Arial"/>
                  <a:ea typeface="Arial"/>
                  <a:cs typeface="Arial"/>
                  <a:sym typeface="Arial"/>
                </a:rPr>
                <a:t>quiero </a:t>
              </a:r>
              <a:r>
                <a:rPr b="0" i="0" lang="en-US" sz="2056" u="none" cap="none" strike="noStrike">
                  <a:solidFill>
                    <a:srgbClr val="4A4A4A"/>
                  </a:solidFill>
                  <a:latin typeface="Arial"/>
                  <a:ea typeface="Arial"/>
                  <a:cs typeface="Arial"/>
                  <a:sym typeface="Arial"/>
                </a:rPr>
                <a:t>crear una cuenta ingresando mis datos básicos </a:t>
              </a:r>
              <a:r>
                <a:rPr b="1" i="0" lang="en-US" sz="2056" u="none" cap="none" strike="noStrike">
                  <a:solidFill>
                    <a:srgbClr val="4A4A4A"/>
                  </a:solidFill>
                  <a:latin typeface="Arial"/>
                  <a:ea typeface="Arial"/>
                  <a:cs typeface="Arial"/>
                  <a:sym typeface="Arial"/>
                </a:rPr>
                <a:t>para </a:t>
              </a:r>
              <a:r>
                <a:rPr b="0" i="0" lang="en-US" sz="2056" u="none" cap="none" strike="noStrike">
                  <a:solidFill>
                    <a:srgbClr val="4A4A4A"/>
                  </a:solidFill>
                  <a:latin typeface="Arial"/>
                  <a:ea typeface="Arial"/>
                  <a:cs typeface="Arial"/>
                  <a:sym typeface="Arial"/>
                </a:rPr>
                <a:t>acceder a la plataforma y comenzar a utilizar sus funcionalidades</a:t>
              </a:r>
              <a:endParaRPr/>
            </a:p>
          </p:txBody>
        </p:sp>
      </p:grpSp>
      <p:grpSp>
        <p:nvGrpSpPr>
          <p:cNvPr id="720" name="Google Shape;720;p11"/>
          <p:cNvGrpSpPr/>
          <p:nvPr/>
        </p:nvGrpSpPr>
        <p:grpSpPr>
          <a:xfrm>
            <a:off x="326045" y="5762441"/>
            <a:ext cx="12240185" cy="1819642"/>
            <a:chOff x="0" y="-714782"/>
            <a:chExt cx="16320247" cy="2426190"/>
          </a:xfrm>
        </p:grpSpPr>
        <p:grpSp>
          <p:nvGrpSpPr>
            <p:cNvPr id="721" name="Google Shape;721;p11"/>
            <p:cNvGrpSpPr/>
            <p:nvPr/>
          </p:nvGrpSpPr>
          <p:grpSpPr>
            <a:xfrm>
              <a:off x="136913" y="-714782"/>
              <a:ext cx="16183334" cy="2398808"/>
              <a:chOff x="0" y="-104775"/>
              <a:chExt cx="2372210" cy="351625"/>
            </a:xfrm>
          </p:grpSpPr>
          <p:sp>
            <p:nvSpPr>
              <p:cNvPr id="722" name="Google Shape;722;p11"/>
              <p:cNvSpPr/>
              <p:nvPr/>
            </p:nvSpPr>
            <p:spPr>
              <a:xfrm>
                <a:off x="0" y="0"/>
                <a:ext cx="2372210" cy="246850"/>
              </a:xfrm>
              <a:custGeom>
                <a:rect b="b" l="l" r="r" t="t"/>
                <a:pathLst>
                  <a:path extrusionOk="0" h="246850" w="2372210">
                    <a:moveTo>
                      <a:pt x="0" y="0"/>
                    </a:moveTo>
                    <a:lnTo>
                      <a:pt x="2372210" y="0"/>
                    </a:lnTo>
                    <a:lnTo>
                      <a:pt x="2372210" y="246850"/>
                    </a:lnTo>
                    <a:lnTo>
                      <a:pt x="0" y="24685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723" name="Google Shape;723;p11"/>
              <p:cNvSpPr txBox="1"/>
              <p:nvPr/>
            </p:nvSpPr>
            <p:spPr>
              <a:xfrm>
                <a:off x="0" y="-104775"/>
                <a:ext cx="2372210" cy="3516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24" name="Google Shape;724;p11"/>
            <p:cNvGrpSpPr/>
            <p:nvPr/>
          </p:nvGrpSpPr>
          <p:grpSpPr>
            <a:xfrm>
              <a:off x="0" y="-51342"/>
              <a:ext cx="136913" cy="1762750"/>
              <a:chOff x="0" y="-38100"/>
              <a:chExt cx="101600" cy="1308100"/>
            </a:xfrm>
          </p:grpSpPr>
          <p:sp>
            <p:nvSpPr>
              <p:cNvPr id="725" name="Google Shape;725;p11"/>
              <p:cNvSpPr/>
              <p:nvPr/>
            </p:nvSpPr>
            <p:spPr>
              <a:xfrm>
                <a:off x="0" y="0"/>
                <a:ext cx="101600" cy="1270000"/>
              </a:xfrm>
              <a:custGeom>
                <a:rect b="b" l="l" r="r" t="t"/>
                <a:pathLst>
                  <a:path extrusionOk="0" h="1270000" w="101600">
                    <a:moveTo>
                      <a:pt x="10160" y="0"/>
                    </a:moveTo>
                    <a:lnTo>
                      <a:pt x="91440" y="0"/>
                    </a:lnTo>
                    <a:cubicBezTo>
                      <a:pt x="94135" y="0"/>
                      <a:pt x="96719" y="1070"/>
                      <a:pt x="98624" y="2976"/>
                    </a:cubicBezTo>
                    <a:cubicBezTo>
                      <a:pt x="100530" y="4881"/>
                      <a:pt x="101600" y="7465"/>
                      <a:pt x="101600" y="10160"/>
                    </a:cubicBezTo>
                    <a:lnTo>
                      <a:pt x="101600" y="1259840"/>
                    </a:lnTo>
                    <a:cubicBezTo>
                      <a:pt x="101600" y="1262535"/>
                      <a:pt x="100530" y="1265119"/>
                      <a:pt x="98624" y="1267024"/>
                    </a:cubicBezTo>
                    <a:cubicBezTo>
                      <a:pt x="96719" y="1268930"/>
                      <a:pt x="94135" y="1270000"/>
                      <a:pt x="91440" y="1270000"/>
                    </a:cubicBezTo>
                    <a:lnTo>
                      <a:pt x="10160" y="1270000"/>
                    </a:lnTo>
                    <a:cubicBezTo>
                      <a:pt x="7465" y="1270000"/>
                      <a:pt x="4881" y="1268930"/>
                      <a:pt x="2976" y="1267024"/>
                    </a:cubicBezTo>
                    <a:cubicBezTo>
                      <a:pt x="1070" y="1265119"/>
                      <a:pt x="0" y="1262535"/>
                      <a:pt x="0" y="1259840"/>
                    </a:cubicBezTo>
                    <a:lnTo>
                      <a:pt x="0" y="10160"/>
                    </a:lnTo>
                    <a:cubicBezTo>
                      <a:pt x="0" y="4549"/>
                      <a:pt x="4549" y="0"/>
                      <a:pt x="10160" y="0"/>
                    </a:cubicBezTo>
                    <a:close/>
                  </a:path>
                </a:pathLst>
              </a:custGeom>
              <a:solidFill>
                <a:srgbClr val="C5767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6" name="Google Shape;726;p11"/>
              <p:cNvSpPr txBox="1"/>
              <p:nvPr/>
            </p:nvSpPr>
            <p:spPr>
              <a:xfrm>
                <a:off x="0" y="-38100"/>
                <a:ext cx="101600" cy="1308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l">
                  <a:lnSpc>
                    <a:spcPct val="93277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27" name="Google Shape;727;p11"/>
            <p:cNvGrpSpPr/>
            <p:nvPr/>
          </p:nvGrpSpPr>
          <p:grpSpPr>
            <a:xfrm>
              <a:off x="496308" y="249592"/>
              <a:ext cx="876241" cy="1033964"/>
              <a:chOff x="0" y="-114300"/>
              <a:chExt cx="635000" cy="749300"/>
            </a:xfrm>
          </p:grpSpPr>
          <p:sp>
            <p:nvSpPr>
              <p:cNvPr id="728" name="Google Shape;728;p11"/>
              <p:cNvSpPr/>
              <p:nvPr/>
            </p:nvSpPr>
            <p:spPr>
              <a:xfrm>
                <a:off x="0" y="0"/>
                <a:ext cx="635000" cy="635000"/>
              </a:xfrm>
              <a:custGeom>
                <a:rect b="b" l="l" r="r" t="t"/>
                <a:pathLst>
                  <a:path extrusionOk="0" h="635000" w="635000">
                    <a:moveTo>
                      <a:pt x="317500" y="0"/>
                    </a:moveTo>
                    <a:cubicBezTo>
                      <a:pt x="142150" y="0"/>
                      <a:pt x="0" y="142150"/>
                      <a:pt x="0" y="317500"/>
                    </a:cubicBezTo>
                    <a:cubicBezTo>
                      <a:pt x="0" y="492850"/>
                      <a:pt x="142150" y="635000"/>
                      <a:pt x="317500" y="635000"/>
                    </a:cubicBezTo>
                    <a:cubicBezTo>
                      <a:pt x="492850" y="635000"/>
                      <a:pt x="635000" y="492850"/>
                      <a:pt x="635000" y="317500"/>
                    </a:cubicBezTo>
                    <a:cubicBezTo>
                      <a:pt x="635000" y="142150"/>
                      <a:pt x="492850" y="0"/>
                      <a:pt x="317500" y="0"/>
                    </a:cubicBezTo>
                    <a:close/>
                  </a:path>
                </a:pathLst>
              </a:custGeom>
              <a:solidFill>
                <a:srgbClr val="C5767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9" name="Google Shape;729;p11"/>
              <p:cNvSpPr txBox="1"/>
              <p:nvPr/>
            </p:nvSpPr>
            <p:spPr>
              <a:xfrm>
                <a:off x="0" y="-114300"/>
                <a:ext cx="635000" cy="74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4001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i="0" lang="en-US" sz="2499" u="none" cap="none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03</a:t>
                </a:r>
                <a:endParaRPr/>
              </a:p>
            </p:txBody>
          </p:sp>
        </p:grpSp>
        <p:sp>
          <p:nvSpPr>
            <p:cNvPr id="730" name="Google Shape;730;p11"/>
            <p:cNvSpPr txBox="1"/>
            <p:nvPr/>
          </p:nvSpPr>
          <p:spPr>
            <a:xfrm>
              <a:off x="1711408" y="-66863"/>
              <a:ext cx="12738902" cy="79595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998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234" u="none" cap="none" strike="noStrike">
                  <a:solidFill>
                    <a:srgbClr val="1A1A1A"/>
                  </a:solidFill>
                  <a:latin typeface="Arial"/>
                  <a:ea typeface="Arial"/>
                  <a:cs typeface="Arial"/>
                  <a:sym typeface="Arial"/>
                </a:rPr>
                <a:t>Gestión de suscripción</a:t>
              </a:r>
              <a:endParaRPr/>
            </a:p>
          </p:txBody>
        </p:sp>
        <p:sp>
          <p:nvSpPr>
            <p:cNvPr id="731" name="Google Shape;731;p11"/>
            <p:cNvSpPr txBox="1"/>
            <p:nvPr/>
          </p:nvSpPr>
          <p:spPr>
            <a:xfrm>
              <a:off x="1731945" y="525893"/>
              <a:ext cx="12738902" cy="1070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056" u="none" cap="none" strike="noStrike">
                  <a:solidFill>
                    <a:srgbClr val="4A4A4A"/>
                  </a:solidFill>
                  <a:latin typeface="Arial"/>
                  <a:ea typeface="Arial"/>
                  <a:cs typeface="Arial"/>
                  <a:sym typeface="Arial"/>
                </a:rPr>
                <a:t>Como </a:t>
              </a:r>
              <a:r>
                <a:rPr b="0" i="0" lang="en-US" sz="2056" u="none" cap="none" strike="noStrike">
                  <a:solidFill>
                    <a:srgbClr val="4A4A4A"/>
                  </a:solidFill>
                  <a:latin typeface="Arial"/>
                  <a:ea typeface="Arial"/>
                  <a:cs typeface="Arial"/>
                  <a:sym typeface="Arial"/>
                </a:rPr>
                <a:t>suscriptor </a:t>
              </a:r>
              <a:r>
                <a:rPr b="1" i="0" lang="en-US" sz="2056" u="none" cap="none" strike="noStrike">
                  <a:solidFill>
                    <a:srgbClr val="4A4A4A"/>
                  </a:solidFill>
                  <a:latin typeface="Arial"/>
                  <a:ea typeface="Arial"/>
                  <a:cs typeface="Arial"/>
                  <a:sym typeface="Arial"/>
                </a:rPr>
                <a:t>quiero </a:t>
              </a:r>
              <a:r>
                <a:rPr b="0" i="0" lang="en-US" sz="2056" u="none" cap="none" strike="noStrike">
                  <a:solidFill>
                    <a:srgbClr val="4A4A4A"/>
                  </a:solidFill>
                  <a:latin typeface="Arial"/>
                  <a:ea typeface="Arial"/>
                  <a:cs typeface="Arial"/>
                  <a:sym typeface="Arial"/>
                </a:rPr>
                <a:t>seleccionar un plan de suscripción</a:t>
              </a:r>
              <a:r>
                <a:rPr b="1" i="0" lang="en-US" sz="2056" u="none" cap="none" strike="noStrike">
                  <a:solidFill>
                    <a:srgbClr val="4A4A4A"/>
                  </a:solidFill>
                  <a:latin typeface="Arial"/>
                  <a:ea typeface="Arial"/>
                  <a:cs typeface="Arial"/>
                  <a:sym typeface="Arial"/>
                </a:rPr>
                <a:t> para </a:t>
              </a:r>
              <a:r>
                <a:rPr b="0" i="0" lang="en-US" sz="2056" u="none" cap="none" strike="noStrike">
                  <a:solidFill>
                    <a:srgbClr val="4A4A4A"/>
                  </a:solidFill>
                  <a:latin typeface="Arial"/>
                  <a:ea typeface="Arial"/>
                  <a:cs typeface="Arial"/>
                  <a:sym typeface="Arial"/>
                </a:rPr>
                <a:t>acceder a las funcionalidades disponibles según mis necesidades</a:t>
              </a:r>
              <a:endParaRPr/>
            </a:p>
          </p:txBody>
        </p:sp>
      </p:grpSp>
      <p:cxnSp>
        <p:nvCxnSpPr>
          <p:cNvPr id="732" name="Google Shape;732;p11"/>
          <p:cNvCxnSpPr/>
          <p:nvPr/>
        </p:nvCxnSpPr>
        <p:spPr>
          <a:xfrm>
            <a:off x="2713107" y="423651"/>
            <a:ext cx="0" cy="982477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733" name="Google Shape;733;p11"/>
          <p:cNvGrpSpPr/>
          <p:nvPr/>
        </p:nvGrpSpPr>
        <p:grpSpPr>
          <a:xfrm>
            <a:off x="13054600" y="2548088"/>
            <a:ext cx="4734522" cy="6710212"/>
            <a:chOff x="0" y="-1297974"/>
            <a:chExt cx="6312696" cy="8946948"/>
          </a:xfrm>
        </p:grpSpPr>
        <p:grpSp>
          <p:nvGrpSpPr>
            <p:cNvPr id="734" name="Google Shape;734;p11"/>
            <p:cNvGrpSpPr/>
            <p:nvPr/>
          </p:nvGrpSpPr>
          <p:grpSpPr>
            <a:xfrm>
              <a:off x="0" y="-1297974"/>
              <a:ext cx="6312696" cy="8946948"/>
              <a:chOff x="0" y="-123825"/>
              <a:chExt cx="602223" cy="853527"/>
            </a:xfrm>
          </p:grpSpPr>
          <p:sp>
            <p:nvSpPr>
              <p:cNvPr id="735" name="Google Shape;735;p11"/>
              <p:cNvSpPr/>
              <p:nvPr/>
            </p:nvSpPr>
            <p:spPr>
              <a:xfrm>
                <a:off x="0" y="0"/>
                <a:ext cx="602223" cy="729702"/>
              </a:xfrm>
              <a:custGeom>
                <a:rect b="b" l="l" r="r" t="t"/>
                <a:pathLst>
                  <a:path extrusionOk="0" h="729702" w="602223">
                    <a:moveTo>
                      <a:pt x="602223" y="0"/>
                    </a:moveTo>
                    <a:lnTo>
                      <a:pt x="602223" y="615402"/>
                    </a:lnTo>
                    <a:lnTo>
                      <a:pt x="301111" y="729702"/>
                    </a:lnTo>
                    <a:lnTo>
                      <a:pt x="0" y="615402"/>
                    </a:lnTo>
                    <a:lnTo>
                      <a:pt x="0" y="0"/>
                    </a:lnTo>
                    <a:lnTo>
                      <a:pt x="602223" y="0"/>
                    </a:lnTo>
                    <a:close/>
                  </a:path>
                </a:pathLst>
              </a:custGeom>
              <a:solidFill>
                <a:srgbClr val="5170FF"/>
              </a:solidFill>
              <a:ln>
                <a:noFill/>
              </a:ln>
            </p:spPr>
          </p:sp>
          <p:sp>
            <p:nvSpPr>
              <p:cNvPr id="736" name="Google Shape;736;p11"/>
              <p:cNvSpPr txBox="1"/>
              <p:nvPr/>
            </p:nvSpPr>
            <p:spPr>
              <a:xfrm>
                <a:off x="0" y="-123825"/>
                <a:ext cx="602223" cy="7392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75055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cxnSp>
          <p:nvCxnSpPr>
            <p:cNvPr id="737" name="Google Shape;737;p11"/>
            <p:cNvCxnSpPr/>
            <p:nvPr/>
          </p:nvCxnSpPr>
          <p:spPr>
            <a:xfrm flipH="1">
              <a:off x="533378" y="1115251"/>
              <a:ext cx="5245939" cy="15821"/>
            </a:xfrm>
            <a:prstGeom prst="straightConnector1">
              <a:avLst/>
            </a:prstGeom>
            <a:noFill/>
            <a:ln cap="flat" cmpd="sng" w="465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738" name="Google Shape;738;p11"/>
            <p:cNvSpPr txBox="1"/>
            <p:nvPr/>
          </p:nvSpPr>
          <p:spPr>
            <a:xfrm>
              <a:off x="302119" y="123865"/>
              <a:ext cx="5971305" cy="96809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43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SMARTBIDS</a:t>
              </a:r>
              <a:endParaRPr/>
            </a:p>
          </p:txBody>
        </p:sp>
      </p:grpSp>
      <p:sp>
        <p:nvSpPr>
          <p:cNvPr id="739" name="Google Shape;739;p11"/>
          <p:cNvSpPr/>
          <p:nvPr/>
        </p:nvSpPr>
        <p:spPr>
          <a:xfrm>
            <a:off x="13825031" y="4632355"/>
            <a:ext cx="3193660" cy="3847783"/>
          </a:xfrm>
          <a:custGeom>
            <a:rect b="b" l="l" r="r" t="t"/>
            <a:pathLst>
              <a:path extrusionOk="0" h="3847783" w="3193660">
                <a:moveTo>
                  <a:pt x="0" y="0"/>
                </a:moveTo>
                <a:lnTo>
                  <a:pt x="3193660" y="0"/>
                </a:lnTo>
                <a:lnTo>
                  <a:pt x="3193660" y="3847783"/>
                </a:lnTo>
                <a:lnTo>
                  <a:pt x="0" y="384778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740" name="Google Shape;740;p11"/>
          <p:cNvSpPr txBox="1"/>
          <p:nvPr/>
        </p:nvSpPr>
        <p:spPr>
          <a:xfrm>
            <a:off x="122501" y="2115472"/>
            <a:ext cx="11171056" cy="8905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4312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E01 - Módulo Suscripción (Prospecto)</a:t>
            </a:r>
            <a:endParaRPr/>
          </a:p>
        </p:txBody>
      </p:sp>
      <p:sp>
        <p:nvSpPr>
          <p:cNvPr id="741" name="Google Shape;741;p11"/>
          <p:cNvSpPr txBox="1"/>
          <p:nvPr/>
        </p:nvSpPr>
        <p:spPr>
          <a:xfrm>
            <a:off x="17663375" y="9579067"/>
            <a:ext cx="1524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56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/>
          </a:p>
        </p:txBody>
      </p:sp>
      <p:sp>
        <p:nvSpPr>
          <p:cNvPr id="742" name="Google Shape;742;p11"/>
          <p:cNvSpPr txBox="1"/>
          <p:nvPr/>
        </p:nvSpPr>
        <p:spPr>
          <a:xfrm>
            <a:off x="197858" y="-68013"/>
            <a:ext cx="2348313" cy="16484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224" u="none" cap="none" strike="noStrike">
                <a:solidFill>
                  <a:srgbClr val="000000"/>
                </a:solidFill>
                <a:latin typeface="Ultra"/>
                <a:ea typeface="Ultra"/>
                <a:cs typeface="Ultra"/>
                <a:sym typeface="Ultra"/>
              </a:rPr>
              <a:t>VII.-</a:t>
            </a:r>
            <a:endParaRPr/>
          </a:p>
        </p:txBody>
      </p:sp>
      <p:sp>
        <p:nvSpPr>
          <p:cNvPr id="743" name="Google Shape;743;p11"/>
          <p:cNvSpPr txBox="1"/>
          <p:nvPr/>
        </p:nvSpPr>
        <p:spPr>
          <a:xfrm>
            <a:off x="3066821" y="91678"/>
            <a:ext cx="11687175" cy="15880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30" u="none" cap="none" strike="noStrike">
                <a:solidFill>
                  <a:srgbClr val="000000"/>
                </a:solidFill>
                <a:latin typeface="Ultra"/>
                <a:ea typeface="Ultra"/>
                <a:cs typeface="Ultra"/>
                <a:sym typeface="Ultra"/>
              </a:rPr>
              <a:t>ÉPICAS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3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HISTORIAS DE USUARIO</a:t>
            </a:r>
            <a:endParaRPr/>
          </a:p>
        </p:txBody>
      </p:sp>
      <p:grpSp>
        <p:nvGrpSpPr>
          <p:cNvPr id="744" name="Google Shape;744;p11"/>
          <p:cNvGrpSpPr/>
          <p:nvPr/>
        </p:nvGrpSpPr>
        <p:grpSpPr>
          <a:xfrm>
            <a:off x="326045" y="7036079"/>
            <a:ext cx="12419961" cy="2600138"/>
            <a:chOff x="0" y="-276225"/>
            <a:chExt cx="3092083" cy="647332"/>
          </a:xfrm>
        </p:grpSpPr>
        <p:sp>
          <p:nvSpPr>
            <p:cNvPr id="745" name="Google Shape;745;p11"/>
            <p:cNvSpPr/>
            <p:nvPr/>
          </p:nvSpPr>
          <p:spPr>
            <a:xfrm>
              <a:off x="0" y="0"/>
              <a:ext cx="3092083" cy="371107"/>
            </a:xfrm>
            <a:custGeom>
              <a:rect b="b" l="l" r="r" t="t"/>
              <a:pathLst>
                <a:path extrusionOk="0" h="371107" w="3092083">
                  <a:moveTo>
                    <a:pt x="0" y="0"/>
                  </a:moveTo>
                  <a:lnTo>
                    <a:pt x="3092083" y="0"/>
                  </a:lnTo>
                  <a:lnTo>
                    <a:pt x="3092083" y="371107"/>
                  </a:lnTo>
                  <a:lnTo>
                    <a:pt x="0" y="371107"/>
                  </a:lnTo>
                  <a:close/>
                </a:path>
              </a:pathLst>
            </a:custGeom>
            <a:solidFill>
              <a:srgbClr val="5170FF"/>
            </a:solidFill>
            <a:ln>
              <a:noFill/>
            </a:ln>
          </p:spPr>
        </p:sp>
        <p:sp>
          <p:nvSpPr>
            <p:cNvPr id="746" name="Google Shape;746;p11"/>
            <p:cNvSpPr txBox="1"/>
            <p:nvPr/>
          </p:nvSpPr>
          <p:spPr>
            <a:xfrm>
              <a:off x="0" y="-276225"/>
              <a:ext cx="3092083" cy="647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47" name="Google Shape;747;p11"/>
          <p:cNvGrpSpPr/>
          <p:nvPr/>
        </p:nvGrpSpPr>
        <p:grpSpPr>
          <a:xfrm>
            <a:off x="552996" y="7263966"/>
            <a:ext cx="11803363" cy="2150166"/>
            <a:chOff x="0" y="-276225"/>
            <a:chExt cx="2938575" cy="535307"/>
          </a:xfrm>
        </p:grpSpPr>
        <p:sp>
          <p:nvSpPr>
            <p:cNvPr id="748" name="Google Shape;748;p11"/>
            <p:cNvSpPr/>
            <p:nvPr/>
          </p:nvSpPr>
          <p:spPr>
            <a:xfrm>
              <a:off x="0" y="0"/>
              <a:ext cx="2938575" cy="259082"/>
            </a:xfrm>
            <a:custGeom>
              <a:rect b="b" l="l" r="r" t="t"/>
              <a:pathLst>
                <a:path extrusionOk="0" h="259082" w="2938575">
                  <a:moveTo>
                    <a:pt x="0" y="0"/>
                  </a:moveTo>
                  <a:lnTo>
                    <a:pt x="2938575" y="0"/>
                  </a:lnTo>
                  <a:lnTo>
                    <a:pt x="2938575" y="259082"/>
                  </a:lnTo>
                  <a:lnTo>
                    <a:pt x="0" y="259082"/>
                  </a:lnTo>
                  <a:close/>
                </a:path>
              </a:pathLst>
            </a:custGeom>
            <a:solidFill>
              <a:srgbClr val="F8FAFC"/>
            </a:solidFill>
            <a:ln>
              <a:noFill/>
            </a:ln>
          </p:spPr>
        </p:sp>
        <p:sp>
          <p:nvSpPr>
            <p:cNvPr id="749" name="Google Shape;749;p11"/>
            <p:cNvSpPr txBox="1"/>
            <p:nvPr/>
          </p:nvSpPr>
          <p:spPr>
            <a:xfrm>
              <a:off x="0" y="-276225"/>
              <a:ext cx="2938575" cy="53530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50" name="Google Shape;750;p11"/>
          <p:cNvSpPr txBox="1"/>
          <p:nvPr/>
        </p:nvSpPr>
        <p:spPr>
          <a:xfrm>
            <a:off x="1090514" y="8397426"/>
            <a:ext cx="10891022" cy="8784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4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Este módulo representa principalmente el ingreso del usuario al ecosistema SmartBids.</a:t>
            </a:r>
            <a:endParaRPr/>
          </a:p>
        </p:txBody>
      </p:sp>
    </p:spTree>
  </p:cSld>
  <p:clrMapOvr>
    <a:masterClrMapping/>
  </p:clrMapOvr>
  <p:transition spd="slow">
    <p:push/>
  </p:transition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4" name="Shape 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" name="Google Shape;755;p12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9333" l="0" r="0" t="-9333"/>
            </a:stretch>
          </a:blipFill>
          <a:ln>
            <a:noFill/>
          </a:ln>
        </p:spPr>
      </p:sp>
      <p:sp>
        <p:nvSpPr>
          <p:cNvPr id="756" name="Google Shape;756;p12"/>
          <p:cNvSpPr/>
          <p:nvPr/>
        </p:nvSpPr>
        <p:spPr>
          <a:xfrm>
            <a:off x="9898383" y="1752467"/>
            <a:ext cx="13159354" cy="11729959"/>
          </a:xfrm>
          <a:custGeom>
            <a:rect b="b" l="l" r="r" t="t"/>
            <a:pathLst>
              <a:path extrusionOk="0" h="11729959" w="13159354">
                <a:moveTo>
                  <a:pt x="0" y="0"/>
                </a:moveTo>
                <a:lnTo>
                  <a:pt x="13159354" y="0"/>
                </a:lnTo>
                <a:lnTo>
                  <a:pt x="13159354" y="11729959"/>
                </a:lnTo>
                <a:lnTo>
                  <a:pt x="0" y="1172995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-27338" r="0" t="0"/>
            </a:stretch>
          </a:blipFill>
          <a:ln>
            <a:noFill/>
          </a:ln>
        </p:spPr>
      </p:sp>
      <p:grpSp>
        <p:nvGrpSpPr>
          <p:cNvPr id="757" name="Google Shape;757;p12"/>
          <p:cNvGrpSpPr/>
          <p:nvPr/>
        </p:nvGrpSpPr>
        <p:grpSpPr>
          <a:xfrm>
            <a:off x="7477401" y="-847710"/>
            <a:ext cx="6070754" cy="11149647"/>
            <a:chOff x="0" y="-104775"/>
            <a:chExt cx="424177" cy="779050"/>
          </a:xfrm>
        </p:grpSpPr>
        <p:sp>
          <p:nvSpPr>
            <p:cNvPr id="758" name="Google Shape;758;p12"/>
            <p:cNvSpPr/>
            <p:nvPr/>
          </p:nvSpPr>
          <p:spPr>
            <a:xfrm>
              <a:off x="0" y="0"/>
              <a:ext cx="424177" cy="674275"/>
            </a:xfrm>
            <a:custGeom>
              <a:rect b="b" l="l" r="r" t="t"/>
              <a:pathLst>
                <a:path extrusionOk="0" h="674275" w="424177">
                  <a:moveTo>
                    <a:pt x="203200" y="0"/>
                  </a:moveTo>
                  <a:lnTo>
                    <a:pt x="424177" y="0"/>
                  </a:lnTo>
                  <a:lnTo>
                    <a:pt x="220977" y="674275"/>
                  </a:lnTo>
                  <a:lnTo>
                    <a:pt x="0" y="674275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393E46">
                <a:alpha val="46667"/>
              </a:srgbClr>
            </a:solidFill>
            <a:ln>
              <a:noFill/>
            </a:ln>
          </p:spPr>
        </p:sp>
        <p:sp>
          <p:nvSpPr>
            <p:cNvPr id="759" name="Google Shape;759;p12"/>
            <p:cNvSpPr txBox="1"/>
            <p:nvPr/>
          </p:nvSpPr>
          <p:spPr>
            <a:xfrm>
              <a:off x="101600" y="-104775"/>
              <a:ext cx="220977" cy="7790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60" name="Google Shape;760;p12"/>
          <p:cNvGrpSpPr/>
          <p:nvPr/>
        </p:nvGrpSpPr>
        <p:grpSpPr>
          <a:xfrm>
            <a:off x="6797739" y="-227214"/>
            <a:ext cx="5816332" cy="11149647"/>
            <a:chOff x="0" y="-104775"/>
            <a:chExt cx="406400" cy="779050"/>
          </a:xfrm>
        </p:grpSpPr>
        <p:sp>
          <p:nvSpPr>
            <p:cNvPr id="761" name="Google Shape;761;p12"/>
            <p:cNvSpPr/>
            <p:nvPr/>
          </p:nvSpPr>
          <p:spPr>
            <a:xfrm>
              <a:off x="0" y="0"/>
              <a:ext cx="406400" cy="674275"/>
            </a:xfrm>
            <a:custGeom>
              <a:rect b="b" l="l" r="r" t="t"/>
              <a:pathLst>
                <a:path extrusionOk="0" h="674275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674275"/>
                  </a:lnTo>
                  <a:lnTo>
                    <a:pt x="0" y="674275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393E46"/>
            </a:solidFill>
            <a:ln>
              <a:noFill/>
            </a:ln>
          </p:spPr>
        </p:sp>
        <p:sp>
          <p:nvSpPr>
            <p:cNvPr id="762" name="Google Shape;762;p12"/>
            <p:cNvSpPr txBox="1"/>
            <p:nvPr/>
          </p:nvSpPr>
          <p:spPr>
            <a:xfrm>
              <a:off x="101600" y="-104775"/>
              <a:ext cx="203200" cy="7790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63" name="Google Shape;763;p12"/>
          <p:cNvGrpSpPr/>
          <p:nvPr/>
        </p:nvGrpSpPr>
        <p:grpSpPr>
          <a:xfrm>
            <a:off x="-22436" y="-1368585"/>
            <a:ext cx="18332871" cy="3373138"/>
            <a:chOff x="0" y="-276225"/>
            <a:chExt cx="4828411" cy="888399"/>
          </a:xfrm>
        </p:grpSpPr>
        <p:sp>
          <p:nvSpPr>
            <p:cNvPr id="764" name="Google Shape;764;p12"/>
            <p:cNvSpPr/>
            <p:nvPr/>
          </p:nvSpPr>
          <p:spPr>
            <a:xfrm>
              <a:off x="0" y="0"/>
              <a:ext cx="4828411" cy="612174"/>
            </a:xfrm>
            <a:custGeom>
              <a:rect b="b" l="l" r="r" t="t"/>
              <a:pathLst>
                <a:path extrusionOk="0" h="612174" w="4828411">
                  <a:moveTo>
                    <a:pt x="0" y="0"/>
                  </a:moveTo>
                  <a:lnTo>
                    <a:pt x="4828411" y="0"/>
                  </a:lnTo>
                  <a:lnTo>
                    <a:pt x="4828411" y="612174"/>
                  </a:lnTo>
                  <a:lnTo>
                    <a:pt x="0" y="612174"/>
                  </a:lnTo>
                  <a:close/>
                </a:path>
              </a:pathLst>
            </a:custGeom>
            <a:solidFill>
              <a:srgbClr val="F49619"/>
            </a:solidFill>
            <a:ln>
              <a:noFill/>
            </a:ln>
          </p:spPr>
        </p:sp>
        <p:sp>
          <p:nvSpPr>
            <p:cNvPr id="765" name="Google Shape;765;p12"/>
            <p:cNvSpPr txBox="1"/>
            <p:nvPr/>
          </p:nvSpPr>
          <p:spPr>
            <a:xfrm>
              <a:off x="0" y="-276225"/>
              <a:ext cx="4828411" cy="8883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66" name="Google Shape;766;p12"/>
          <p:cNvSpPr/>
          <p:nvPr/>
        </p:nvSpPr>
        <p:spPr>
          <a:xfrm>
            <a:off x="17789121" y="9481948"/>
            <a:ext cx="1699256" cy="1019554"/>
          </a:xfrm>
          <a:custGeom>
            <a:rect b="b" l="l" r="r" t="t"/>
            <a:pathLst>
              <a:path extrusionOk="0" h="1019554" w="1699256">
                <a:moveTo>
                  <a:pt x="0" y="0"/>
                </a:moveTo>
                <a:lnTo>
                  <a:pt x="1699257" y="0"/>
                </a:lnTo>
                <a:lnTo>
                  <a:pt x="1699257" y="1019554"/>
                </a:lnTo>
                <a:lnTo>
                  <a:pt x="0" y="101955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767" name="Google Shape;767;p12"/>
          <p:cNvSpPr/>
          <p:nvPr/>
        </p:nvSpPr>
        <p:spPr>
          <a:xfrm rot="-5400000">
            <a:off x="17062944" y="-566905"/>
            <a:ext cx="2304785" cy="2333959"/>
          </a:xfrm>
          <a:custGeom>
            <a:rect b="b" l="l" r="r" t="t"/>
            <a:pathLst>
              <a:path extrusionOk="0" h="2333959" w="2304785">
                <a:moveTo>
                  <a:pt x="0" y="0"/>
                </a:moveTo>
                <a:lnTo>
                  <a:pt x="2304785" y="0"/>
                </a:lnTo>
                <a:lnTo>
                  <a:pt x="2304785" y="2333960"/>
                </a:lnTo>
                <a:lnTo>
                  <a:pt x="0" y="233396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768" name="Google Shape;768;p12"/>
          <p:cNvSpPr/>
          <p:nvPr/>
        </p:nvSpPr>
        <p:spPr>
          <a:xfrm>
            <a:off x="-1027496" y="8529558"/>
            <a:ext cx="1491022" cy="952391"/>
          </a:xfrm>
          <a:custGeom>
            <a:rect b="b" l="l" r="r" t="t"/>
            <a:pathLst>
              <a:path extrusionOk="0" h="952391" w="1491022">
                <a:moveTo>
                  <a:pt x="0" y="0"/>
                </a:moveTo>
                <a:lnTo>
                  <a:pt x="1491022" y="0"/>
                </a:lnTo>
                <a:lnTo>
                  <a:pt x="1491022" y="952390"/>
                </a:lnTo>
                <a:lnTo>
                  <a:pt x="0" y="95239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769" name="Google Shape;769;p12"/>
          <p:cNvSpPr/>
          <p:nvPr/>
        </p:nvSpPr>
        <p:spPr>
          <a:xfrm>
            <a:off x="3653851" y="9982200"/>
            <a:ext cx="10952506" cy="1880464"/>
          </a:xfrm>
          <a:custGeom>
            <a:rect b="b" l="l" r="r" t="t"/>
            <a:pathLst>
              <a:path extrusionOk="0" h="1880464" w="10952506">
                <a:moveTo>
                  <a:pt x="0" y="0"/>
                </a:moveTo>
                <a:lnTo>
                  <a:pt x="10952506" y="0"/>
                </a:lnTo>
                <a:lnTo>
                  <a:pt x="10952506" y="1880464"/>
                </a:lnTo>
                <a:lnTo>
                  <a:pt x="0" y="188046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-2157" r="-2202" t="-59556"/>
            </a:stretch>
          </a:blipFill>
          <a:ln>
            <a:noFill/>
          </a:ln>
        </p:spPr>
      </p:sp>
      <p:sp>
        <p:nvSpPr>
          <p:cNvPr id="770" name="Google Shape;770;p12"/>
          <p:cNvSpPr/>
          <p:nvPr/>
        </p:nvSpPr>
        <p:spPr>
          <a:xfrm>
            <a:off x="17869405" y="-1885942"/>
            <a:ext cx="1411048" cy="2914385"/>
          </a:xfrm>
          <a:custGeom>
            <a:rect b="b" l="l" r="r" t="t"/>
            <a:pathLst>
              <a:path extrusionOk="0" h="2914385" w="1411048">
                <a:moveTo>
                  <a:pt x="0" y="0"/>
                </a:moveTo>
                <a:lnTo>
                  <a:pt x="1411048" y="0"/>
                </a:lnTo>
                <a:lnTo>
                  <a:pt x="1411048" y="2914385"/>
                </a:lnTo>
                <a:lnTo>
                  <a:pt x="0" y="291438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771" name="Google Shape;771;p12"/>
          <p:cNvSpPr/>
          <p:nvPr/>
        </p:nvSpPr>
        <p:spPr>
          <a:xfrm rot="5400000">
            <a:off x="-1298337" y="4236874"/>
            <a:ext cx="2304785" cy="2333959"/>
          </a:xfrm>
          <a:custGeom>
            <a:rect b="b" l="l" r="r" t="t"/>
            <a:pathLst>
              <a:path extrusionOk="0" h="2333959" w="2304785">
                <a:moveTo>
                  <a:pt x="2304784" y="2333960"/>
                </a:moveTo>
                <a:lnTo>
                  <a:pt x="0" y="2333960"/>
                </a:lnTo>
                <a:lnTo>
                  <a:pt x="0" y="0"/>
                </a:lnTo>
                <a:lnTo>
                  <a:pt x="2304784" y="0"/>
                </a:lnTo>
                <a:lnTo>
                  <a:pt x="2304784" y="233396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772" name="Google Shape;772;p12"/>
          <p:cNvGrpSpPr/>
          <p:nvPr/>
        </p:nvGrpSpPr>
        <p:grpSpPr>
          <a:xfrm>
            <a:off x="-3072429" y="1262212"/>
            <a:ext cx="13180824" cy="1816678"/>
            <a:chOff x="0" y="-276225"/>
            <a:chExt cx="3471493" cy="478467"/>
          </a:xfrm>
        </p:grpSpPr>
        <p:sp>
          <p:nvSpPr>
            <p:cNvPr id="773" name="Google Shape;773;p12"/>
            <p:cNvSpPr/>
            <p:nvPr/>
          </p:nvSpPr>
          <p:spPr>
            <a:xfrm>
              <a:off x="0" y="0"/>
              <a:ext cx="3471493" cy="202242"/>
            </a:xfrm>
            <a:custGeom>
              <a:rect b="b" l="l" r="r" t="t"/>
              <a:pathLst>
                <a:path extrusionOk="0" h="202242" w="3471493">
                  <a:moveTo>
                    <a:pt x="0" y="0"/>
                  </a:moveTo>
                  <a:lnTo>
                    <a:pt x="3471493" y="0"/>
                  </a:lnTo>
                  <a:lnTo>
                    <a:pt x="3471493" y="202242"/>
                  </a:lnTo>
                  <a:lnTo>
                    <a:pt x="0" y="202242"/>
                  </a:lnTo>
                  <a:close/>
                </a:path>
              </a:pathLst>
            </a:custGeom>
            <a:solidFill>
              <a:srgbClr val="8C52FF"/>
            </a:solidFill>
            <a:ln>
              <a:noFill/>
            </a:ln>
          </p:spPr>
        </p:sp>
        <p:sp>
          <p:nvSpPr>
            <p:cNvPr id="774" name="Google Shape;774;p12"/>
            <p:cNvSpPr txBox="1"/>
            <p:nvPr/>
          </p:nvSpPr>
          <p:spPr>
            <a:xfrm>
              <a:off x="0" y="-276225"/>
              <a:ext cx="3471493" cy="47846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520" u="none" cap="none" strike="noStrike">
                  <a:solidFill>
                    <a:srgbClr val="023535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/>
            </a:p>
          </p:txBody>
        </p:sp>
      </p:grpSp>
      <p:grpSp>
        <p:nvGrpSpPr>
          <p:cNvPr id="775" name="Google Shape;775;p12"/>
          <p:cNvGrpSpPr/>
          <p:nvPr/>
        </p:nvGrpSpPr>
        <p:grpSpPr>
          <a:xfrm>
            <a:off x="17828" y="2557537"/>
            <a:ext cx="10090567" cy="473299"/>
            <a:chOff x="0" y="-104775"/>
            <a:chExt cx="2657598" cy="124656"/>
          </a:xfrm>
        </p:grpSpPr>
        <p:sp>
          <p:nvSpPr>
            <p:cNvPr id="776" name="Google Shape;776;p12"/>
            <p:cNvSpPr/>
            <p:nvPr/>
          </p:nvSpPr>
          <p:spPr>
            <a:xfrm>
              <a:off x="0" y="0"/>
              <a:ext cx="2657598" cy="19881"/>
            </a:xfrm>
            <a:custGeom>
              <a:rect b="b" l="l" r="r" t="t"/>
              <a:pathLst>
                <a:path extrusionOk="0" h="19881" w="2657598">
                  <a:moveTo>
                    <a:pt x="0" y="0"/>
                  </a:moveTo>
                  <a:lnTo>
                    <a:pt x="2657598" y="0"/>
                  </a:lnTo>
                  <a:lnTo>
                    <a:pt x="2657598" y="19881"/>
                  </a:lnTo>
                  <a:lnTo>
                    <a:pt x="0" y="1988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777" name="Google Shape;777;p12"/>
            <p:cNvSpPr txBox="1"/>
            <p:nvPr/>
          </p:nvSpPr>
          <p:spPr>
            <a:xfrm>
              <a:off x="0" y="-104775"/>
              <a:ext cx="2657598" cy="12465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78" name="Google Shape;778;p12"/>
          <p:cNvGrpSpPr/>
          <p:nvPr/>
        </p:nvGrpSpPr>
        <p:grpSpPr>
          <a:xfrm>
            <a:off x="463526" y="2921236"/>
            <a:ext cx="11804211" cy="1613818"/>
            <a:chOff x="0" y="-616605"/>
            <a:chExt cx="15738948" cy="2151757"/>
          </a:xfrm>
        </p:grpSpPr>
        <p:grpSp>
          <p:nvGrpSpPr>
            <p:cNvPr id="779" name="Google Shape;779;p12"/>
            <p:cNvGrpSpPr/>
            <p:nvPr/>
          </p:nvGrpSpPr>
          <p:grpSpPr>
            <a:xfrm>
              <a:off x="82208" y="-616605"/>
              <a:ext cx="15656740" cy="2151757"/>
              <a:chOff x="0" y="-104775"/>
              <a:chExt cx="2558519" cy="351625"/>
            </a:xfrm>
          </p:grpSpPr>
          <p:sp>
            <p:nvSpPr>
              <p:cNvPr id="780" name="Google Shape;780;p12"/>
              <p:cNvSpPr/>
              <p:nvPr/>
            </p:nvSpPr>
            <p:spPr>
              <a:xfrm>
                <a:off x="0" y="0"/>
                <a:ext cx="2558519" cy="246850"/>
              </a:xfrm>
              <a:custGeom>
                <a:rect b="b" l="l" r="r" t="t"/>
                <a:pathLst>
                  <a:path extrusionOk="0" h="246850" w="2558519">
                    <a:moveTo>
                      <a:pt x="0" y="0"/>
                    </a:moveTo>
                    <a:lnTo>
                      <a:pt x="2558519" y="0"/>
                    </a:lnTo>
                    <a:lnTo>
                      <a:pt x="2558519" y="246850"/>
                    </a:lnTo>
                    <a:lnTo>
                      <a:pt x="0" y="24685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781" name="Google Shape;781;p12"/>
              <p:cNvSpPr txBox="1"/>
              <p:nvPr/>
            </p:nvSpPr>
            <p:spPr>
              <a:xfrm>
                <a:off x="0" y="-104775"/>
                <a:ext cx="2558519" cy="3516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47777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82" name="Google Shape;782;p12"/>
            <p:cNvGrpSpPr/>
            <p:nvPr/>
          </p:nvGrpSpPr>
          <p:grpSpPr>
            <a:xfrm>
              <a:off x="0" y="-46055"/>
              <a:ext cx="131532" cy="1581207"/>
              <a:chOff x="0" y="-38100"/>
              <a:chExt cx="108814" cy="1308100"/>
            </a:xfrm>
          </p:grpSpPr>
          <p:sp>
            <p:nvSpPr>
              <p:cNvPr id="783" name="Google Shape;783;p12"/>
              <p:cNvSpPr/>
              <p:nvPr/>
            </p:nvSpPr>
            <p:spPr>
              <a:xfrm>
                <a:off x="0" y="0"/>
                <a:ext cx="108814" cy="1270000"/>
              </a:xfrm>
              <a:custGeom>
                <a:rect b="b" l="l" r="r" t="t"/>
                <a:pathLst>
                  <a:path extrusionOk="0" h="1270000" w="108814">
                    <a:moveTo>
                      <a:pt x="10881" y="0"/>
                    </a:moveTo>
                    <a:lnTo>
                      <a:pt x="97933" y="0"/>
                    </a:lnTo>
                    <a:cubicBezTo>
                      <a:pt x="100818" y="0"/>
                      <a:pt x="103586" y="1070"/>
                      <a:pt x="105627" y="2976"/>
                    </a:cubicBezTo>
                    <a:cubicBezTo>
                      <a:pt x="107668" y="4881"/>
                      <a:pt x="108814" y="7465"/>
                      <a:pt x="108814" y="10160"/>
                    </a:cubicBezTo>
                    <a:lnTo>
                      <a:pt x="108814" y="1259840"/>
                    </a:lnTo>
                    <a:cubicBezTo>
                      <a:pt x="108814" y="1262535"/>
                      <a:pt x="107668" y="1265119"/>
                      <a:pt x="105627" y="1267024"/>
                    </a:cubicBezTo>
                    <a:cubicBezTo>
                      <a:pt x="103586" y="1268930"/>
                      <a:pt x="100818" y="1270000"/>
                      <a:pt x="97933" y="1270000"/>
                    </a:cubicBezTo>
                    <a:lnTo>
                      <a:pt x="10881" y="1270000"/>
                    </a:lnTo>
                    <a:cubicBezTo>
                      <a:pt x="7995" y="1270000"/>
                      <a:pt x="5228" y="1268930"/>
                      <a:pt x="3187" y="1267024"/>
                    </a:cubicBezTo>
                    <a:cubicBezTo>
                      <a:pt x="1146" y="1265119"/>
                      <a:pt x="0" y="1262535"/>
                      <a:pt x="0" y="1259840"/>
                    </a:cubicBezTo>
                    <a:lnTo>
                      <a:pt x="0" y="10160"/>
                    </a:lnTo>
                    <a:cubicBezTo>
                      <a:pt x="0" y="4549"/>
                      <a:pt x="4872" y="0"/>
                      <a:pt x="10881" y="0"/>
                    </a:cubicBezTo>
                    <a:close/>
                  </a:path>
                </a:pathLst>
              </a:custGeom>
              <a:solidFill>
                <a:srgbClr val="F4961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4" name="Google Shape;784;p12"/>
              <p:cNvSpPr txBox="1"/>
              <p:nvPr/>
            </p:nvSpPr>
            <p:spPr>
              <a:xfrm>
                <a:off x="0" y="-38100"/>
                <a:ext cx="108814" cy="1308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l">
                  <a:lnSpc>
                    <a:spcPct val="93277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85" name="Google Shape;785;p12"/>
            <p:cNvGrpSpPr/>
            <p:nvPr/>
          </p:nvGrpSpPr>
          <p:grpSpPr>
            <a:xfrm>
              <a:off x="476804" y="245624"/>
              <a:ext cx="822077" cy="906563"/>
              <a:chOff x="0" y="-114300"/>
              <a:chExt cx="680087" cy="749981"/>
            </a:xfrm>
          </p:grpSpPr>
          <p:sp>
            <p:nvSpPr>
              <p:cNvPr id="786" name="Google Shape;786;p12"/>
              <p:cNvSpPr/>
              <p:nvPr/>
            </p:nvSpPr>
            <p:spPr>
              <a:xfrm>
                <a:off x="0" y="0"/>
                <a:ext cx="680087" cy="635681"/>
              </a:xfrm>
              <a:custGeom>
                <a:rect b="b" l="l" r="r" t="t"/>
                <a:pathLst>
                  <a:path extrusionOk="0" h="635681" w="680087">
                    <a:moveTo>
                      <a:pt x="340044" y="0"/>
                    </a:moveTo>
                    <a:cubicBezTo>
                      <a:pt x="152243" y="0"/>
                      <a:pt x="0" y="142302"/>
                      <a:pt x="0" y="317840"/>
                    </a:cubicBezTo>
                    <a:cubicBezTo>
                      <a:pt x="0" y="493379"/>
                      <a:pt x="152243" y="635681"/>
                      <a:pt x="340044" y="635681"/>
                    </a:cubicBezTo>
                    <a:cubicBezTo>
                      <a:pt x="527845" y="635681"/>
                      <a:pt x="680087" y="493379"/>
                      <a:pt x="680087" y="317840"/>
                    </a:cubicBezTo>
                    <a:cubicBezTo>
                      <a:pt x="680087" y="142302"/>
                      <a:pt x="527845" y="0"/>
                      <a:pt x="340044" y="0"/>
                    </a:cubicBezTo>
                    <a:close/>
                  </a:path>
                </a:pathLst>
              </a:custGeom>
              <a:solidFill>
                <a:srgbClr val="F4961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7" name="Google Shape;787;p12"/>
              <p:cNvSpPr txBox="1"/>
              <p:nvPr/>
            </p:nvSpPr>
            <p:spPr>
              <a:xfrm>
                <a:off x="0" y="-114300"/>
                <a:ext cx="680087" cy="7499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4001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i="0" lang="en-US" sz="2499" u="none" cap="none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01</a:t>
                </a:r>
                <a:endParaRPr/>
              </a:p>
            </p:txBody>
          </p:sp>
        </p:grpSp>
        <p:sp>
          <p:nvSpPr>
            <p:cNvPr id="788" name="Google Shape;788;p12"/>
            <p:cNvSpPr txBox="1"/>
            <p:nvPr/>
          </p:nvSpPr>
          <p:spPr>
            <a:xfrm>
              <a:off x="1644153" y="-56592"/>
              <a:ext cx="12091899" cy="71056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998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901" u="none" cap="none" strike="noStrike">
                  <a:solidFill>
                    <a:srgbClr val="1A1A1A"/>
                  </a:solidFill>
                  <a:latin typeface="Arial"/>
                  <a:ea typeface="Arial"/>
                  <a:cs typeface="Arial"/>
                  <a:sym typeface="Arial"/>
                </a:rPr>
                <a:t>Autenticación y seguridad</a:t>
              </a:r>
              <a:endParaRPr/>
            </a:p>
          </p:txBody>
        </p:sp>
        <p:sp>
          <p:nvSpPr>
            <p:cNvPr id="789" name="Google Shape;789;p12"/>
            <p:cNvSpPr txBox="1"/>
            <p:nvPr/>
          </p:nvSpPr>
          <p:spPr>
            <a:xfrm>
              <a:off x="1644153" y="523447"/>
              <a:ext cx="13813637" cy="990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934" u="none" cap="none" strike="noStrike">
                  <a:solidFill>
                    <a:srgbClr val="4A4A4A"/>
                  </a:solidFill>
                  <a:latin typeface="Arial"/>
                  <a:ea typeface="Arial"/>
                  <a:cs typeface="Arial"/>
                  <a:sym typeface="Arial"/>
                </a:rPr>
                <a:t>Como </a:t>
              </a:r>
              <a:r>
                <a:rPr b="0" i="0" lang="en-US" sz="1934" u="none" cap="none" strike="noStrike">
                  <a:solidFill>
                    <a:srgbClr val="4A4A4A"/>
                  </a:solidFill>
                  <a:latin typeface="Arial"/>
                  <a:ea typeface="Arial"/>
                  <a:cs typeface="Arial"/>
                  <a:sym typeface="Arial"/>
                </a:rPr>
                <a:t>suscriptor </a:t>
              </a:r>
              <a:r>
                <a:rPr b="1" i="0" lang="en-US" sz="1934" u="none" cap="none" strike="noStrike">
                  <a:solidFill>
                    <a:srgbClr val="4A4A4A"/>
                  </a:solidFill>
                  <a:latin typeface="Arial"/>
                  <a:ea typeface="Arial"/>
                  <a:cs typeface="Arial"/>
                  <a:sym typeface="Arial"/>
                </a:rPr>
                <a:t>quiero </a:t>
              </a:r>
              <a:r>
                <a:rPr b="0" i="0" lang="en-US" sz="1934" u="none" cap="none" strike="noStrike">
                  <a:solidFill>
                    <a:srgbClr val="4A4A4A"/>
                  </a:solidFill>
                  <a:latin typeface="Arial"/>
                  <a:ea typeface="Arial"/>
                  <a:cs typeface="Arial"/>
                  <a:sym typeface="Arial"/>
                </a:rPr>
                <a:t>iniciar sesión de forma segura mediante autenticación de dos factores (2FA) </a:t>
              </a:r>
              <a:r>
                <a:rPr b="1" i="0" lang="en-US" sz="1934" u="none" cap="none" strike="noStrike">
                  <a:solidFill>
                    <a:srgbClr val="4A4A4A"/>
                  </a:solidFill>
                  <a:latin typeface="Arial"/>
                  <a:ea typeface="Arial"/>
                  <a:cs typeface="Arial"/>
                  <a:sym typeface="Arial"/>
                </a:rPr>
                <a:t>para </a:t>
              </a:r>
              <a:r>
                <a:rPr b="0" i="0" lang="en-US" sz="1934" u="none" cap="none" strike="noStrike">
                  <a:solidFill>
                    <a:srgbClr val="4A4A4A"/>
                  </a:solidFill>
                  <a:latin typeface="Arial"/>
                  <a:ea typeface="Arial"/>
                  <a:cs typeface="Arial"/>
                  <a:sym typeface="Arial"/>
                </a:rPr>
                <a:t>proteger mi cuenta y la información de mi empresa</a:t>
              </a:r>
              <a:endParaRPr/>
            </a:p>
          </p:txBody>
        </p:sp>
      </p:grpSp>
      <p:grpSp>
        <p:nvGrpSpPr>
          <p:cNvPr id="790" name="Google Shape;790;p12"/>
          <p:cNvGrpSpPr/>
          <p:nvPr/>
        </p:nvGrpSpPr>
        <p:grpSpPr>
          <a:xfrm>
            <a:off x="463526" y="4658025"/>
            <a:ext cx="11842550" cy="1613818"/>
            <a:chOff x="0" y="-616605"/>
            <a:chExt cx="15790067" cy="2151757"/>
          </a:xfrm>
        </p:grpSpPr>
        <p:grpSp>
          <p:nvGrpSpPr>
            <p:cNvPr id="791" name="Google Shape;791;p12"/>
            <p:cNvGrpSpPr/>
            <p:nvPr/>
          </p:nvGrpSpPr>
          <p:grpSpPr>
            <a:xfrm>
              <a:off x="131077" y="-616605"/>
              <a:ext cx="15658990" cy="2151757"/>
              <a:chOff x="0" y="-104775"/>
              <a:chExt cx="2558887" cy="351625"/>
            </a:xfrm>
          </p:grpSpPr>
          <p:sp>
            <p:nvSpPr>
              <p:cNvPr id="792" name="Google Shape;792;p12"/>
              <p:cNvSpPr/>
              <p:nvPr/>
            </p:nvSpPr>
            <p:spPr>
              <a:xfrm>
                <a:off x="0" y="0"/>
                <a:ext cx="2558887" cy="246850"/>
              </a:xfrm>
              <a:custGeom>
                <a:rect b="b" l="l" r="r" t="t"/>
                <a:pathLst>
                  <a:path extrusionOk="0" h="246850" w="2558887">
                    <a:moveTo>
                      <a:pt x="0" y="0"/>
                    </a:moveTo>
                    <a:lnTo>
                      <a:pt x="2558887" y="0"/>
                    </a:lnTo>
                    <a:lnTo>
                      <a:pt x="2558887" y="246850"/>
                    </a:lnTo>
                    <a:lnTo>
                      <a:pt x="0" y="24685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793" name="Google Shape;793;p12"/>
              <p:cNvSpPr txBox="1"/>
              <p:nvPr/>
            </p:nvSpPr>
            <p:spPr>
              <a:xfrm>
                <a:off x="0" y="-104775"/>
                <a:ext cx="2558887" cy="3516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47777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94" name="Google Shape;794;p12"/>
            <p:cNvGrpSpPr/>
            <p:nvPr/>
          </p:nvGrpSpPr>
          <p:grpSpPr>
            <a:xfrm>
              <a:off x="0" y="-46055"/>
              <a:ext cx="131077" cy="1581207"/>
              <a:chOff x="0" y="-38100"/>
              <a:chExt cx="108437" cy="1308100"/>
            </a:xfrm>
          </p:grpSpPr>
          <p:sp>
            <p:nvSpPr>
              <p:cNvPr id="795" name="Google Shape;795;p12"/>
              <p:cNvSpPr/>
              <p:nvPr/>
            </p:nvSpPr>
            <p:spPr>
              <a:xfrm>
                <a:off x="0" y="0"/>
                <a:ext cx="108437" cy="1270000"/>
              </a:xfrm>
              <a:custGeom>
                <a:rect b="b" l="l" r="r" t="t"/>
                <a:pathLst>
                  <a:path extrusionOk="0" h="1270000" w="108437">
                    <a:moveTo>
                      <a:pt x="10844" y="0"/>
                    </a:moveTo>
                    <a:lnTo>
                      <a:pt x="97594" y="0"/>
                    </a:lnTo>
                    <a:cubicBezTo>
                      <a:pt x="100470" y="0"/>
                      <a:pt x="103228" y="1070"/>
                      <a:pt x="105261" y="2976"/>
                    </a:cubicBezTo>
                    <a:cubicBezTo>
                      <a:pt x="107295" y="4881"/>
                      <a:pt x="108437" y="7465"/>
                      <a:pt x="108437" y="10160"/>
                    </a:cubicBezTo>
                    <a:lnTo>
                      <a:pt x="108437" y="1259840"/>
                    </a:lnTo>
                    <a:cubicBezTo>
                      <a:pt x="108437" y="1262535"/>
                      <a:pt x="107295" y="1265119"/>
                      <a:pt x="105261" y="1267024"/>
                    </a:cubicBezTo>
                    <a:cubicBezTo>
                      <a:pt x="103228" y="1268930"/>
                      <a:pt x="100470" y="1270000"/>
                      <a:pt x="97594" y="1270000"/>
                    </a:cubicBezTo>
                    <a:lnTo>
                      <a:pt x="10844" y="1270000"/>
                    </a:lnTo>
                    <a:cubicBezTo>
                      <a:pt x="7968" y="1270000"/>
                      <a:pt x="5210" y="1268930"/>
                      <a:pt x="3176" y="1267024"/>
                    </a:cubicBezTo>
                    <a:cubicBezTo>
                      <a:pt x="1142" y="1265119"/>
                      <a:pt x="0" y="1262535"/>
                      <a:pt x="0" y="1259840"/>
                    </a:cubicBezTo>
                    <a:lnTo>
                      <a:pt x="0" y="10160"/>
                    </a:lnTo>
                    <a:cubicBezTo>
                      <a:pt x="0" y="4549"/>
                      <a:pt x="4855" y="0"/>
                      <a:pt x="10844" y="0"/>
                    </a:cubicBezTo>
                    <a:close/>
                  </a:path>
                </a:pathLst>
              </a:custGeom>
              <a:solidFill>
                <a:srgbClr val="C1FF7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6" name="Google Shape;796;p12"/>
              <p:cNvSpPr txBox="1"/>
              <p:nvPr/>
            </p:nvSpPr>
            <p:spPr>
              <a:xfrm>
                <a:off x="0" y="-38100"/>
                <a:ext cx="108437" cy="1308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l">
                  <a:lnSpc>
                    <a:spcPct val="93277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97" name="Google Shape;797;p12"/>
            <p:cNvGrpSpPr/>
            <p:nvPr/>
          </p:nvGrpSpPr>
          <p:grpSpPr>
            <a:xfrm>
              <a:off x="475155" y="257905"/>
              <a:ext cx="819232" cy="906563"/>
              <a:chOff x="0" y="-114300"/>
              <a:chExt cx="677734" cy="749981"/>
            </a:xfrm>
          </p:grpSpPr>
          <p:sp>
            <p:nvSpPr>
              <p:cNvPr id="798" name="Google Shape;798;p12"/>
              <p:cNvSpPr/>
              <p:nvPr/>
            </p:nvSpPr>
            <p:spPr>
              <a:xfrm>
                <a:off x="0" y="0"/>
                <a:ext cx="677734" cy="635681"/>
              </a:xfrm>
              <a:custGeom>
                <a:rect b="b" l="l" r="r" t="t"/>
                <a:pathLst>
                  <a:path extrusionOk="0" h="635681" w="677734">
                    <a:moveTo>
                      <a:pt x="338867" y="0"/>
                    </a:moveTo>
                    <a:cubicBezTo>
                      <a:pt x="151716" y="0"/>
                      <a:pt x="0" y="142302"/>
                      <a:pt x="0" y="317840"/>
                    </a:cubicBezTo>
                    <a:cubicBezTo>
                      <a:pt x="0" y="493379"/>
                      <a:pt x="151716" y="635681"/>
                      <a:pt x="338867" y="635681"/>
                    </a:cubicBezTo>
                    <a:cubicBezTo>
                      <a:pt x="526018" y="635681"/>
                      <a:pt x="677734" y="493379"/>
                      <a:pt x="677734" y="317840"/>
                    </a:cubicBezTo>
                    <a:cubicBezTo>
                      <a:pt x="677734" y="142302"/>
                      <a:pt x="526018" y="0"/>
                      <a:pt x="338867" y="0"/>
                    </a:cubicBezTo>
                    <a:close/>
                  </a:path>
                </a:pathLst>
              </a:custGeom>
              <a:solidFill>
                <a:srgbClr val="C1FF7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9" name="Google Shape;799;p12"/>
              <p:cNvSpPr txBox="1"/>
              <p:nvPr/>
            </p:nvSpPr>
            <p:spPr>
              <a:xfrm>
                <a:off x="0" y="-114300"/>
                <a:ext cx="677734" cy="7499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4001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i="0" lang="en-US" sz="2499" u="none" cap="none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02</a:t>
                </a:r>
                <a:endParaRPr/>
              </a:p>
            </p:txBody>
          </p:sp>
        </p:grpSp>
        <p:sp>
          <p:nvSpPr>
            <p:cNvPr id="800" name="Google Shape;800;p12"/>
            <p:cNvSpPr txBox="1"/>
            <p:nvPr/>
          </p:nvSpPr>
          <p:spPr>
            <a:xfrm>
              <a:off x="1638464" y="-22819"/>
              <a:ext cx="12341825" cy="64302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998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901" u="none" cap="none" strike="noStrike">
                  <a:solidFill>
                    <a:srgbClr val="1A1A1A"/>
                  </a:solidFill>
                  <a:latin typeface="Arial"/>
                  <a:ea typeface="Arial"/>
                  <a:cs typeface="Arial"/>
                  <a:sym typeface="Arial"/>
                </a:rPr>
                <a:t>Interfaz de Usuario</a:t>
              </a:r>
              <a:endParaRPr/>
            </a:p>
          </p:txBody>
        </p:sp>
        <p:sp>
          <p:nvSpPr>
            <p:cNvPr id="801" name="Google Shape;801;p12"/>
            <p:cNvSpPr txBox="1"/>
            <p:nvPr/>
          </p:nvSpPr>
          <p:spPr>
            <a:xfrm>
              <a:off x="1638464" y="487442"/>
              <a:ext cx="13849850" cy="990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934" u="none" cap="none" strike="noStrike">
                  <a:solidFill>
                    <a:srgbClr val="4A4A4A"/>
                  </a:solidFill>
                  <a:latin typeface="Arial"/>
                  <a:ea typeface="Arial"/>
                  <a:cs typeface="Arial"/>
                  <a:sym typeface="Arial"/>
                </a:rPr>
                <a:t>Como </a:t>
              </a:r>
              <a:r>
                <a:rPr b="0" i="0" lang="en-US" sz="1934" u="none" cap="none" strike="noStrike">
                  <a:solidFill>
                    <a:srgbClr val="4A4A4A"/>
                  </a:solidFill>
                  <a:latin typeface="Arial"/>
                  <a:ea typeface="Arial"/>
                  <a:cs typeface="Arial"/>
                  <a:sym typeface="Arial"/>
                </a:rPr>
                <a:t>suscriptor </a:t>
              </a:r>
              <a:r>
                <a:rPr b="1" i="0" lang="en-US" sz="1934" u="none" cap="none" strike="noStrike">
                  <a:solidFill>
                    <a:srgbClr val="4A4A4A"/>
                  </a:solidFill>
                  <a:latin typeface="Arial"/>
                  <a:ea typeface="Arial"/>
                  <a:cs typeface="Arial"/>
                  <a:sym typeface="Arial"/>
                </a:rPr>
                <a:t>quiero </a:t>
              </a:r>
              <a:r>
                <a:rPr b="0" i="0" lang="en-US" sz="1934" u="none" cap="none" strike="noStrike">
                  <a:solidFill>
                    <a:srgbClr val="4A4A4A"/>
                  </a:solidFill>
                  <a:latin typeface="Arial"/>
                  <a:ea typeface="Arial"/>
                  <a:cs typeface="Arial"/>
                  <a:sym typeface="Arial"/>
                </a:rPr>
                <a:t>acceder a una plataforma web intuitiva y organizada </a:t>
              </a:r>
              <a:r>
                <a:rPr b="1" i="0" lang="en-US" sz="1934" u="none" cap="none" strike="noStrike">
                  <a:solidFill>
                    <a:srgbClr val="4A4A4A"/>
                  </a:solidFill>
                  <a:latin typeface="Arial"/>
                  <a:ea typeface="Arial"/>
                  <a:cs typeface="Arial"/>
                  <a:sym typeface="Arial"/>
                </a:rPr>
                <a:t>para </a:t>
              </a:r>
              <a:r>
                <a:rPr b="0" i="0" lang="en-US" sz="1934" u="none" cap="none" strike="noStrike">
                  <a:solidFill>
                    <a:srgbClr val="4A4A4A"/>
                  </a:solidFill>
                  <a:latin typeface="Arial"/>
                  <a:ea typeface="Arial"/>
                  <a:cs typeface="Arial"/>
                  <a:sym typeface="Arial"/>
                </a:rPr>
                <a:t>gestionar fácilmente mis oportunidades de negocio</a:t>
              </a:r>
              <a:endParaRPr/>
            </a:p>
          </p:txBody>
        </p:sp>
      </p:grpSp>
      <p:grpSp>
        <p:nvGrpSpPr>
          <p:cNvPr id="802" name="Google Shape;802;p12"/>
          <p:cNvGrpSpPr/>
          <p:nvPr/>
        </p:nvGrpSpPr>
        <p:grpSpPr>
          <a:xfrm>
            <a:off x="463526" y="6308372"/>
            <a:ext cx="11880890" cy="1632239"/>
            <a:chOff x="0" y="-641167"/>
            <a:chExt cx="15841186" cy="2176319"/>
          </a:xfrm>
        </p:grpSpPr>
        <p:grpSp>
          <p:nvGrpSpPr>
            <p:cNvPr id="803" name="Google Shape;803;p12"/>
            <p:cNvGrpSpPr/>
            <p:nvPr/>
          </p:nvGrpSpPr>
          <p:grpSpPr>
            <a:xfrm>
              <a:off x="131077" y="-641167"/>
              <a:ext cx="15710109" cy="2151757"/>
              <a:chOff x="0" y="-104775"/>
              <a:chExt cx="2567240" cy="351625"/>
            </a:xfrm>
          </p:grpSpPr>
          <p:sp>
            <p:nvSpPr>
              <p:cNvPr id="804" name="Google Shape;804;p12"/>
              <p:cNvSpPr/>
              <p:nvPr/>
            </p:nvSpPr>
            <p:spPr>
              <a:xfrm>
                <a:off x="0" y="0"/>
                <a:ext cx="2567240" cy="246850"/>
              </a:xfrm>
              <a:custGeom>
                <a:rect b="b" l="l" r="r" t="t"/>
                <a:pathLst>
                  <a:path extrusionOk="0" h="246850" w="2567240">
                    <a:moveTo>
                      <a:pt x="0" y="0"/>
                    </a:moveTo>
                    <a:lnTo>
                      <a:pt x="2567240" y="0"/>
                    </a:lnTo>
                    <a:lnTo>
                      <a:pt x="2567240" y="246850"/>
                    </a:lnTo>
                    <a:lnTo>
                      <a:pt x="0" y="24685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805" name="Google Shape;805;p12"/>
              <p:cNvSpPr txBox="1"/>
              <p:nvPr/>
            </p:nvSpPr>
            <p:spPr>
              <a:xfrm>
                <a:off x="0" y="-104775"/>
                <a:ext cx="2567240" cy="3516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47777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06" name="Google Shape;806;p12"/>
            <p:cNvGrpSpPr/>
            <p:nvPr/>
          </p:nvGrpSpPr>
          <p:grpSpPr>
            <a:xfrm>
              <a:off x="0" y="-46055"/>
              <a:ext cx="131077" cy="1581207"/>
              <a:chOff x="0" y="-38100"/>
              <a:chExt cx="108437" cy="1308100"/>
            </a:xfrm>
          </p:grpSpPr>
          <p:sp>
            <p:nvSpPr>
              <p:cNvPr id="807" name="Google Shape;807;p12"/>
              <p:cNvSpPr/>
              <p:nvPr/>
            </p:nvSpPr>
            <p:spPr>
              <a:xfrm>
                <a:off x="0" y="0"/>
                <a:ext cx="108437" cy="1270000"/>
              </a:xfrm>
              <a:custGeom>
                <a:rect b="b" l="l" r="r" t="t"/>
                <a:pathLst>
                  <a:path extrusionOk="0" h="1270000" w="108437">
                    <a:moveTo>
                      <a:pt x="10844" y="0"/>
                    </a:moveTo>
                    <a:lnTo>
                      <a:pt x="97594" y="0"/>
                    </a:lnTo>
                    <a:cubicBezTo>
                      <a:pt x="100470" y="0"/>
                      <a:pt x="103228" y="1070"/>
                      <a:pt x="105261" y="2976"/>
                    </a:cubicBezTo>
                    <a:cubicBezTo>
                      <a:pt x="107295" y="4881"/>
                      <a:pt x="108437" y="7465"/>
                      <a:pt x="108437" y="10160"/>
                    </a:cubicBezTo>
                    <a:lnTo>
                      <a:pt x="108437" y="1259840"/>
                    </a:lnTo>
                    <a:cubicBezTo>
                      <a:pt x="108437" y="1262535"/>
                      <a:pt x="107295" y="1265119"/>
                      <a:pt x="105261" y="1267024"/>
                    </a:cubicBezTo>
                    <a:cubicBezTo>
                      <a:pt x="103228" y="1268930"/>
                      <a:pt x="100470" y="1270000"/>
                      <a:pt x="97594" y="1270000"/>
                    </a:cubicBezTo>
                    <a:lnTo>
                      <a:pt x="10844" y="1270000"/>
                    </a:lnTo>
                    <a:cubicBezTo>
                      <a:pt x="7968" y="1270000"/>
                      <a:pt x="5210" y="1268930"/>
                      <a:pt x="3176" y="1267024"/>
                    </a:cubicBezTo>
                    <a:cubicBezTo>
                      <a:pt x="1142" y="1265119"/>
                      <a:pt x="0" y="1262535"/>
                      <a:pt x="0" y="1259840"/>
                    </a:cubicBezTo>
                    <a:lnTo>
                      <a:pt x="0" y="10160"/>
                    </a:lnTo>
                    <a:cubicBezTo>
                      <a:pt x="0" y="4549"/>
                      <a:pt x="4855" y="0"/>
                      <a:pt x="10844" y="0"/>
                    </a:cubicBezTo>
                    <a:close/>
                  </a:path>
                </a:pathLst>
              </a:custGeom>
              <a:solidFill>
                <a:srgbClr val="C5767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8" name="Google Shape;808;p12"/>
              <p:cNvSpPr txBox="1"/>
              <p:nvPr/>
            </p:nvSpPr>
            <p:spPr>
              <a:xfrm>
                <a:off x="0" y="-38100"/>
                <a:ext cx="108437" cy="1308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l">
                  <a:lnSpc>
                    <a:spcPct val="93277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09" name="Google Shape;809;p12"/>
            <p:cNvGrpSpPr/>
            <p:nvPr/>
          </p:nvGrpSpPr>
          <p:grpSpPr>
            <a:xfrm>
              <a:off x="475155" y="223886"/>
              <a:ext cx="838894" cy="927478"/>
              <a:chOff x="0" y="-114300"/>
              <a:chExt cx="677734" cy="749300"/>
            </a:xfrm>
          </p:grpSpPr>
          <p:sp>
            <p:nvSpPr>
              <p:cNvPr id="810" name="Google Shape;810;p12"/>
              <p:cNvSpPr/>
              <p:nvPr/>
            </p:nvSpPr>
            <p:spPr>
              <a:xfrm>
                <a:off x="0" y="0"/>
                <a:ext cx="677734" cy="635000"/>
              </a:xfrm>
              <a:custGeom>
                <a:rect b="b" l="l" r="r" t="t"/>
                <a:pathLst>
                  <a:path extrusionOk="0" h="635000" w="677734">
                    <a:moveTo>
                      <a:pt x="338867" y="0"/>
                    </a:moveTo>
                    <a:cubicBezTo>
                      <a:pt x="151716" y="0"/>
                      <a:pt x="0" y="142150"/>
                      <a:pt x="0" y="317500"/>
                    </a:cubicBezTo>
                    <a:cubicBezTo>
                      <a:pt x="0" y="492850"/>
                      <a:pt x="151716" y="635000"/>
                      <a:pt x="338867" y="635000"/>
                    </a:cubicBezTo>
                    <a:cubicBezTo>
                      <a:pt x="526018" y="635000"/>
                      <a:pt x="677734" y="492850"/>
                      <a:pt x="677734" y="317500"/>
                    </a:cubicBezTo>
                    <a:cubicBezTo>
                      <a:pt x="677734" y="142150"/>
                      <a:pt x="526018" y="0"/>
                      <a:pt x="338867" y="0"/>
                    </a:cubicBezTo>
                    <a:close/>
                  </a:path>
                </a:pathLst>
              </a:custGeom>
              <a:solidFill>
                <a:srgbClr val="C5767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1" name="Google Shape;811;p12"/>
              <p:cNvSpPr txBox="1"/>
              <p:nvPr/>
            </p:nvSpPr>
            <p:spPr>
              <a:xfrm>
                <a:off x="0" y="-114300"/>
                <a:ext cx="677734" cy="74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4001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i="0" lang="en-US" sz="2499" u="none" cap="none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03</a:t>
                </a:r>
                <a:endParaRPr/>
              </a:p>
            </p:txBody>
          </p:sp>
        </p:grpSp>
        <p:sp>
          <p:nvSpPr>
            <p:cNvPr id="812" name="Google Shape;812;p12"/>
            <p:cNvSpPr txBox="1"/>
            <p:nvPr/>
          </p:nvSpPr>
          <p:spPr>
            <a:xfrm>
              <a:off x="1704002" y="-22819"/>
              <a:ext cx="12130404" cy="64302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998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901" u="none" cap="none" strike="noStrike">
                  <a:solidFill>
                    <a:srgbClr val="1A1A1A"/>
                  </a:solidFill>
                  <a:latin typeface="Arial"/>
                  <a:ea typeface="Arial"/>
                  <a:cs typeface="Arial"/>
                  <a:sym typeface="Arial"/>
                </a:rPr>
                <a:t>Configuración de Perfil de Rubro</a:t>
              </a:r>
              <a:endParaRPr/>
            </a:p>
          </p:txBody>
        </p:sp>
        <p:sp>
          <p:nvSpPr>
            <p:cNvPr id="813" name="Google Shape;813;p12"/>
            <p:cNvSpPr txBox="1"/>
            <p:nvPr/>
          </p:nvSpPr>
          <p:spPr>
            <a:xfrm>
              <a:off x="1638464" y="528032"/>
              <a:ext cx="13870445" cy="8898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734" u="none" cap="none" strike="noStrike">
                  <a:solidFill>
                    <a:srgbClr val="4A4A4A"/>
                  </a:solidFill>
                  <a:latin typeface="Arial"/>
                  <a:ea typeface="Arial"/>
                  <a:cs typeface="Arial"/>
                  <a:sym typeface="Arial"/>
                </a:rPr>
                <a:t>Como </a:t>
              </a:r>
              <a:r>
                <a:rPr b="0" i="0" lang="en-US" sz="1734" u="none" cap="none" strike="noStrike">
                  <a:solidFill>
                    <a:srgbClr val="4A4A4A"/>
                  </a:solidFill>
                  <a:latin typeface="Arial"/>
                  <a:ea typeface="Arial"/>
                  <a:cs typeface="Arial"/>
                  <a:sym typeface="Arial"/>
                </a:rPr>
                <a:t>suscriptor </a:t>
              </a:r>
              <a:r>
                <a:rPr b="1" i="0" lang="en-US" sz="1734" u="none" cap="none" strike="noStrike">
                  <a:solidFill>
                    <a:srgbClr val="4A4A4A"/>
                  </a:solidFill>
                  <a:latin typeface="Arial"/>
                  <a:ea typeface="Arial"/>
                  <a:cs typeface="Arial"/>
                  <a:sym typeface="Arial"/>
                </a:rPr>
                <a:t>quiero </a:t>
              </a:r>
              <a:r>
                <a:rPr b="0" i="0" lang="en-US" sz="1734" u="none" cap="none" strike="noStrike">
                  <a:solidFill>
                    <a:srgbClr val="4A4A4A"/>
                  </a:solidFill>
                  <a:latin typeface="Arial"/>
                  <a:ea typeface="Arial"/>
                  <a:cs typeface="Arial"/>
                  <a:sym typeface="Arial"/>
                </a:rPr>
                <a:t>configurar el perfil de mi empresa indicando rubros, palabras clave y preferencias </a:t>
              </a:r>
              <a:r>
                <a:rPr b="1" i="0" lang="en-US" sz="1734" u="none" cap="none" strike="noStrike">
                  <a:solidFill>
                    <a:srgbClr val="4A4A4A"/>
                  </a:solidFill>
                  <a:latin typeface="Arial"/>
                  <a:ea typeface="Arial"/>
                  <a:cs typeface="Arial"/>
                  <a:sym typeface="Arial"/>
                </a:rPr>
                <a:t>para </a:t>
              </a:r>
              <a:r>
                <a:rPr b="0" i="0" lang="en-US" sz="1734" u="none" cap="none" strike="noStrike">
                  <a:solidFill>
                    <a:srgbClr val="4A4A4A"/>
                  </a:solidFill>
                  <a:latin typeface="Arial"/>
                  <a:ea typeface="Arial"/>
                  <a:cs typeface="Arial"/>
                  <a:sym typeface="Arial"/>
                </a:rPr>
                <a:t>recibir licitaciones relevantes para mi negocio</a:t>
              </a:r>
              <a:endParaRPr/>
            </a:p>
          </p:txBody>
        </p:sp>
      </p:grpSp>
      <p:cxnSp>
        <p:nvCxnSpPr>
          <p:cNvPr id="814" name="Google Shape;814;p12"/>
          <p:cNvCxnSpPr/>
          <p:nvPr/>
        </p:nvCxnSpPr>
        <p:spPr>
          <a:xfrm>
            <a:off x="2713107" y="423651"/>
            <a:ext cx="0" cy="982477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815" name="Google Shape;815;p12"/>
          <p:cNvGrpSpPr/>
          <p:nvPr/>
        </p:nvGrpSpPr>
        <p:grpSpPr>
          <a:xfrm>
            <a:off x="12770131" y="2151530"/>
            <a:ext cx="4734522" cy="6710212"/>
            <a:chOff x="0" y="-1297974"/>
            <a:chExt cx="6312696" cy="8946948"/>
          </a:xfrm>
        </p:grpSpPr>
        <p:grpSp>
          <p:nvGrpSpPr>
            <p:cNvPr id="816" name="Google Shape;816;p12"/>
            <p:cNvGrpSpPr/>
            <p:nvPr/>
          </p:nvGrpSpPr>
          <p:grpSpPr>
            <a:xfrm>
              <a:off x="0" y="-1297974"/>
              <a:ext cx="6312696" cy="8946948"/>
              <a:chOff x="0" y="-123825"/>
              <a:chExt cx="602223" cy="853527"/>
            </a:xfrm>
          </p:grpSpPr>
          <p:sp>
            <p:nvSpPr>
              <p:cNvPr id="817" name="Google Shape;817;p12"/>
              <p:cNvSpPr/>
              <p:nvPr/>
            </p:nvSpPr>
            <p:spPr>
              <a:xfrm>
                <a:off x="0" y="0"/>
                <a:ext cx="602223" cy="729702"/>
              </a:xfrm>
              <a:custGeom>
                <a:rect b="b" l="l" r="r" t="t"/>
                <a:pathLst>
                  <a:path extrusionOk="0" h="729702" w="602223">
                    <a:moveTo>
                      <a:pt x="602223" y="0"/>
                    </a:moveTo>
                    <a:lnTo>
                      <a:pt x="602223" y="615402"/>
                    </a:lnTo>
                    <a:lnTo>
                      <a:pt x="301111" y="729702"/>
                    </a:lnTo>
                    <a:lnTo>
                      <a:pt x="0" y="615402"/>
                    </a:lnTo>
                    <a:lnTo>
                      <a:pt x="0" y="0"/>
                    </a:lnTo>
                    <a:lnTo>
                      <a:pt x="602223" y="0"/>
                    </a:lnTo>
                    <a:close/>
                  </a:path>
                </a:pathLst>
              </a:custGeom>
              <a:solidFill>
                <a:srgbClr val="8C52FF"/>
              </a:solidFill>
              <a:ln>
                <a:noFill/>
              </a:ln>
            </p:spPr>
          </p:sp>
          <p:sp>
            <p:nvSpPr>
              <p:cNvPr id="818" name="Google Shape;818;p12"/>
              <p:cNvSpPr txBox="1"/>
              <p:nvPr/>
            </p:nvSpPr>
            <p:spPr>
              <a:xfrm>
                <a:off x="0" y="-123825"/>
                <a:ext cx="602223" cy="7392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75055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cxnSp>
          <p:nvCxnSpPr>
            <p:cNvPr id="819" name="Google Shape;819;p12"/>
            <p:cNvCxnSpPr/>
            <p:nvPr/>
          </p:nvCxnSpPr>
          <p:spPr>
            <a:xfrm flipH="1">
              <a:off x="533378" y="1115251"/>
              <a:ext cx="5245939" cy="15821"/>
            </a:xfrm>
            <a:prstGeom prst="straightConnector1">
              <a:avLst/>
            </a:prstGeom>
            <a:noFill/>
            <a:ln cap="flat" cmpd="sng" w="465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820" name="Google Shape;820;p12"/>
            <p:cNvSpPr txBox="1"/>
            <p:nvPr/>
          </p:nvSpPr>
          <p:spPr>
            <a:xfrm>
              <a:off x="302119" y="123865"/>
              <a:ext cx="5971305" cy="96809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43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SMARTBIDS</a:t>
              </a:r>
              <a:endParaRPr/>
            </a:p>
          </p:txBody>
        </p:sp>
        <p:sp>
          <p:nvSpPr>
            <p:cNvPr id="821" name="Google Shape;821;p12"/>
            <p:cNvSpPr/>
            <p:nvPr/>
          </p:nvSpPr>
          <p:spPr>
            <a:xfrm>
              <a:off x="646655" y="1529324"/>
              <a:ext cx="5019385" cy="5470720"/>
            </a:xfrm>
            <a:custGeom>
              <a:rect b="b" l="l" r="r" t="t"/>
              <a:pathLst>
                <a:path extrusionOk="0" h="5470720" w="5019385">
                  <a:moveTo>
                    <a:pt x="0" y="0"/>
                  </a:moveTo>
                  <a:lnTo>
                    <a:pt x="5019385" y="0"/>
                  </a:lnTo>
                  <a:lnTo>
                    <a:pt x="5019385" y="5470720"/>
                  </a:lnTo>
                  <a:lnTo>
                    <a:pt x="0" y="547072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10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  <p:sp>
        <p:nvSpPr>
          <p:cNvPr id="822" name="Google Shape;822;p12"/>
          <p:cNvSpPr txBox="1"/>
          <p:nvPr/>
        </p:nvSpPr>
        <p:spPr>
          <a:xfrm>
            <a:off x="122501" y="2115472"/>
            <a:ext cx="9848226" cy="8143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4312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E02 - Módulo SaaS (Suscriptor)</a:t>
            </a:r>
            <a:endParaRPr/>
          </a:p>
        </p:txBody>
      </p:sp>
      <p:sp>
        <p:nvSpPr>
          <p:cNvPr id="823" name="Google Shape;823;p12"/>
          <p:cNvSpPr txBox="1"/>
          <p:nvPr/>
        </p:nvSpPr>
        <p:spPr>
          <a:xfrm>
            <a:off x="17663375" y="9579067"/>
            <a:ext cx="1524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56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endParaRPr/>
          </a:p>
        </p:txBody>
      </p:sp>
      <p:sp>
        <p:nvSpPr>
          <p:cNvPr id="824" name="Google Shape;824;p12"/>
          <p:cNvSpPr txBox="1"/>
          <p:nvPr/>
        </p:nvSpPr>
        <p:spPr>
          <a:xfrm>
            <a:off x="197858" y="-68013"/>
            <a:ext cx="2348313" cy="16484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224" u="none" cap="none" strike="noStrike">
                <a:solidFill>
                  <a:srgbClr val="000000"/>
                </a:solidFill>
                <a:latin typeface="Ultra"/>
                <a:ea typeface="Ultra"/>
                <a:cs typeface="Ultra"/>
                <a:sym typeface="Ultra"/>
              </a:rPr>
              <a:t>VII.-</a:t>
            </a:r>
            <a:endParaRPr/>
          </a:p>
        </p:txBody>
      </p:sp>
      <p:sp>
        <p:nvSpPr>
          <p:cNvPr id="825" name="Google Shape;825;p12"/>
          <p:cNvSpPr txBox="1"/>
          <p:nvPr/>
        </p:nvSpPr>
        <p:spPr>
          <a:xfrm>
            <a:off x="3066821" y="91678"/>
            <a:ext cx="11687175" cy="15880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30" u="none" cap="none" strike="noStrike">
                <a:solidFill>
                  <a:srgbClr val="000000"/>
                </a:solidFill>
                <a:latin typeface="Ultra"/>
                <a:ea typeface="Ultra"/>
                <a:cs typeface="Ultra"/>
                <a:sym typeface="Ultra"/>
              </a:rPr>
              <a:t>ÉPICAS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3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HISTORIAS DE USUARIO</a:t>
            </a:r>
            <a:endParaRPr/>
          </a:p>
        </p:txBody>
      </p:sp>
      <p:grpSp>
        <p:nvGrpSpPr>
          <p:cNvPr id="826" name="Google Shape;826;p12"/>
          <p:cNvGrpSpPr/>
          <p:nvPr/>
        </p:nvGrpSpPr>
        <p:grpSpPr>
          <a:xfrm>
            <a:off x="326045" y="7036079"/>
            <a:ext cx="12419961" cy="2600138"/>
            <a:chOff x="0" y="-276225"/>
            <a:chExt cx="3092083" cy="647332"/>
          </a:xfrm>
        </p:grpSpPr>
        <p:sp>
          <p:nvSpPr>
            <p:cNvPr id="827" name="Google Shape;827;p12"/>
            <p:cNvSpPr/>
            <p:nvPr/>
          </p:nvSpPr>
          <p:spPr>
            <a:xfrm>
              <a:off x="0" y="0"/>
              <a:ext cx="3092083" cy="371107"/>
            </a:xfrm>
            <a:custGeom>
              <a:rect b="b" l="l" r="r" t="t"/>
              <a:pathLst>
                <a:path extrusionOk="0" h="371107" w="3092083">
                  <a:moveTo>
                    <a:pt x="0" y="0"/>
                  </a:moveTo>
                  <a:lnTo>
                    <a:pt x="3092083" y="0"/>
                  </a:lnTo>
                  <a:lnTo>
                    <a:pt x="3092083" y="371107"/>
                  </a:lnTo>
                  <a:lnTo>
                    <a:pt x="0" y="371107"/>
                  </a:lnTo>
                  <a:close/>
                </a:path>
              </a:pathLst>
            </a:custGeom>
            <a:solidFill>
              <a:srgbClr val="7ED957"/>
            </a:solidFill>
            <a:ln>
              <a:noFill/>
            </a:ln>
          </p:spPr>
        </p:sp>
        <p:sp>
          <p:nvSpPr>
            <p:cNvPr id="828" name="Google Shape;828;p12"/>
            <p:cNvSpPr txBox="1"/>
            <p:nvPr/>
          </p:nvSpPr>
          <p:spPr>
            <a:xfrm>
              <a:off x="0" y="-276225"/>
              <a:ext cx="3092083" cy="647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29" name="Google Shape;829;p12"/>
          <p:cNvGrpSpPr/>
          <p:nvPr/>
        </p:nvGrpSpPr>
        <p:grpSpPr>
          <a:xfrm>
            <a:off x="552996" y="7263966"/>
            <a:ext cx="11803363" cy="2150166"/>
            <a:chOff x="0" y="-276225"/>
            <a:chExt cx="2938575" cy="535307"/>
          </a:xfrm>
        </p:grpSpPr>
        <p:sp>
          <p:nvSpPr>
            <p:cNvPr id="830" name="Google Shape;830;p12"/>
            <p:cNvSpPr/>
            <p:nvPr/>
          </p:nvSpPr>
          <p:spPr>
            <a:xfrm>
              <a:off x="0" y="0"/>
              <a:ext cx="2938575" cy="259082"/>
            </a:xfrm>
            <a:custGeom>
              <a:rect b="b" l="l" r="r" t="t"/>
              <a:pathLst>
                <a:path extrusionOk="0" h="259082" w="2938575">
                  <a:moveTo>
                    <a:pt x="0" y="0"/>
                  </a:moveTo>
                  <a:lnTo>
                    <a:pt x="2938575" y="0"/>
                  </a:lnTo>
                  <a:lnTo>
                    <a:pt x="2938575" y="259082"/>
                  </a:lnTo>
                  <a:lnTo>
                    <a:pt x="0" y="259082"/>
                  </a:lnTo>
                  <a:close/>
                </a:path>
              </a:pathLst>
            </a:custGeom>
            <a:solidFill>
              <a:srgbClr val="F8FAFC"/>
            </a:solidFill>
            <a:ln>
              <a:noFill/>
            </a:ln>
          </p:spPr>
        </p:sp>
        <p:sp>
          <p:nvSpPr>
            <p:cNvPr id="831" name="Google Shape;831;p12"/>
            <p:cNvSpPr txBox="1"/>
            <p:nvPr/>
          </p:nvSpPr>
          <p:spPr>
            <a:xfrm>
              <a:off x="0" y="-276225"/>
              <a:ext cx="2938575" cy="53530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32" name="Google Shape;832;p12"/>
          <p:cNvSpPr txBox="1"/>
          <p:nvPr/>
        </p:nvSpPr>
        <p:spPr>
          <a:xfrm>
            <a:off x="1090514" y="8397426"/>
            <a:ext cx="10891022" cy="8784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4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 esa información SmartBids puede orientar las oportunidades hacia aquellas que sean más relevantes para el usuario.</a:t>
            </a:r>
            <a:endParaRPr/>
          </a:p>
        </p:txBody>
      </p:sp>
    </p:spTree>
  </p:cSld>
  <p:clrMapOvr>
    <a:masterClrMapping/>
  </p:clrMapOvr>
  <p:transition spd="slow">
    <p:push/>
  </p:transition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6" name="Shape 8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7" name="Google Shape;837;p13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9333" l="0" r="0" t="-9333"/>
            </a:stretch>
          </a:blipFill>
          <a:ln>
            <a:noFill/>
          </a:ln>
        </p:spPr>
      </p:sp>
      <p:grpSp>
        <p:nvGrpSpPr>
          <p:cNvPr id="838" name="Google Shape;838;p13"/>
          <p:cNvGrpSpPr/>
          <p:nvPr/>
        </p:nvGrpSpPr>
        <p:grpSpPr>
          <a:xfrm>
            <a:off x="-22436" y="-1368585"/>
            <a:ext cx="18332871" cy="3373138"/>
            <a:chOff x="0" y="-276225"/>
            <a:chExt cx="4828411" cy="888399"/>
          </a:xfrm>
        </p:grpSpPr>
        <p:sp>
          <p:nvSpPr>
            <p:cNvPr id="839" name="Google Shape;839;p13"/>
            <p:cNvSpPr/>
            <p:nvPr/>
          </p:nvSpPr>
          <p:spPr>
            <a:xfrm>
              <a:off x="0" y="0"/>
              <a:ext cx="4828411" cy="612174"/>
            </a:xfrm>
            <a:custGeom>
              <a:rect b="b" l="l" r="r" t="t"/>
              <a:pathLst>
                <a:path extrusionOk="0" h="612174" w="4828411">
                  <a:moveTo>
                    <a:pt x="0" y="0"/>
                  </a:moveTo>
                  <a:lnTo>
                    <a:pt x="4828411" y="0"/>
                  </a:lnTo>
                  <a:lnTo>
                    <a:pt x="4828411" y="612174"/>
                  </a:lnTo>
                  <a:lnTo>
                    <a:pt x="0" y="612174"/>
                  </a:lnTo>
                  <a:close/>
                </a:path>
              </a:pathLst>
            </a:custGeom>
            <a:solidFill>
              <a:srgbClr val="F49619"/>
            </a:solidFill>
            <a:ln>
              <a:noFill/>
            </a:ln>
          </p:spPr>
        </p:sp>
        <p:sp>
          <p:nvSpPr>
            <p:cNvPr id="840" name="Google Shape;840;p13"/>
            <p:cNvSpPr txBox="1"/>
            <p:nvPr/>
          </p:nvSpPr>
          <p:spPr>
            <a:xfrm>
              <a:off x="0" y="-276225"/>
              <a:ext cx="4828411" cy="8883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41" name="Google Shape;841;p13"/>
          <p:cNvSpPr/>
          <p:nvPr/>
        </p:nvSpPr>
        <p:spPr>
          <a:xfrm>
            <a:off x="17869405" y="7986199"/>
            <a:ext cx="1699256" cy="1019554"/>
          </a:xfrm>
          <a:custGeom>
            <a:rect b="b" l="l" r="r" t="t"/>
            <a:pathLst>
              <a:path extrusionOk="0" h="1019554" w="1699256">
                <a:moveTo>
                  <a:pt x="0" y="0"/>
                </a:moveTo>
                <a:lnTo>
                  <a:pt x="1699257" y="0"/>
                </a:lnTo>
                <a:lnTo>
                  <a:pt x="1699257" y="1019554"/>
                </a:lnTo>
                <a:lnTo>
                  <a:pt x="0" y="101955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42" name="Google Shape;842;p13"/>
          <p:cNvSpPr/>
          <p:nvPr/>
        </p:nvSpPr>
        <p:spPr>
          <a:xfrm rot="-5400000">
            <a:off x="17062944" y="-566905"/>
            <a:ext cx="2304785" cy="2333959"/>
          </a:xfrm>
          <a:custGeom>
            <a:rect b="b" l="l" r="r" t="t"/>
            <a:pathLst>
              <a:path extrusionOk="0" h="2333959" w="2304785">
                <a:moveTo>
                  <a:pt x="0" y="0"/>
                </a:moveTo>
                <a:lnTo>
                  <a:pt x="2304785" y="0"/>
                </a:lnTo>
                <a:lnTo>
                  <a:pt x="2304785" y="2333960"/>
                </a:lnTo>
                <a:lnTo>
                  <a:pt x="0" y="233396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43" name="Google Shape;843;p13"/>
          <p:cNvSpPr/>
          <p:nvPr/>
        </p:nvSpPr>
        <p:spPr>
          <a:xfrm rot="5400000">
            <a:off x="-1610919" y="2579359"/>
            <a:ext cx="2304785" cy="2333959"/>
          </a:xfrm>
          <a:custGeom>
            <a:rect b="b" l="l" r="r" t="t"/>
            <a:pathLst>
              <a:path extrusionOk="0" h="2333959" w="2304785">
                <a:moveTo>
                  <a:pt x="2304785" y="2333960"/>
                </a:moveTo>
                <a:lnTo>
                  <a:pt x="0" y="2333960"/>
                </a:lnTo>
                <a:lnTo>
                  <a:pt x="0" y="0"/>
                </a:lnTo>
                <a:lnTo>
                  <a:pt x="2304785" y="0"/>
                </a:lnTo>
                <a:lnTo>
                  <a:pt x="2304785" y="233396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44" name="Google Shape;844;p13"/>
          <p:cNvSpPr/>
          <p:nvPr/>
        </p:nvSpPr>
        <p:spPr>
          <a:xfrm>
            <a:off x="-1027496" y="8529558"/>
            <a:ext cx="1491022" cy="952391"/>
          </a:xfrm>
          <a:custGeom>
            <a:rect b="b" l="l" r="r" t="t"/>
            <a:pathLst>
              <a:path extrusionOk="0" h="952391" w="1491022">
                <a:moveTo>
                  <a:pt x="0" y="0"/>
                </a:moveTo>
                <a:lnTo>
                  <a:pt x="1491022" y="0"/>
                </a:lnTo>
                <a:lnTo>
                  <a:pt x="1491022" y="952390"/>
                </a:lnTo>
                <a:lnTo>
                  <a:pt x="0" y="95239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45" name="Google Shape;845;p13"/>
          <p:cNvSpPr/>
          <p:nvPr/>
        </p:nvSpPr>
        <p:spPr>
          <a:xfrm>
            <a:off x="3702128" y="10091266"/>
            <a:ext cx="10952506" cy="1880464"/>
          </a:xfrm>
          <a:custGeom>
            <a:rect b="b" l="l" r="r" t="t"/>
            <a:pathLst>
              <a:path extrusionOk="0" h="1880464" w="10952506">
                <a:moveTo>
                  <a:pt x="0" y="0"/>
                </a:moveTo>
                <a:lnTo>
                  <a:pt x="10952506" y="0"/>
                </a:lnTo>
                <a:lnTo>
                  <a:pt x="10952506" y="1880465"/>
                </a:lnTo>
                <a:lnTo>
                  <a:pt x="0" y="188046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-2157" r="-2202" t="-59556"/>
            </a:stretch>
          </a:blipFill>
          <a:ln>
            <a:noFill/>
          </a:ln>
        </p:spPr>
      </p:sp>
      <p:sp>
        <p:nvSpPr>
          <p:cNvPr id="846" name="Google Shape;846;p13"/>
          <p:cNvSpPr/>
          <p:nvPr/>
        </p:nvSpPr>
        <p:spPr>
          <a:xfrm>
            <a:off x="17869405" y="-1885942"/>
            <a:ext cx="1411048" cy="2914385"/>
          </a:xfrm>
          <a:custGeom>
            <a:rect b="b" l="l" r="r" t="t"/>
            <a:pathLst>
              <a:path extrusionOk="0" h="2914385" w="1411048">
                <a:moveTo>
                  <a:pt x="0" y="0"/>
                </a:moveTo>
                <a:lnTo>
                  <a:pt x="1411048" y="0"/>
                </a:lnTo>
                <a:lnTo>
                  <a:pt x="1411048" y="2914385"/>
                </a:lnTo>
                <a:lnTo>
                  <a:pt x="0" y="291438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847" name="Google Shape;847;p13"/>
          <p:cNvGrpSpPr/>
          <p:nvPr/>
        </p:nvGrpSpPr>
        <p:grpSpPr>
          <a:xfrm>
            <a:off x="2981102" y="2569357"/>
            <a:ext cx="2108631" cy="2627552"/>
            <a:chOff x="0" y="-200025"/>
            <a:chExt cx="812800" cy="1012825"/>
          </a:xfrm>
        </p:grpSpPr>
        <p:sp>
          <p:nvSpPr>
            <p:cNvPr id="848" name="Google Shape;848;p13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49619"/>
            </a:solidFill>
            <a:ln cap="sq" cmpd="sng" w="142875">
              <a:solidFill>
                <a:srgbClr val="FFFFF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9" name="Google Shape;849;p13"/>
            <p:cNvSpPr txBox="1"/>
            <p:nvPr/>
          </p:nvSpPr>
          <p:spPr>
            <a:xfrm>
              <a:off x="76200" y="-200025"/>
              <a:ext cx="660400" cy="9366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50" name="Google Shape;850;p13"/>
          <p:cNvSpPr/>
          <p:nvPr/>
        </p:nvSpPr>
        <p:spPr>
          <a:xfrm>
            <a:off x="3633538" y="3277248"/>
            <a:ext cx="910003" cy="910003"/>
          </a:xfrm>
          <a:custGeom>
            <a:rect b="b" l="l" r="r" t="t"/>
            <a:pathLst>
              <a:path extrusionOk="0" h="910003" w="910003">
                <a:moveTo>
                  <a:pt x="0" y="0"/>
                </a:moveTo>
                <a:lnTo>
                  <a:pt x="910002" y="0"/>
                </a:lnTo>
                <a:lnTo>
                  <a:pt x="910002" y="910003"/>
                </a:lnTo>
                <a:lnTo>
                  <a:pt x="0" y="91000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851" name="Google Shape;851;p13"/>
          <p:cNvGrpSpPr/>
          <p:nvPr/>
        </p:nvGrpSpPr>
        <p:grpSpPr>
          <a:xfrm>
            <a:off x="1968221" y="4159951"/>
            <a:ext cx="4368013" cy="4145416"/>
            <a:chOff x="0" y="-38100"/>
            <a:chExt cx="6096000" cy="5785344"/>
          </a:xfrm>
        </p:grpSpPr>
        <p:sp>
          <p:nvSpPr>
            <p:cNvPr id="852" name="Google Shape;852;p13"/>
            <p:cNvSpPr/>
            <p:nvPr/>
          </p:nvSpPr>
          <p:spPr>
            <a:xfrm>
              <a:off x="0" y="0"/>
              <a:ext cx="6096000" cy="5747244"/>
            </a:xfrm>
            <a:custGeom>
              <a:rect b="b" l="l" r="r" t="t"/>
              <a:pathLst>
                <a:path extrusionOk="0" h="5747244" w="6096000">
                  <a:moveTo>
                    <a:pt x="377371" y="0"/>
                  </a:moveTo>
                  <a:lnTo>
                    <a:pt x="5718628" y="0"/>
                  </a:lnTo>
                  <a:cubicBezTo>
                    <a:pt x="5927045" y="0"/>
                    <a:pt x="6096000" y="257313"/>
                    <a:pt x="6096000" y="574724"/>
                  </a:cubicBezTo>
                  <a:lnTo>
                    <a:pt x="6096000" y="5172520"/>
                  </a:lnTo>
                  <a:cubicBezTo>
                    <a:pt x="6096000" y="5489932"/>
                    <a:pt x="5927045" y="5747244"/>
                    <a:pt x="5718628" y="5747244"/>
                  </a:cubicBezTo>
                  <a:lnTo>
                    <a:pt x="377371" y="5747244"/>
                  </a:lnTo>
                  <a:cubicBezTo>
                    <a:pt x="168955" y="5747244"/>
                    <a:pt x="0" y="5489932"/>
                    <a:pt x="0" y="5172520"/>
                  </a:cubicBezTo>
                  <a:lnTo>
                    <a:pt x="0" y="574724"/>
                  </a:lnTo>
                  <a:cubicBezTo>
                    <a:pt x="0" y="257313"/>
                    <a:pt x="168955" y="0"/>
                    <a:pt x="377371" y="0"/>
                  </a:cubicBezTo>
                  <a:close/>
                </a:path>
              </a:pathLst>
            </a:custGeom>
            <a:solidFill>
              <a:srgbClr val="FFFFFF"/>
            </a:solidFill>
            <a:ln cap="sq" cmpd="sng" w="19050">
              <a:solidFill>
                <a:srgbClr val="F49619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3" name="Google Shape;853;p13"/>
            <p:cNvSpPr txBox="1"/>
            <p:nvPr/>
          </p:nvSpPr>
          <p:spPr>
            <a:xfrm>
              <a:off x="0" y="-38100"/>
              <a:ext cx="6096000" cy="57853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932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54" name="Google Shape;854;p13"/>
          <p:cNvGrpSpPr/>
          <p:nvPr/>
        </p:nvGrpSpPr>
        <p:grpSpPr>
          <a:xfrm>
            <a:off x="1968221" y="4159951"/>
            <a:ext cx="4368013" cy="81900"/>
            <a:chOff x="0" y="-38100"/>
            <a:chExt cx="6096000" cy="114300"/>
          </a:xfrm>
        </p:grpSpPr>
        <p:sp>
          <p:nvSpPr>
            <p:cNvPr id="855" name="Google Shape;855;p13"/>
            <p:cNvSpPr/>
            <p:nvPr/>
          </p:nvSpPr>
          <p:spPr>
            <a:xfrm>
              <a:off x="0" y="0"/>
              <a:ext cx="6096000" cy="76200"/>
            </a:xfrm>
            <a:custGeom>
              <a:rect b="b" l="l" r="r" t="t"/>
              <a:pathLst>
                <a:path extrusionOk="0" h="76200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F49619"/>
            </a:solidFill>
            <a:ln>
              <a:noFill/>
            </a:ln>
          </p:spPr>
        </p:sp>
        <p:sp>
          <p:nvSpPr>
            <p:cNvPr id="856" name="Google Shape;856;p13"/>
            <p:cNvSpPr txBox="1"/>
            <p:nvPr/>
          </p:nvSpPr>
          <p:spPr>
            <a:xfrm>
              <a:off x="0" y="-38100"/>
              <a:ext cx="6096000" cy="11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932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57" name="Google Shape;857;p13"/>
          <p:cNvSpPr txBox="1"/>
          <p:nvPr/>
        </p:nvSpPr>
        <p:spPr>
          <a:xfrm>
            <a:off x="2884207" y="4617789"/>
            <a:ext cx="3276009" cy="7535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2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Consulta e Identificación</a:t>
            </a:r>
            <a:endParaRPr/>
          </a:p>
          <a:p>
            <a:pPr indent="0" lvl="0" marL="0" marR="0" rtl="0" algn="ctr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2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 Oportunidades</a:t>
            </a:r>
            <a:endParaRPr/>
          </a:p>
        </p:txBody>
      </p:sp>
      <p:sp>
        <p:nvSpPr>
          <p:cNvPr id="858" name="Google Shape;858;p13"/>
          <p:cNvSpPr txBox="1"/>
          <p:nvPr/>
        </p:nvSpPr>
        <p:spPr>
          <a:xfrm>
            <a:off x="2160885" y="5731973"/>
            <a:ext cx="4007710" cy="22122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23" u="none" cap="none" strike="noStrike">
                <a:solidFill>
                  <a:srgbClr val="393E46"/>
                </a:solidFill>
                <a:latin typeface="Arial"/>
                <a:ea typeface="Arial"/>
                <a:cs typeface="Arial"/>
                <a:sym typeface="Arial"/>
              </a:rPr>
              <a:t>Como </a:t>
            </a:r>
            <a:r>
              <a:rPr b="0" i="0" lang="en-US" sz="2023" u="none" cap="none" strike="noStrike">
                <a:solidFill>
                  <a:srgbClr val="393E46"/>
                </a:solidFill>
                <a:latin typeface="Arial"/>
                <a:ea typeface="Arial"/>
                <a:cs typeface="Arial"/>
                <a:sym typeface="Arial"/>
              </a:rPr>
              <a:t>suscriptor </a:t>
            </a:r>
            <a:r>
              <a:rPr b="1" i="0" lang="en-US" sz="2023" u="none" cap="none" strike="noStrike">
                <a:solidFill>
                  <a:srgbClr val="393E46"/>
                </a:solidFill>
                <a:latin typeface="Arial"/>
                <a:ea typeface="Arial"/>
                <a:cs typeface="Arial"/>
                <a:sym typeface="Arial"/>
              </a:rPr>
              <a:t>quiero </a:t>
            </a:r>
            <a:r>
              <a:rPr b="0" i="0" lang="en-US" sz="2023" u="none" cap="none" strike="noStrike">
                <a:solidFill>
                  <a:srgbClr val="393E46"/>
                </a:solidFill>
                <a:latin typeface="Arial"/>
                <a:ea typeface="Arial"/>
                <a:cs typeface="Arial"/>
                <a:sym typeface="Arial"/>
              </a:rPr>
              <a:t>visualizar y filtrar las licitaciones disponibles según el perfil de mi empresa </a:t>
            </a:r>
            <a:r>
              <a:rPr b="1" i="0" lang="en-US" sz="2023" u="none" cap="none" strike="noStrike">
                <a:solidFill>
                  <a:srgbClr val="393E46"/>
                </a:solidFill>
                <a:latin typeface="Arial"/>
                <a:ea typeface="Arial"/>
                <a:cs typeface="Arial"/>
                <a:sym typeface="Arial"/>
              </a:rPr>
              <a:t>para </a:t>
            </a:r>
            <a:r>
              <a:rPr b="0" i="0" lang="en-US" sz="2023" u="none" cap="none" strike="noStrike">
                <a:solidFill>
                  <a:srgbClr val="393E46"/>
                </a:solidFill>
                <a:latin typeface="Arial"/>
                <a:ea typeface="Arial"/>
                <a:cs typeface="Arial"/>
                <a:sym typeface="Arial"/>
              </a:rPr>
              <a:t>identificar oportunidades de negocio relevantes</a:t>
            </a:r>
            <a:endParaRPr/>
          </a:p>
        </p:txBody>
      </p:sp>
      <p:cxnSp>
        <p:nvCxnSpPr>
          <p:cNvPr id="859" name="Google Shape;859;p13"/>
          <p:cNvCxnSpPr/>
          <p:nvPr/>
        </p:nvCxnSpPr>
        <p:spPr>
          <a:xfrm>
            <a:off x="6381733" y="5734255"/>
            <a:ext cx="364001" cy="0"/>
          </a:xfrm>
          <a:prstGeom prst="straightConnector1">
            <a:avLst/>
          </a:prstGeom>
          <a:noFill/>
          <a:ln cap="flat" cmpd="sng" w="76200">
            <a:solidFill>
              <a:srgbClr val="F49619"/>
            </a:solidFill>
            <a:prstDash val="solid"/>
            <a:round/>
            <a:headEnd len="sm" w="sm" type="none"/>
            <a:tailEnd len="med" w="med" type="triangle"/>
          </a:ln>
        </p:spPr>
      </p:cxnSp>
      <p:grpSp>
        <p:nvGrpSpPr>
          <p:cNvPr id="860" name="Google Shape;860;p13"/>
          <p:cNvGrpSpPr/>
          <p:nvPr/>
        </p:nvGrpSpPr>
        <p:grpSpPr>
          <a:xfrm>
            <a:off x="7920925" y="2560828"/>
            <a:ext cx="2108631" cy="2627552"/>
            <a:chOff x="0" y="-200025"/>
            <a:chExt cx="812800" cy="1012825"/>
          </a:xfrm>
        </p:grpSpPr>
        <p:sp>
          <p:nvSpPr>
            <p:cNvPr id="861" name="Google Shape;861;p13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7ED957"/>
            </a:solidFill>
            <a:ln cap="sq" cmpd="sng" w="142875">
              <a:solidFill>
                <a:srgbClr val="FFFFF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2" name="Google Shape;862;p13"/>
            <p:cNvSpPr txBox="1"/>
            <p:nvPr/>
          </p:nvSpPr>
          <p:spPr>
            <a:xfrm>
              <a:off x="76200" y="-200025"/>
              <a:ext cx="660400" cy="9366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63" name="Google Shape;863;p13"/>
          <p:cNvSpPr/>
          <p:nvPr/>
        </p:nvSpPr>
        <p:spPr>
          <a:xfrm>
            <a:off x="8501820" y="3274680"/>
            <a:ext cx="910003" cy="910003"/>
          </a:xfrm>
          <a:custGeom>
            <a:rect b="b" l="l" r="r" t="t"/>
            <a:pathLst>
              <a:path extrusionOk="0" h="910003" w="910003">
                <a:moveTo>
                  <a:pt x="0" y="0"/>
                </a:moveTo>
                <a:lnTo>
                  <a:pt x="910003" y="0"/>
                </a:lnTo>
                <a:lnTo>
                  <a:pt x="910003" y="910002"/>
                </a:lnTo>
                <a:lnTo>
                  <a:pt x="0" y="910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864" name="Google Shape;864;p13"/>
          <p:cNvGrpSpPr/>
          <p:nvPr/>
        </p:nvGrpSpPr>
        <p:grpSpPr>
          <a:xfrm>
            <a:off x="6791234" y="4159951"/>
            <a:ext cx="4368013" cy="4145416"/>
            <a:chOff x="0" y="-38100"/>
            <a:chExt cx="6096000" cy="5785344"/>
          </a:xfrm>
        </p:grpSpPr>
        <p:sp>
          <p:nvSpPr>
            <p:cNvPr id="865" name="Google Shape;865;p13"/>
            <p:cNvSpPr/>
            <p:nvPr/>
          </p:nvSpPr>
          <p:spPr>
            <a:xfrm>
              <a:off x="0" y="0"/>
              <a:ext cx="6096000" cy="5747244"/>
            </a:xfrm>
            <a:custGeom>
              <a:rect b="b" l="l" r="r" t="t"/>
              <a:pathLst>
                <a:path extrusionOk="0" h="5747244" w="6096000">
                  <a:moveTo>
                    <a:pt x="377371" y="0"/>
                  </a:moveTo>
                  <a:lnTo>
                    <a:pt x="5718628" y="0"/>
                  </a:lnTo>
                  <a:cubicBezTo>
                    <a:pt x="5927045" y="0"/>
                    <a:pt x="6096000" y="257313"/>
                    <a:pt x="6096000" y="574724"/>
                  </a:cubicBezTo>
                  <a:lnTo>
                    <a:pt x="6096000" y="5172520"/>
                  </a:lnTo>
                  <a:cubicBezTo>
                    <a:pt x="6096000" y="5489932"/>
                    <a:pt x="5927045" y="5747244"/>
                    <a:pt x="5718628" y="5747244"/>
                  </a:cubicBezTo>
                  <a:lnTo>
                    <a:pt x="377371" y="5747244"/>
                  </a:lnTo>
                  <a:cubicBezTo>
                    <a:pt x="168955" y="5747244"/>
                    <a:pt x="0" y="5489932"/>
                    <a:pt x="0" y="5172520"/>
                  </a:cubicBezTo>
                  <a:lnTo>
                    <a:pt x="0" y="574724"/>
                  </a:lnTo>
                  <a:cubicBezTo>
                    <a:pt x="0" y="257313"/>
                    <a:pt x="168955" y="0"/>
                    <a:pt x="377371" y="0"/>
                  </a:cubicBezTo>
                  <a:close/>
                </a:path>
              </a:pathLst>
            </a:custGeom>
            <a:solidFill>
              <a:srgbClr val="FFFFFF"/>
            </a:solidFill>
            <a:ln cap="sq" cmpd="sng" w="19050">
              <a:solidFill>
                <a:srgbClr val="7ED957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6" name="Google Shape;866;p13"/>
            <p:cNvSpPr txBox="1"/>
            <p:nvPr/>
          </p:nvSpPr>
          <p:spPr>
            <a:xfrm>
              <a:off x="0" y="-38100"/>
              <a:ext cx="6096000" cy="57853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932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67" name="Google Shape;867;p13"/>
          <p:cNvGrpSpPr/>
          <p:nvPr/>
        </p:nvGrpSpPr>
        <p:grpSpPr>
          <a:xfrm>
            <a:off x="6791234" y="4159951"/>
            <a:ext cx="4368013" cy="81900"/>
            <a:chOff x="0" y="-38100"/>
            <a:chExt cx="6096000" cy="114300"/>
          </a:xfrm>
        </p:grpSpPr>
        <p:sp>
          <p:nvSpPr>
            <p:cNvPr id="868" name="Google Shape;868;p13"/>
            <p:cNvSpPr/>
            <p:nvPr/>
          </p:nvSpPr>
          <p:spPr>
            <a:xfrm>
              <a:off x="0" y="0"/>
              <a:ext cx="6096000" cy="76200"/>
            </a:xfrm>
            <a:custGeom>
              <a:rect b="b" l="l" r="r" t="t"/>
              <a:pathLst>
                <a:path extrusionOk="0" h="76200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C1FF72"/>
            </a:solidFill>
            <a:ln>
              <a:noFill/>
            </a:ln>
          </p:spPr>
        </p:sp>
        <p:sp>
          <p:nvSpPr>
            <p:cNvPr id="869" name="Google Shape;869;p13"/>
            <p:cNvSpPr txBox="1"/>
            <p:nvPr/>
          </p:nvSpPr>
          <p:spPr>
            <a:xfrm>
              <a:off x="0" y="-38100"/>
              <a:ext cx="6096000" cy="11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932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70" name="Google Shape;870;p13"/>
          <p:cNvSpPr txBox="1"/>
          <p:nvPr/>
        </p:nvSpPr>
        <p:spPr>
          <a:xfrm>
            <a:off x="7562717" y="4579604"/>
            <a:ext cx="3231327" cy="8397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Seguimiento de</a:t>
            </a:r>
            <a:endParaRPr/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Procesos de Compra</a:t>
            </a:r>
            <a:endParaRPr/>
          </a:p>
        </p:txBody>
      </p:sp>
      <p:sp>
        <p:nvSpPr>
          <p:cNvPr id="871" name="Google Shape;871;p13"/>
          <p:cNvSpPr txBox="1"/>
          <p:nvPr/>
        </p:nvSpPr>
        <p:spPr>
          <a:xfrm>
            <a:off x="6976975" y="5758698"/>
            <a:ext cx="4010638" cy="22122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23" u="none" cap="none" strike="noStrike">
                <a:solidFill>
                  <a:srgbClr val="393E46"/>
                </a:solidFill>
                <a:latin typeface="Arial"/>
                <a:ea typeface="Arial"/>
                <a:cs typeface="Arial"/>
                <a:sym typeface="Arial"/>
              </a:rPr>
              <a:t>Como </a:t>
            </a:r>
            <a:r>
              <a:rPr b="0" i="0" lang="en-US" sz="2023" u="none" cap="none" strike="noStrike">
                <a:solidFill>
                  <a:srgbClr val="393E46"/>
                </a:solidFill>
                <a:latin typeface="Arial"/>
                <a:ea typeface="Arial"/>
                <a:cs typeface="Arial"/>
                <a:sym typeface="Arial"/>
              </a:rPr>
              <a:t>suscriptor </a:t>
            </a:r>
            <a:r>
              <a:rPr b="1" i="0" lang="en-US" sz="2023" u="none" cap="none" strike="noStrike">
                <a:solidFill>
                  <a:srgbClr val="393E46"/>
                </a:solidFill>
                <a:latin typeface="Arial"/>
                <a:ea typeface="Arial"/>
                <a:cs typeface="Arial"/>
                <a:sym typeface="Arial"/>
              </a:rPr>
              <a:t>quiero </a:t>
            </a:r>
            <a:r>
              <a:rPr b="0" i="0" lang="en-US" sz="2023" u="none" cap="none" strike="noStrike">
                <a:solidFill>
                  <a:srgbClr val="393E46"/>
                </a:solidFill>
                <a:latin typeface="Arial"/>
                <a:ea typeface="Arial"/>
                <a:cs typeface="Arial"/>
                <a:sym typeface="Arial"/>
              </a:rPr>
              <a:t>seleccionar, guardar y administrar las licitaciones de mi interés </a:t>
            </a:r>
            <a:r>
              <a:rPr b="1" i="0" lang="en-US" sz="2023" u="none" cap="none" strike="noStrike">
                <a:solidFill>
                  <a:srgbClr val="393E46"/>
                </a:solidFill>
                <a:latin typeface="Arial"/>
                <a:ea typeface="Arial"/>
                <a:cs typeface="Arial"/>
                <a:sym typeface="Arial"/>
              </a:rPr>
              <a:t>para</a:t>
            </a:r>
            <a:r>
              <a:rPr b="0" i="0" lang="en-US" sz="2023" u="none" cap="none" strike="noStrike">
                <a:solidFill>
                  <a:srgbClr val="393E46"/>
                </a:solidFill>
                <a:latin typeface="Arial"/>
                <a:ea typeface="Arial"/>
                <a:cs typeface="Arial"/>
                <a:sym typeface="Arial"/>
              </a:rPr>
              <a:t> monitorear su evolución y no perder cambios importantes</a:t>
            </a:r>
            <a:endParaRPr/>
          </a:p>
        </p:txBody>
      </p:sp>
      <p:cxnSp>
        <p:nvCxnSpPr>
          <p:cNvPr id="872" name="Google Shape;872;p13"/>
          <p:cNvCxnSpPr/>
          <p:nvPr/>
        </p:nvCxnSpPr>
        <p:spPr>
          <a:xfrm>
            <a:off x="11204747" y="5734255"/>
            <a:ext cx="364001" cy="0"/>
          </a:xfrm>
          <a:prstGeom prst="straightConnector1">
            <a:avLst/>
          </a:prstGeom>
          <a:noFill/>
          <a:ln cap="flat" cmpd="sng" w="76200">
            <a:solidFill>
              <a:srgbClr val="F49619"/>
            </a:solidFill>
            <a:prstDash val="solid"/>
            <a:round/>
            <a:headEnd len="sm" w="sm" type="none"/>
            <a:tailEnd len="med" w="med" type="triangle"/>
          </a:ln>
        </p:spPr>
      </p:cxnSp>
      <p:grpSp>
        <p:nvGrpSpPr>
          <p:cNvPr id="873" name="Google Shape;873;p13"/>
          <p:cNvGrpSpPr/>
          <p:nvPr/>
        </p:nvGrpSpPr>
        <p:grpSpPr>
          <a:xfrm>
            <a:off x="12799521" y="2569357"/>
            <a:ext cx="2108631" cy="2627552"/>
            <a:chOff x="0" y="-200025"/>
            <a:chExt cx="812800" cy="1012825"/>
          </a:xfrm>
        </p:grpSpPr>
        <p:sp>
          <p:nvSpPr>
            <p:cNvPr id="874" name="Google Shape;874;p13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B6CE6"/>
            </a:solidFill>
            <a:ln cap="sq" cmpd="sng" w="142875">
              <a:solidFill>
                <a:srgbClr val="FFFFF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5" name="Google Shape;875;p13"/>
            <p:cNvSpPr txBox="1"/>
            <p:nvPr/>
          </p:nvSpPr>
          <p:spPr>
            <a:xfrm>
              <a:off x="76200" y="-200025"/>
              <a:ext cx="660400" cy="9366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76" name="Google Shape;876;p13"/>
          <p:cNvSpPr/>
          <p:nvPr/>
        </p:nvSpPr>
        <p:spPr>
          <a:xfrm>
            <a:off x="13450650" y="3288419"/>
            <a:ext cx="910003" cy="910003"/>
          </a:xfrm>
          <a:custGeom>
            <a:rect b="b" l="l" r="r" t="t"/>
            <a:pathLst>
              <a:path extrusionOk="0" h="910003" w="910003">
                <a:moveTo>
                  <a:pt x="0" y="0"/>
                </a:moveTo>
                <a:lnTo>
                  <a:pt x="910003" y="0"/>
                </a:lnTo>
                <a:lnTo>
                  <a:pt x="910003" y="910002"/>
                </a:lnTo>
                <a:lnTo>
                  <a:pt x="0" y="910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1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877" name="Google Shape;877;p13"/>
          <p:cNvGrpSpPr/>
          <p:nvPr/>
        </p:nvGrpSpPr>
        <p:grpSpPr>
          <a:xfrm>
            <a:off x="11614248" y="4159951"/>
            <a:ext cx="4368013" cy="4145416"/>
            <a:chOff x="0" y="-38100"/>
            <a:chExt cx="6096000" cy="5785344"/>
          </a:xfrm>
        </p:grpSpPr>
        <p:sp>
          <p:nvSpPr>
            <p:cNvPr id="878" name="Google Shape;878;p13"/>
            <p:cNvSpPr/>
            <p:nvPr/>
          </p:nvSpPr>
          <p:spPr>
            <a:xfrm>
              <a:off x="0" y="0"/>
              <a:ext cx="6096000" cy="5747244"/>
            </a:xfrm>
            <a:custGeom>
              <a:rect b="b" l="l" r="r" t="t"/>
              <a:pathLst>
                <a:path extrusionOk="0" h="5747244" w="6096000">
                  <a:moveTo>
                    <a:pt x="377371" y="0"/>
                  </a:moveTo>
                  <a:lnTo>
                    <a:pt x="5718628" y="0"/>
                  </a:lnTo>
                  <a:cubicBezTo>
                    <a:pt x="5927045" y="0"/>
                    <a:pt x="6096000" y="257313"/>
                    <a:pt x="6096000" y="574724"/>
                  </a:cubicBezTo>
                  <a:lnTo>
                    <a:pt x="6096000" y="5172520"/>
                  </a:lnTo>
                  <a:cubicBezTo>
                    <a:pt x="6096000" y="5489932"/>
                    <a:pt x="5927045" y="5747244"/>
                    <a:pt x="5718628" y="5747244"/>
                  </a:cubicBezTo>
                  <a:lnTo>
                    <a:pt x="377371" y="5747244"/>
                  </a:lnTo>
                  <a:cubicBezTo>
                    <a:pt x="168955" y="5747244"/>
                    <a:pt x="0" y="5489932"/>
                    <a:pt x="0" y="5172520"/>
                  </a:cubicBezTo>
                  <a:lnTo>
                    <a:pt x="0" y="574724"/>
                  </a:lnTo>
                  <a:cubicBezTo>
                    <a:pt x="0" y="257313"/>
                    <a:pt x="168955" y="0"/>
                    <a:pt x="377371" y="0"/>
                  </a:cubicBezTo>
                  <a:close/>
                </a:path>
              </a:pathLst>
            </a:custGeom>
            <a:solidFill>
              <a:srgbClr val="FFFFFF"/>
            </a:solidFill>
            <a:ln cap="sq" cmpd="sng" w="19050">
              <a:solidFill>
                <a:srgbClr val="CB6CE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9" name="Google Shape;879;p13"/>
            <p:cNvSpPr txBox="1"/>
            <p:nvPr/>
          </p:nvSpPr>
          <p:spPr>
            <a:xfrm>
              <a:off x="0" y="-38100"/>
              <a:ext cx="6096000" cy="57853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932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80" name="Google Shape;880;p13"/>
          <p:cNvGrpSpPr/>
          <p:nvPr/>
        </p:nvGrpSpPr>
        <p:grpSpPr>
          <a:xfrm>
            <a:off x="11614248" y="4159951"/>
            <a:ext cx="4368013" cy="81900"/>
            <a:chOff x="0" y="-38100"/>
            <a:chExt cx="6096000" cy="114300"/>
          </a:xfrm>
        </p:grpSpPr>
        <p:sp>
          <p:nvSpPr>
            <p:cNvPr id="881" name="Google Shape;881;p13"/>
            <p:cNvSpPr/>
            <p:nvPr/>
          </p:nvSpPr>
          <p:spPr>
            <a:xfrm>
              <a:off x="0" y="0"/>
              <a:ext cx="6096000" cy="76200"/>
            </a:xfrm>
            <a:custGeom>
              <a:rect b="b" l="l" r="r" t="t"/>
              <a:pathLst>
                <a:path extrusionOk="0" h="76200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CB6CE6"/>
            </a:solidFill>
            <a:ln>
              <a:noFill/>
            </a:ln>
          </p:spPr>
        </p:sp>
        <p:sp>
          <p:nvSpPr>
            <p:cNvPr id="882" name="Google Shape;882;p13"/>
            <p:cNvSpPr txBox="1"/>
            <p:nvPr/>
          </p:nvSpPr>
          <p:spPr>
            <a:xfrm>
              <a:off x="0" y="-38100"/>
              <a:ext cx="6096000" cy="11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932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83" name="Google Shape;883;p13"/>
          <p:cNvSpPr txBox="1"/>
          <p:nvPr/>
        </p:nvSpPr>
        <p:spPr>
          <a:xfrm>
            <a:off x="12387466" y="4598739"/>
            <a:ext cx="3267935" cy="8397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Consulta de Historial</a:t>
            </a:r>
            <a:endParaRPr/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del Proceso</a:t>
            </a:r>
            <a:endParaRPr/>
          </a:p>
        </p:txBody>
      </p:sp>
      <p:sp>
        <p:nvSpPr>
          <p:cNvPr id="884" name="Google Shape;884;p13"/>
          <p:cNvSpPr txBox="1"/>
          <p:nvPr/>
        </p:nvSpPr>
        <p:spPr>
          <a:xfrm>
            <a:off x="11875708" y="5800208"/>
            <a:ext cx="3928044" cy="22122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23" u="none" cap="none" strike="noStrike">
                <a:solidFill>
                  <a:srgbClr val="393E46"/>
                </a:solidFill>
                <a:latin typeface="Arial"/>
                <a:ea typeface="Arial"/>
                <a:cs typeface="Arial"/>
                <a:sym typeface="Arial"/>
              </a:rPr>
              <a:t>Como </a:t>
            </a:r>
            <a:r>
              <a:rPr b="0" i="0" lang="en-US" sz="2023" u="none" cap="none" strike="noStrike">
                <a:solidFill>
                  <a:srgbClr val="393E46"/>
                </a:solidFill>
                <a:latin typeface="Arial"/>
                <a:ea typeface="Arial"/>
                <a:cs typeface="Arial"/>
                <a:sym typeface="Arial"/>
              </a:rPr>
              <a:t>suscriptor </a:t>
            </a:r>
            <a:r>
              <a:rPr b="1" i="0" lang="en-US" sz="2023" u="none" cap="none" strike="noStrike">
                <a:solidFill>
                  <a:srgbClr val="393E46"/>
                </a:solidFill>
                <a:latin typeface="Arial"/>
                <a:ea typeface="Arial"/>
                <a:cs typeface="Arial"/>
                <a:sym typeface="Arial"/>
              </a:rPr>
              <a:t>quiero </a:t>
            </a:r>
            <a:r>
              <a:rPr b="0" i="0" lang="en-US" sz="2023" u="none" cap="none" strike="noStrike">
                <a:solidFill>
                  <a:srgbClr val="393E46"/>
                </a:solidFill>
                <a:latin typeface="Arial"/>
                <a:ea typeface="Arial"/>
                <a:cs typeface="Arial"/>
                <a:sym typeface="Arial"/>
              </a:rPr>
              <a:t>consultar el historial completo de una licitación</a:t>
            </a:r>
            <a:r>
              <a:rPr b="1" i="0" lang="en-US" sz="2023" u="none" cap="none" strike="noStrike">
                <a:solidFill>
                  <a:srgbClr val="393E46"/>
                </a:solidFill>
                <a:latin typeface="Arial"/>
                <a:ea typeface="Arial"/>
                <a:cs typeface="Arial"/>
                <a:sym typeface="Arial"/>
              </a:rPr>
              <a:t> para</a:t>
            </a:r>
            <a:r>
              <a:rPr b="0" i="0" lang="en-US" sz="2023" u="none" cap="none" strike="noStrike">
                <a:solidFill>
                  <a:srgbClr val="393E46"/>
                </a:solidFill>
                <a:latin typeface="Arial"/>
                <a:ea typeface="Arial"/>
                <a:cs typeface="Arial"/>
                <a:sym typeface="Arial"/>
              </a:rPr>
              <a:t> comprender su evolución y acceder a toda la información relacionada</a:t>
            </a:r>
            <a:endParaRPr/>
          </a:p>
        </p:txBody>
      </p:sp>
      <p:grpSp>
        <p:nvGrpSpPr>
          <p:cNvPr id="885" name="Google Shape;885;p13"/>
          <p:cNvGrpSpPr/>
          <p:nvPr/>
        </p:nvGrpSpPr>
        <p:grpSpPr>
          <a:xfrm>
            <a:off x="2232502" y="4657941"/>
            <a:ext cx="546002" cy="621077"/>
            <a:chOff x="0" y="-104775"/>
            <a:chExt cx="762000" cy="866775"/>
          </a:xfrm>
        </p:grpSpPr>
        <p:sp>
          <p:nvSpPr>
            <p:cNvPr id="886" name="Google Shape;886;p13"/>
            <p:cNvSpPr/>
            <p:nvPr/>
          </p:nvSpPr>
          <p:spPr>
            <a:xfrm>
              <a:off x="0" y="0"/>
              <a:ext cx="762000" cy="762000"/>
            </a:xfrm>
            <a:custGeom>
              <a:rect b="b" l="l" r="r" t="t"/>
              <a:pathLst>
                <a:path extrusionOk="0" h="762000" w="762000">
                  <a:moveTo>
                    <a:pt x="381000" y="0"/>
                  </a:moveTo>
                  <a:cubicBezTo>
                    <a:pt x="170580" y="0"/>
                    <a:pt x="0" y="170580"/>
                    <a:pt x="0" y="381000"/>
                  </a:cubicBezTo>
                  <a:cubicBezTo>
                    <a:pt x="0" y="591420"/>
                    <a:pt x="170580" y="762000"/>
                    <a:pt x="381000" y="762000"/>
                  </a:cubicBezTo>
                  <a:cubicBezTo>
                    <a:pt x="591420" y="762000"/>
                    <a:pt x="762000" y="591420"/>
                    <a:pt x="762000" y="381000"/>
                  </a:cubicBezTo>
                  <a:cubicBezTo>
                    <a:pt x="762000" y="170580"/>
                    <a:pt x="591420" y="0"/>
                    <a:pt x="381000" y="0"/>
                  </a:cubicBezTo>
                  <a:close/>
                </a:path>
              </a:pathLst>
            </a:custGeom>
            <a:solidFill>
              <a:srgbClr val="F4961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7" name="Google Shape;887;p13"/>
            <p:cNvSpPr txBox="1"/>
            <p:nvPr/>
          </p:nvSpPr>
          <p:spPr>
            <a:xfrm>
              <a:off x="0" y="-104775"/>
              <a:ext cx="762000" cy="866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1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1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01</a:t>
              </a:r>
              <a:endParaRPr/>
            </a:p>
          </p:txBody>
        </p:sp>
      </p:grpSp>
      <p:grpSp>
        <p:nvGrpSpPr>
          <p:cNvPr id="888" name="Google Shape;888;p13"/>
          <p:cNvGrpSpPr/>
          <p:nvPr/>
        </p:nvGrpSpPr>
        <p:grpSpPr>
          <a:xfrm>
            <a:off x="-79333" y="1102873"/>
            <a:ext cx="17742753" cy="1826206"/>
            <a:chOff x="0" y="-276225"/>
            <a:chExt cx="4672988" cy="480975"/>
          </a:xfrm>
        </p:grpSpPr>
        <p:sp>
          <p:nvSpPr>
            <p:cNvPr id="889" name="Google Shape;889;p13"/>
            <p:cNvSpPr/>
            <p:nvPr/>
          </p:nvSpPr>
          <p:spPr>
            <a:xfrm>
              <a:off x="0" y="0"/>
              <a:ext cx="4672988" cy="204750"/>
            </a:xfrm>
            <a:custGeom>
              <a:rect b="b" l="l" r="r" t="t"/>
              <a:pathLst>
                <a:path extrusionOk="0" h="204750" w="4672988">
                  <a:moveTo>
                    <a:pt x="0" y="0"/>
                  </a:moveTo>
                  <a:lnTo>
                    <a:pt x="4672988" y="0"/>
                  </a:lnTo>
                  <a:lnTo>
                    <a:pt x="4672988" y="204750"/>
                  </a:lnTo>
                  <a:lnTo>
                    <a:pt x="0" y="204750"/>
                  </a:lnTo>
                  <a:close/>
                </a:path>
              </a:pathLst>
            </a:custGeom>
            <a:solidFill>
              <a:srgbClr val="7ED957"/>
            </a:solidFill>
            <a:ln>
              <a:noFill/>
            </a:ln>
          </p:spPr>
        </p:sp>
        <p:sp>
          <p:nvSpPr>
            <p:cNvPr id="890" name="Google Shape;890;p13"/>
            <p:cNvSpPr txBox="1"/>
            <p:nvPr/>
          </p:nvSpPr>
          <p:spPr>
            <a:xfrm>
              <a:off x="0" y="-276225"/>
              <a:ext cx="4672988" cy="4809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91" name="Google Shape;891;p13"/>
          <p:cNvGrpSpPr/>
          <p:nvPr/>
        </p:nvGrpSpPr>
        <p:grpSpPr>
          <a:xfrm>
            <a:off x="-2044214" y="2412266"/>
            <a:ext cx="17096604" cy="473299"/>
            <a:chOff x="0" y="-104775"/>
            <a:chExt cx="4502809" cy="124656"/>
          </a:xfrm>
        </p:grpSpPr>
        <p:sp>
          <p:nvSpPr>
            <p:cNvPr id="892" name="Google Shape;892;p13"/>
            <p:cNvSpPr/>
            <p:nvPr/>
          </p:nvSpPr>
          <p:spPr>
            <a:xfrm>
              <a:off x="0" y="0"/>
              <a:ext cx="4502809" cy="19881"/>
            </a:xfrm>
            <a:custGeom>
              <a:rect b="b" l="l" r="r" t="t"/>
              <a:pathLst>
                <a:path extrusionOk="0" h="19881" w="4502809">
                  <a:moveTo>
                    <a:pt x="0" y="0"/>
                  </a:moveTo>
                  <a:lnTo>
                    <a:pt x="4502809" y="0"/>
                  </a:lnTo>
                  <a:lnTo>
                    <a:pt x="4502809" y="19881"/>
                  </a:lnTo>
                  <a:lnTo>
                    <a:pt x="0" y="1988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893" name="Google Shape;893;p13"/>
            <p:cNvSpPr txBox="1"/>
            <p:nvPr/>
          </p:nvSpPr>
          <p:spPr>
            <a:xfrm>
              <a:off x="0" y="-104775"/>
              <a:ext cx="4502809" cy="12465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94" name="Google Shape;894;p13"/>
          <p:cNvSpPr txBox="1"/>
          <p:nvPr/>
        </p:nvSpPr>
        <p:spPr>
          <a:xfrm>
            <a:off x="708453" y="1948056"/>
            <a:ext cx="16691818" cy="8905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4312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E04 - Módulo Seguimiento de Licitaciones (Suscriptor)</a:t>
            </a:r>
            <a:endParaRPr/>
          </a:p>
        </p:txBody>
      </p:sp>
      <p:grpSp>
        <p:nvGrpSpPr>
          <p:cNvPr id="895" name="Google Shape;895;p13"/>
          <p:cNvGrpSpPr/>
          <p:nvPr/>
        </p:nvGrpSpPr>
        <p:grpSpPr>
          <a:xfrm>
            <a:off x="7050959" y="4683919"/>
            <a:ext cx="511758" cy="582125"/>
            <a:chOff x="0" y="-104775"/>
            <a:chExt cx="762000" cy="866775"/>
          </a:xfrm>
        </p:grpSpPr>
        <p:sp>
          <p:nvSpPr>
            <p:cNvPr id="896" name="Google Shape;896;p13"/>
            <p:cNvSpPr/>
            <p:nvPr/>
          </p:nvSpPr>
          <p:spPr>
            <a:xfrm>
              <a:off x="0" y="0"/>
              <a:ext cx="762000" cy="762000"/>
            </a:xfrm>
            <a:custGeom>
              <a:rect b="b" l="l" r="r" t="t"/>
              <a:pathLst>
                <a:path extrusionOk="0" h="762000" w="762000">
                  <a:moveTo>
                    <a:pt x="381000" y="0"/>
                  </a:moveTo>
                  <a:cubicBezTo>
                    <a:pt x="170580" y="0"/>
                    <a:pt x="0" y="170580"/>
                    <a:pt x="0" y="381000"/>
                  </a:cubicBezTo>
                  <a:cubicBezTo>
                    <a:pt x="0" y="591420"/>
                    <a:pt x="170580" y="762000"/>
                    <a:pt x="381000" y="762000"/>
                  </a:cubicBezTo>
                  <a:cubicBezTo>
                    <a:pt x="591420" y="762000"/>
                    <a:pt x="762000" y="591420"/>
                    <a:pt x="762000" y="381000"/>
                  </a:cubicBezTo>
                  <a:cubicBezTo>
                    <a:pt x="762000" y="170580"/>
                    <a:pt x="591420" y="0"/>
                    <a:pt x="381000" y="0"/>
                  </a:cubicBezTo>
                  <a:close/>
                </a:path>
              </a:pathLst>
            </a:custGeom>
            <a:solidFill>
              <a:srgbClr val="7ED95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7" name="Google Shape;897;p13"/>
            <p:cNvSpPr txBox="1"/>
            <p:nvPr/>
          </p:nvSpPr>
          <p:spPr>
            <a:xfrm>
              <a:off x="0" y="-104775"/>
              <a:ext cx="762000" cy="866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1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1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02</a:t>
              </a:r>
              <a:endParaRPr/>
            </a:p>
          </p:txBody>
        </p:sp>
      </p:grpSp>
      <p:grpSp>
        <p:nvGrpSpPr>
          <p:cNvPr id="898" name="Google Shape;898;p13"/>
          <p:cNvGrpSpPr/>
          <p:nvPr/>
        </p:nvGrpSpPr>
        <p:grpSpPr>
          <a:xfrm>
            <a:off x="11875708" y="4696893"/>
            <a:ext cx="511758" cy="582125"/>
            <a:chOff x="0" y="-104775"/>
            <a:chExt cx="762000" cy="866775"/>
          </a:xfrm>
        </p:grpSpPr>
        <p:sp>
          <p:nvSpPr>
            <p:cNvPr id="899" name="Google Shape;899;p13"/>
            <p:cNvSpPr/>
            <p:nvPr/>
          </p:nvSpPr>
          <p:spPr>
            <a:xfrm>
              <a:off x="0" y="0"/>
              <a:ext cx="762000" cy="762000"/>
            </a:xfrm>
            <a:custGeom>
              <a:rect b="b" l="l" r="r" t="t"/>
              <a:pathLst>
                <a:path extrusionOk="0" h="762000" w="762000">
                  <a:moveTo>
                    <a:pt x="381000" y="0"/>
                  </a:moveTo>
                  <a:cubicBezTo>
                    <a:pt x="170580" y="0"/>
                    <a:pt x="0" y="170580"/>
                    <a:pt x="0" y="381000"/>
                  </a:cubicBezTo>
                  <a:cubicBezTo>
                    <a:pt x="0" y="591420"/>
                    <a:pt x="170580" y="762000"/>
                    <a:pt x="381000" y="762000"/>
                  </a:cubicBezTo>
                  <a:cubicBezTo>
                    <a:pt x="591420" y="762000"/>
                    <a:pt x="762000" y="591420"/>
                    <a:pt x="762000" y="381000"/>
                  </a:cubicBezTo>
                  <a:cubicBezTo>
                    <a:pt x="762000" y="170580"/>
                    <a:pt x="591420" y="0"/>
                    <a:pt x="381000" y="0"/>
                  </a:cubicBezTo>
                  <a:close/>
                </a:path>
              </a:pathLst>
            </a:custGeom>
            <a:solidFill>
              <a:srgbClr val="CB6CE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0" name="Google Shape;900;p13"/>
            <p:cNvSpPr txBox="1"/>
            <p:nvPr/>
          </p:nvSpPr>
          <p:spPr>
            <a:xfrm>
              <a:off x="0" y="-104775"/>
              <a:ext cx="762000" cy="866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1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1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03</a:t>
              </a:r>
              <a:endParaRPr/>
            </a:p>
          </p:txBody>
        </p:sp>
      </p:grpSp>
      <p:cxnSp>
        <p:nvCxnSpPr>
          <p:cNvPr id="901" name="Google Shape;901;p13"/>
          <p:cNvCxnSpPr/>
          <p:nvPr/>
        </p:nvCxnSpPr>
        <p:spPr>
          <a:xfrm rot="10800000">
            <a:off x="2365927" y="5734255"/>
            <a:ext cx="3548731" cy="0"/>
          </a:xfrm>
          <a:prstGeom prst="straightConnector1">
            <a:avLst/>
          </a:prstGeom>
          <a:noFill/>
          <a:ln cap="flat" cmpd="sng" w="19050">
            <a:solidFill>
              <a:srgbClr val="393E46">
                <a:alpha val="49804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02" name="Google Shape;902;p13"/>
          <p:cNvCxnSpPr/>
          <p:nvPr/>
        </p:nvCxnSpPr>
        <p:spPr>
          <a:xfrm rot="10800000">
            <a:off x="7200875" y="5742784"/>
            <a:ext cx="3548731" cy="0"/>
          </a:xfrm>
          <a:prstGeom prst="straightConnector1">
            <a:avLst/>
          </a:prstGeom>
          <a:noFill/>
          <a:ln cap="flat" cmpd="sng" w="19050">
            <a:solidFill>
              <a:srgbClr val="393E46">
                <a:alpha val="49804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03" name="Google Shape;903;p13"/>
          <p:cNvCxnSpPr/>
          <p:nvPr/>
        </p:nvCxnSpPr>
        <p:spPr>
          <a:xfrm rot="10800000">
            <a:off x="12036825" y="5751314"/>
            <a:ext cx="3548731" cy="0"/>
          </a:xfrm>
          <a:prstGeom prst="straightConnector1">
            <a:avLst/>
          </a:prstGeom>
          <a:noFill/>
          <a:ln cap="flat" cmpd="sng" w="19050">
            <a:solidFill>
              <a:srgbClr val="393E46">
                <a:alpha val="49804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04" name="Google Shape;904;p13"/>
          <p:cNvCxnSpPr/>
          <p:nvPr/>
        </p:nvCxnSpPr>
        <p:spPr>
          <a:xfrm>
            <a:off x="2584271" y="431862"/>
            <a:ext cx="0" cy="982477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05" name="Google Shape;905;p13"/>
          <p:cNvSpPr txBox="1"/>
          <p:nvPr/>
        </p:nvSpPr>
        <p:spPr>
          <a:xfrm>
            <a:off x="17663375" y="9579067"/>
            <a:ext cx="1524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56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13</a:t>
            </a:r>
            <a:endParaRPr/>
          </a:p>
        </p:txBody>
      </p:sp>
      <p:sp>
        <p:nvSpPr>
          <p:cNvPr id="906" name="Google Shape;906;p13"/>
          <p:cNvSpPr txBox="1"/>
          <p:nvPr/>
        </p:nvSpPr>
        <p:spPr>
          <a:xfrm>
            <a:off x="197858" y="-68013"/>
            <a:ext cx="2348313" cy="16484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224" u="none" cap="none" strike="noStrike">
                <a:solidFill>
                  <a:srgbClr val="000000"/>
                </a:solidFill>
                <a:latin typeface="Ultra"/>
                <a:ea typeface="Ultra"/>
                <a:cs typeface="Ultra"/>
                <a:sym typeface="Ultra"/>
              </a:rPr>
              <a:t>VII.-</a:t>
            </a:r>
            <a:endParaRPr/>
          </a:p>
        </p:txBody>
      </p:sp>
      <p:sp>
        <p:nvSpPr>
          <p:cNvPr id="907" name="Google Shape;907;p13"/>
          <p:cNvSpPr txBox="1"/>
          <p:nvPr/>
        </p:nvSpPr>
        <p:spPr>
          <a:xfrm>
            <a:off x="3066821" y="91678"/>
            <a:ext cx="11687175" cy="15880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30" u="none" cap="none" strike="noStrike">
                <a:solidFill>
                  <a:srgbClr val="000000"/>
                </a:solidFill>
                <a:latin typeface="Ultra"/>
                <a:ea typeface="Ultra"/>
                <a:cs typeface="Ultra"/>
                <a:sym typeface="Ultra"/>
              </a:rPr>
              <a:t>ÉPICAS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3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HISTORIAS DE USUARIO</a:t>
            </a:r>
            <a:endParaRPr/>
          </a:p>
        </p:txBody>
      </p:sp>
      <p:grpSp>
        <p:nvGrpSpPr>
          <p:cNvPr id="908" name="Google Shape;908;p13"/>
          <p:cNvGrpSpPr/>
          <p:nvPr/>
        </p:nvGrpSpPr>
        <p:grpSpPr>
          <a:xfrm>
            <a:off x="875192" y="7338729"/>
            <a:ext cx="16074778" cy="2600138"/>
            <a:chOff x="0" y="-276225"/>
            <a:chExt cx="4001990" cy="647332"/>
          </a:xfrm>
        </p:grpSpPr>
        <p:sp>
          <p:nvSpPr>
            <p:cNvPr id="909" name="Google Shape;909;p13"/>
            <p:cNvSpPr/>
            <p:nvPr/>
          </p:nvSpPr>
          <p:spPr>
            <a:xfrm>
              <a:off x="0" y="0"/>
              <a:ext cx="4001989" cy="371107"/>
            </a:xfrm>
            <a:custGeom>
              <a:rect b="b" l="l" r="r" t="t"/>
              <a:pathLst>
                <a:path extrusionOk="0" h="371107" w="4001989">
                  <a:moveTo>
                    <a:pt x="0" y="0"/>
                  </a:moveTo>
                  <a:lnTo>
                    <a:pt x="4001989" y="0"/>
                  </a:lnTo>
                  <a:lnTo>
                    <a:pt x="4001989" y="371107"/>
                  </a:lnTo>
                  <a:lnTo>
                    <a:pt x="0" y="371107"/>
                  </a:lnTo>
                  <a:close/>
                </a:path>
              </a:pathLst>
            </a:custGeom>
            <a:solidFill>
              <a:srgbClr val="7ED957"/>
            </a:solidFill>
            <a:ln>
              <a:noFill/>
            </a:ln>
          </p:spPr>
        </p:sp>
        <p:sp>
          <p:nvSpPr>
            <p:cNvPr id="910" name="Google Shape;910;p13"/>
            <p:cNvSpPr txBox="1"/>
            <p:nvPr/>
          </p:nvSpPr>
          <p:spPr>
            <a:xfrm>
              <a:off x="0" y="-276225"/>
              <a:ext cx="4001990" cy="647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11" name="Google Shape;911;p13"/>
          <p:cNvGrpSpPr/>
          <p:nvPr/>
        </p:nvGrpSpPr>
        <p:grpSpPr>
          <a:xfrm>
            <a:off x="1168928" y="7566615"/>
            <a:ext cx="15276734" cy="2150166"/>
            <a:chOff x="0" y="-276225"/>
            <a:chExt cx="3803308" cy="535307"/>
          </a:xfrm>
        </p:grpSpPr>
        <p:sp>
          <p:nvSpPr>
            <p:cNvPr id="912" name="Google Shape;912;p13"/>
            <p:cNvSpPr/>
            <p:nvPr/>
          </p:nvSpPr>
          <p:spPr>
            <a:xfrm>
              <a:off x="0" y="0"/>
              <a:ext cx="3803308" cy="259082"/>
            </a:xfrm>
            <a:custGeom>
              <a:rect b="b" l="l" r="r" t="t"/>
              <a:pathLst>
                <a:path extrusionOk="0" h="259082" w="3803308">
                  <a:moveTo>
                    <a:pt x="0" y="0"/>
                  </a:moveTo>
                  <a:lnTo>
                    <a:pt x="3803308" y="0"/>
                  </a:lnTo>
                  <a:lnTo>
                    <a:pt x="3803308" y="259082"/>
                  </a:lnTo>
                  <a:lnTo>
                    <a:pt x="0" y="259082"/>
                  </a:lnTo>
                  <a:close/>
                </a:path>
              </a:pathLst>
            </a:custGeom>
            <a:solidFill>
              <a:srgbClr val="F8FAFC"/>
            </a:solidFill>
            <a:ln>
              <a:noFill/>
            </a:ln>
          </p:spPr>
        </p:sp>
        <p:sp>
          <p:nvSpPr>
            <p:cNvPr id="913" name="Google Shape;913;p13"/>
            <p:cNvSpPr txBox="1"/>
            <p:nvPr/>
          </p:nvSpPr>
          <p:spPr>
            <a:xfrm>
              <a:off x="0" y="-276225"/>
              <a:ext cx="3803308" cy="53530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14" name="Google Shape;914;p13"/>
          <p:cNvSpPr txBox="1"/>
          <p:nvPr/>
        </p:nvSpPr>
        <p:spPr>
          <a:xfrm>
            <a:off x="1671168" y="8700075"/>
            <a:ext cx="14577346" cy="8784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4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La plataforma no solamente ayuda a encontrar una licitación, sino también a mantener el seguimiento de esa oportunidad y evitar perder cambios importantes.</a:t>
            </a:r>
            <a:endParaRPr/>
          </a:p>
        </p:txBody>
      </p:sp>
    </p:spTree>
  </p:cSld>
  <p:clrMapOvr>
    <a:masterClrMapping/>
  </p:clrMapOvr>
  <p:transition spd="slow">
    <p:push/>
  </p:transition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8" name="Shape 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9" name="Google Shape;919;p14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9333" l="0" r="0" t="-9333"/>
            </a:stretch>
          </a:blipFill>
          <a:ln>
            <a:noFill/>
          </a:ln>
        </p:spPr>
      </p:sp>
      <p:sp>
        <p:nvSpPr>
          <p:cNvPr id="920" name="Google Shape;920;p14"/>
          <p:cNvSpPr/>
          <p:nvPr/>
        </p:nvSpPr>
        <p:spPr>
          <a:xfrm>
            <a:off x="9818515" y="1272310"/>
            <a:ext cx="15804376" cy="10545829"/>
          </a:xfrm>
          <a:custGeom>
            <a:rect b="b" l="l" r="r" t="t"/>
            <a:pathLst>
              <a:path extrusionOk="0" h="10545829" w="15804376">
                <a:moveTo>
                  <a:pt x="0" y="0"/>
                </a:moveTo>
                <a:lnTo>
                  <a:pt x="15804376" y="0"/>
                </a:lnTo>
                <a:lnTo>
                  <a:pt x="15804376" y="10545828"/>
                </a:lnTo>
                <a:lnTo>
                  <a:pt x="0" y="1054582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921" name="Google Shape;921;p14"/>
          <p:cNvGrpSpPr/>
          <p:nvPr/>
        </p:nvGrpSpPr>
        <p:grpSpPr>
          <a:xfrm>
            <a:off x="7477401" y="-847710"/>
            <a:ext cx="6070754" cy="11149647"/>
            <a:chOff x="0" y="-104775"/>
            <a:chExt cx="424177" cy="779050"/>
          </a:xfrm>
        </p:grpSpPr>
        <p:sp>
          <p:nvSpPr>
            <p:cNvPr id="922" name="Google Shape;922;p14"/>
            <p:cNvSpPr/>
            <p:nvPr/>
          </p:nvSpPr>
          <p:spPr>
            <a:xfrm>
              <a:off x="0" y="0"/>
              <a:ext cx="424177" cy="674275"/>
            </a:xfrm>
            <a:custGeom>
              <a:rect b="b" l="l" r="r" t="t"/>
              <a:pathLst>
                <a:path extrusionOk="0" h="674275" w="424177">
                  <a:moveTo>
                    <a:pt x="203200" y="0"/>
                  </a:moveTo>
                  <a:lnTo>
                    <a:pt x="424177" y="0"/>
                  </a:lnTo>
                  <a:lnTo>
                    <a:pt x="220977" y="674275"/>
                  </a:lnTo>
                  <a:lnTo>
                    <a:pt x="0" y="674275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393E46">
                <a:alpha val="46667"/>
              </a:srgbClr>
            </a:solidFill>
            <a:ln>
              <a:noFill/>
            </a:ln>
          </p:spPr>
        </p:sp>
        <p:sp>
          <p:nvSpPr>
            <p:cNvPr id="923" name="Google Shape;923;p14"/>
            <p:cNvSpPr txBox="1"/>
            <p:nvPr/>
          </p:nvSpPr>
          <p:spPr>
            <a:xfrm>
              <a:off x="101600" y="-104775"/>
              <a:ext cx="220977" cy="7790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24" name="Google Shape;924;p14"/>
          <p:cNvGrpSpPr/>
          <p:nvPr/>
        </p:nvGrpSpPr>
        <p:grpSpPr>
          <a:xfrm>
            <a:off x="6797739" y="-227214"/>
            <a:ext cx="5816332" cy="11149647"/>
            <a:chOff x="0" y="-104775"/>
            <a:chExt cx="406400" cy="779050"/>
          </a:xfrm>
        </p:grpSpPr>
        <p:sp>
          <p:nvSpPr>
            <p:cNvPr id="925" name="Google Shape;925;p14"/>
            <p:cNvSpPr/>
            <p:nvPr/>
          </p:nvSpPr>
          <p:spPr>
            <a:xfrm>
              <a:off x="0" y="0"/>
              <a:ext cx="406400" cy="674275"/>
            </a:xfrm>
            <a:custGeom>
              <a:rect b="b" l="l" r="r" t="t"/>
              <a:pathLst>
                <a:path extrusionOk="0" h="674275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674275"/>
                  </a:lnTo>
                  <a:lnTo>
                    <a:pt x="0" y="674275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393E46"/>
            </a:solidFill>
            <a:ln>
              <a:noFill/>
            </a:ln>
          </p:spPr>
        </p:sp>
        <p:sp>
          <p:nvSpPr>
            <p:cNvPr id="926" name="Google Shape;926;p14"/>
            <p:cNvSpPr txBox="1"/>
            <p:nvPr/>
          </p:nvSpPr>
          <p:spPr>
            <a:xfrm>
              <a:off x="101600" y="-104775"/>
              <a:ext cx="203200" cy="7790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27" name="Google Shape;927;p14"/>
          <p:cNvGrpSpPr/>
          <p:nvPr/>
        </p:nvGrpSpPr>
        <p:grpSpPr>
          <a:xfrm>
            <a:off x="-22436" y="-1368585"/>
            <a:ext cx="18332871" cy="3373138"/>
            <a:chOff x="0" y="-276225"/>
            <a:chExt cx="4828411" cy="888399"/>
          </a:xfrm>
        </p:grpSpPr>
        <p:sp>
          <p:nvSpPr>
            <p:cNvPr id="928" name="Google Shape;928;p14"/>
            <p:cNvSpPr/>
            <p:nvPr/>
          </p:nvSpPr>
          <p:spPr>
            <a:xfrm>
              <a:off x="0" y="0"/>
              <a:ext cx="4828411" cy="612174"/>
            </a:xfrm>
            <a:custGeom>
              <a:rect b="b" l="l" r="r" t="t"/>
              <a:pathLst>
                <a:path extrusionOk="0" h="612174" w="4828411">
                  <a:moveTo>
                    <a:pt x="0" y="0"/>
                  </a:moveTo>
                  <a:lnTo>
                    <a:pt x="4828411" y="0"/>
                  </a:lnTo>
                  <a:lnTo>
                    <a:pt x="4828411" y="612174"/>
                  </a:lnTo>
                  <a:lnTo>
                    <a:pt x="0" y="612174"/>
                  </a:lnTo>
                  <a:close/>
                </a:path>
              </a:pathLst>
            </a:custGeom>
            <a:solidFill>
              <a:srgbClr val="F49619"/>
            </a:solidFill>
            <a:ln>
              <a:noFill/>
            </a:ln>
          </p:spPr>
        </p:sp>
        <p:sp>
          <p:nvSpPr>
            <p:cNvPr id="929" name="Google Shape;929;p14"/>
            <p:cNvSpPr txBox="1"/>
            <p:nvPr/>
          </p:nvSpPr>
          <p:spPr>
            <a:xfrm>
              <a:off x="0" y="-276225"/>
              <a:ext cx="4828411" cy="8883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30" name="Google Shape;930;p14"/>
          <p:cNvSpPr/>
          <p:nvPr/>
        </p:nvSpPr>
        <p:spPr>
          <a:xfrm>
            <a:off x="-6442518" y="9270140"/>
            <a:ext cx="7256654" cy="5738804"/>
          </a:xfrm>
          <a:custGeom>
            <a:rect b="b" l="l" r="r" t="t"/>
            <a:pathLst>
              <a:path extrusionOk="0" h="5738804" w="7256654">
                <a:moveTo>
                  <a:pt x="0" y="0"/>
                </a:moveTo>
                <a:lnTo>
                  <a:pt x="7256654" y="0"/>
                </a:lnTo>
                <a:lnTo>
                  <a:pt x="7256654" y="5738804"/>
                </a:lnTo>
                <a:lnTo>
                  <a:pt x="0" y="573880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 amt="12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31" name="Google Shape;931;p14"/>
          <p:cNvSpPr/>
          <p:nvPr/>
        </p:nvSpPr>
        <p:spPr>
          <a:xfrm>
            <a:off x="17789121" y="9481948"/>
            <a:ext cx="1699256" cy="1019554"/>
          </a:xfrm>
          <a:custGeom>
            <a:rect b="b" l="l" r="r" t="t"/>
            <a:pathLst>
              <a:path extrusionOk="0" h="1019554" w="1699256">
                <a:moveTo>
                  <a:pt x="0" y="0"/>
                </a:moveTo>
                <a:lnTo>
                  <a:pt x="1699257" y="0"/>
                </a:lnTo>
                <a:lnTo>
                  <a:pt x="1699257" y="1019554"/>
                </a:lnTo>
                <a:lnTo>
                  <a:pt x="0" y="101955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32" name="Google Shape;932;p14"/>
          <p:cNvSpPr/>
          <p:nvPr/>
        </p:nvSpPr>
        <p:spPr>
          <a:xfrm rot="-5400000">
            <a:off x="17062944" y="-566905"/>
            <a:ext cx="2304785" cy="2333959"/>
          </a:xfrm>
          <a:custGeom>
            <a:rect b="b" l="l" r="r" t="t"/>
            <a:pathLst>
              <a:path extrusionOk="0" h="2333959" w="2304785">
                <a:moveTo>
                  <a:pt x="0" y="0"/>
                </a:moveTo>
                <a:lnTo>
                  <a:pt x="2304785" y="0"/>
                </a:lnTo>
                <a:lnTo>
                  <a:pt x="2304785" y="2333960"/>
                </a:lnTo>
                <a:lnTo>
                  <a:pt x="0" y="233396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33" name="Google Shape;933;p14"/>
          <p:cNvSpPr/>
          <p:nvPr/>
        </p:nvSpPr>
        <p:spPr>
          <a:xfrm>
            <a:off x="-1027496" y="8529558"/>
            <a:ext cx="1491022" cy="952391"/>
          </a:xfrm>
          <a:custGeom>
            <a:rect b="b" l="l" r="r" t="t"/>
            <a:pathLst>
              <a:path extrusionOk="0" h="952391" w="1491022">
                <a:moveTo>
                  <a:pt x="0" y="0"/>
                </a:moveTo>
                <a:lnTo>
                  <a:pt x="1491022" y="0"/>
                </a:lnTo>
                <a:lnTo>
                  <a:pt x="1491022" y="952390"/>
                </a:lnTo>
                <a:lnTo>
                  <a:pt x="0" y="95239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34" name="Google Shape;934;p14"/>
          <p:cNvSpPr/>
          <p:nvPr/>
        </p:nvSpPr>
        <p:spPr>
          <a:xfrm>
            <a:off x="3483588" y="10034116"/>
            <a:ext cx="10952506" cy="1880464"/>
          </a:xfrm>
          <a:custGeom>
            <a:rect b="b" l="l" r="r" t="t"/>
            <a:pathLst>
              <a:path extrusionOk="0" h="1880464" w="10952506">
                <a:moveTo>
                  <a:pt x="0" y="0"/>
                </a:moveTo>
                <a:lnTo>
                  <a:pt x="10952506" y="0"/>
                </a:lnTo>
                <a:lnTo>
                  <a:pt x="10952506" y="1880465"/>
                </a:lnTo>
                <a:lnTo>
                  <a:pt x="0" y="188046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-2157" r="-2202" t="-59556"/>
            </a:stretch>
          </a:blipFill>
          <a:ln>
            <a:noFill/>
          </a:ln>
        </p:spPr>
      </p:sp>
      <p:sp>
        <p:nvSpPr>
          <p:cNvPr id="935" name="Google Shape;935;p14"/>
          <p:cNvSpPr/>
          <p:nvPr/>
        </p:nvSpPr>
        <p:spPr>
          <a:xfrm>
            <a:off x="17869405" y="-1885942"/>
            <a:ext cx="1411048" cy="2914385"/>
          </a:xfrm>
          <a:custGeom>
            <a:rect b="b" l="l" r="r" t="t"/>
            <a:pathLst>
              <a:path extrusionOk="0" h="2914385" w="1411048">
                <a:moveTo>
                  <a:pt x="0" y="0"/>
                </a:moveTo>
                <a:lnTo>
                  <a:pt x="1411048" y="0"/>
                </a:lnTo>
                <a:lnTo>
                  <a:pt x="1411048" y="2914385"/>
                </a:lnTo>
                <a:lnTo>
                  <a:pt x="0" y="291438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36" name="Google Shape;936;p14"/>
          <p:cNvSpPr/>
          <p:nvPr/>
        </p:nvSpPr>
        <p:spPr>
          <a:xfrm rot="5400000">
            <a:off x="-1855846" y="4474268"/>
            <a:ext cx="2304785" cy="2333959"/>
          </a:xfrm>
          <a:custGeom>
            <a:rect b="b" l="l" r="r" t="t"/>
            <a:pathLst>
              <a:path extrusionOk="0" h="2333959" w="2304785">
                <a:moveTo>
                  <a:pt x="2304785" y="2333959"/>
                </a:moveTo>
                <a:lnTo>
                  <a:pt x="0" y="2333959"/>
                </a:lnTo>
                <a:lnTo>
                  <a:pt x="0" y="0"/>
                </a:lnTo>
                <a:lnTo>
                  <a:pt x="2304785" y="0"/>
                </a:lnTo>
                <a:lnTo>
                  <a:pt x="2304785" y="2333959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937" name="Google Shape;937;p14"/>
          <p:cNvGrpSpPr/>
          <p:nvPr/>
        </p:nvGrpSpPr>
        <p:grpSpPr>
          <a:xfrm>
            <a:off x="12293495" y="3440840"/>
            <a:ext cx="5143645" cy="4601224"/>
            <a:chOff x="0" y="0"/>
            <a:chExt cx="6858193" cy="6134966"/>
          </a:xfrm>
        </p:grpSpPr>
        <p:sp>
          <p:nvSpPr>
            <p:cNvPr id="938" name="Google Shape;938;p14"/>
            <p:cNvSpPr/>
            <p:nvPr/>
          </p:nvSpPr>
          <p:spPr>
            <a:xfrm>
              <a:off x="142305" y="62200"/>
              <a:ext cx="6573584" cy="3961509"/>
            </a:xfrm>
            <a:custGeom>
              <a:rect b="b" l="l" r="r" t="t"/>
              <a:pathLst>
                <a:path extrusionOk="0" h="7620000" w="12644351">
                  <a:moveTo>
                    <a:pt x="1011548" y="0"/>
                  </a:moveTo>
                  <a:lnTo>
                    <a:pt x="11632803" y="0"/>
                  </a:lnTo>
                  <a:cubicBezTo>
                    <a:pt x="12191466" y="0"/>
                    <a:pt x="12644351" y="341159"/>
                    <a:pt x="12644351" y="762000"/>
                  </a:cubicBezTo>
                  <a:lnTo>
                    <a:pt x="12644351" y="6858000"/>
                  </a:lnTo>
                  <a:cubicBezTo>
                    <a:pt x="12644351" y="7278841"/>
                    <a:pt x="12191466" y="7620000"/>
                    <a:pt x="11632803" y="7620000"/>
                  </a:cubicBezTo>
                  <a:lnTo>
                    <a:pt x="1011548" y="7620000"/>
                  </a:lnTo>
                  <a:cubicBezTo>
                    <a:pt x="452885" y="7620000"/>
                    <a:pt x="0" y="7278841"/>
                    <a:pt x="0" y="6858000"/>
                  </a:cubicBezTo>
                  <a:lnTo>
                    <a:pt x="0" y="762000"/>
                  </a:lnTo>
                  <a:cubicBezTo>
                    <a:pt x="0" y="341159"/>
                    <a:pt x="452885" y="0"/>
                    <a:pt x="1011548" y="0"/>
                  </a:cubicBezTo>
                  <a:close/>
                </a:path>
              </a:pathLst>
            </a:custGeom>
            <a:blipFill rotWithShape="1">
              <a:blip r:embed="rId11">
                <a:alphaModFix/>
              </a:blip>
              <a:stretch>
                <a:fillRect b="-33504" l="-2542" r="-1233" t="-4258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9" name="Google Shape;939;p14"/>
            <p:cNvSpPr/>
            <p:nvPr/>
          </p:nvSpPr>
          <p:spPr>
            <a:xfrm>
              <a:off x="0" y="0"/>
              <a:ext cx="6858193" cy="6134966"/>
            </a:xfrm>
            <a:custGeom>
              <a:rect b="b" l="l" r="r" t="t"/>
              <a:pathLst>
                <a:path extrusionOk="0" h="6134966" w="6858193">
                  <a:moveTo>
                    <a:pt x="0" y="0"/>
                  </a:moveTo>
                  <a:lnTo>
                    <a:pt x="6858193" y="0"/>
                  </a:lnTo>
                  <a:lnTo>
                    <a:pt x="6858193" y="6134966"/>
                  </a:lnTo>
                  <a:lnTo>
                    <a:pt x="0" y="613496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12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  <p:grpSp>
        <p:nvGrpSpPr>
          <p:cNvPr id="940" name="Google Shape;940;p14"/>
          <p:cNvGrpSpPr/>
          <p:nvPr/>
        </p:nvGrpSpPr>
        <p:grpSpPr>
          <a:xfrm>
            <a:off x="-3072429" y="1262212"/>
            <a:ext cx="17354274" cy="1816678"/>
            <a:chOff x="0" y="-276225"/>
            <a:chExt cx="4570673" cy="478467"/>
          </a:xfrm>
        </p:grpSpPr>
        <p:sp>
          <p:nvSpPr>
            <p:cNvPr id="941" name="Google Shape;941;p14"/>
            <p:cNvSpPr/>
            <p:nvPr/>
          </p:nvSpPr>
          <p:spPr>
            <a:xfrm>
              <a:off x="0" y="0"/>
              <a:ext cx="4570673" cy="202242"/>
            </a:xfrm>
            <a:custGeom>
              <a:rect b="b" l="l" r="r" t="t"/>
              <a:pathLst>
                <a:path extrusionOk="0" h="202242" w="4570673">
                  <a:moveTo>
                    <a:pt x="0" y="0"/>
                  </a:moveTo>
                  <a:lnTo>
                    <a:pt x="4570673" y="0"/>
                  </a:lnTo>
                  <a:lnTo>
                    <a:pt x="4570673" y="202242"/>
                  </a:lnTo>
                  <a:lnTo>
                    <a:pt x="0" y="202242"/>
                  </a:lnTo>
                  <a:close/>
                </a:path>
              </a:pathLst>
            </a:custGeom>
            <a:solidFill>
              <a:srgbClr val="F49619"/>
            </a:solidFill>
            <a:ln>
              <a:noFill/>
            </a:ln>
          </p:spPr>
        </p:sp>
        <p:sp>
          <p:nvSpPr>
            <p:cNvPr id="942" name="Google Shape;942;p14"/>
            <p:cNvSpPr txBox="1"/>
            <p:nvPr/>
          </p:nvSpPr>
          <p:spPr>
            <a:xfrm>
              <a:off x="0" y="-276225"/>
              <a:ext cx="4570673" cy="47846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43" name="Google Shape;943;p14"/>
          <p:cNvGrpSpPr/>
          <p:nvPr/>
        </p:nvGrpSpPr>
        <p:grpSpPr>
          <a:xfrm>
            <a:off x="-1027496" y="2557527"/>
            <a:ext cx="13641567" cy="445449"/>
            <a:chOff x="0" y="-104775"/>
            <a:chExt cx="3592841" cy="117318"/>
          </a:xfrm>
        </p:grpSpPr>
        <p:sp>
          <p:nvSpPr>
            <p:cNvPr id="944" name="Google Shape;944;p14"/>
            <p:cNvSpPr/>
            <p:nvPr/>
          </p:nvSpPr>
          <p:spPr>
            <a:xfrm>
              <a:off x="0" y="0"/>
              <a:ext cx="3592841" cy="12543"/>
            </a:xfrm>
            <a:custGeom>
              <a:rect b="b" l="l" r="r" t="t"/>
              <a:pathLst>
                <a:path extrusionOk="0" h="12543" w="3592841">
                  <a:moveTo>
                    <a:pt x="0" y="0"/>
                  </a:moveTo>
                  <a:lnTo>
                    <a:pt x="3592841" y="0"/>
                  </a:lnTo>
                  <a:lnTo>
                    <a:pt x="3592841" y="12543"/>
                  </a:lnTo>
                  <a:lnTo>
                    <a:pt x="0" y="1254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945" name="Google Shape;945;p14"/>
            <p:cNvSpPr txBox="1"/>
            <p:nvPr/>
          </p:nvSpPr>
          <p:spPr>
            <a:xfrm>
              <a:off x="0" y="-104775"/>
              <a:ext cx="3592841" cy="11731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46" name="Google Shape;946;p14"/>
          <p:cNvGrpSpPr/>
          <p:nvPr/>
        </p:nvGrpSpPr>
        <p:grpSpPr>
          <a:xfrm>
            <a:off x="647977" y="2698149"/>
            <a:ext cx="11008533" cy="1665453"/>
            <a:chOff x="0" y="-636334"/>
            <a:chExt cx="14678044" cy="2220605"/>
          </a:xfrm>
        </p:grpSpPr>
        <p:grpSp>
          <p:nvGrpSpPr>
            <p:cNvPr id="947" name="Google Shape;947;p14"/>
            <p:cNvGrpSpPr/>
            <p:nvPr/>
          </p:nvGrpSpPr>
          <p:grpSpPr>
            <a:xfrm>
              <a:off x="84943" y="-636334"/>
              <a:ext cx="14593101" cy="2220605"/>
              <a:chOff x="0" y="-104775"/>
              <a:chExt cx="2310770" cy="351625"/>
            </a:xfrm>
          </p:grpSpPr>
          <p:sp>
            <p:nvSpPr>
              <p:cNvPr id="948" name="Google Shape;948;p14"/>
              <p:cNvSpPr/>
              <p:nvPr/>
            </p:nvSpPr>
            <p:spPr>
              <a:xfrm>
                <a:off x="0" y="0"/>
                <a:ext cx="2310770" cy="246850"/>
              </a:xfrm>
              <a:custGeom>
                <a:rect b="b" l="l" r="r" t="t"/>
                <a:pathLst>
                  <a:path extrusionOk="0" h="246850" w="2310770">
                    <a:moveTo>
                      <a:pt x="0" y="0"/>
                    </a:moveTo>
                    <a:lnTo>
                      <a:pt x="2310770" y="0"/>
                    </a:lnTo>
                    <a:lnTo>
                      <a:pt x="2310770" y="246850"/>
                    </a:lnTo>
                    <a:lnTo>
                      <a:pt x="0" y="24685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949" name="Google Shape;949;p14"/>
              <p:cNvSpPr txBox="1"/>
              <p:nvPr/>
            </p:nvSpPr>
            <p:spPr>
              <a:xfrm>
                <a:off x="0" y="-104775"/>
                <a:ext cx="2310770" cy="3516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50" name="Google Shape;950;p14"/>
            <p:cNvGrpSpPr/>
            <p:nvPr/>
          </p:nvGrpSpPr>
          <p:grpSpPr>
            <a:xfrm>
              <a:off x="0" y="-47528"/>
              <a:ext cx="135909" cy="1631799"/>
              <a:chOff x="0" y="-38100"/>
              <a:chExt cx="108949" cy="1308100"/>
            </a:xfrm>
          </p:grpSpPr>
          <p:sp>
            <p:nvSpPr>
              <p:cNvPr id="951" name="Google Shape;951;p14"/>
              <p:cNvSpPr/>
              <p:nvPr/>
            </p:nvSpPr>
            <p:spPr>
              <a:xfrm>
                <a:off x="0" y="0"/>
                <a:ext cx="108949" cy="1270000"/>
              </a:xfrm>
              <a:custGeom>
                <a:rect b="b" l="l" r="r" t="t"/>
                <a:pathLst>
                  <a:path extrusionOk="0" h="1270000" w="108949">
                    <a:moveTo>
                      <a:pt x="10895" y="0"/>
                    </a:moveTo>
                    <a:lnTo>
                      <a:pt x="98054" y="0"/>
                    </a:lnTo>
                    <a:cubicBezTo>
                      <a:pt x="100943" y="0"/>
                      <a:pt x="103715" y="1070"/>
                      <a:pt x="105758" y="2976"/>
                    </a:cubicBezTo>
                    <a:cubicBezTo>
                      <a:pt x="107801" y="4881"/>
                      <a:pt x="108949" y="7465"/>
                      <a:pt x="108949" y="10160"/>
                    </a:cubicBezTo>
                    <a:lnTo>
                      <a:pt x="108949" y="1259840"/>
                    </a:lnTo>
                    <a:cubicBezTo>
                      <a:pt x="108949" y="1262535"/>
                      <a:pt x="107801" y="1265119"/>
                      <a:pt x="105758" y="1267024"/>
                    </a:cubicBezTo>
                    <a:cubicBezTo>
                      <a:pt x="103715" y="1268930"/>
                      <a:pt x="100943" y="1270000"/>
                      <a:pt x="98054" y="1270000"/>
                    </a:cubicBezTo>
                    <a:lnTo>
                      <a:pt x="10895" y="1270000"/>
                    </a:lnTo>
                    <a:cubicBezTo>
                      <a:pt x="8005" y="1270000"/>
                      <a:pt x="5234" y="1268930"/>
                      <a:pt x="3191" y="1267024"/>
                    </a:cubicBezTo>
                    <a:cubicBezTo>
                      <a:pt x="1148" y="1265119"/>
                      <a:pt x="0" y="1262535"/>
                      <a:pt x="0" y="1259840"/>
                    </a:cubicBezTo>
                    <a:lnTo>
                      <a:pt x="0" y="10160"/>
                    </a:lnTo>
                    <a:cubicBezTo>
                      <a:pt x="0" y="4549"/>
                      <a:pt x="4878" y="0"/>
                      <a:pt x="10895" y="0"/>
                    </a:cubicBezTo>
                    <a:close/>
                  </a:path>
                </a:pathLst>
              </a:custGeom>
              <a:solidFill>
                <a:srgbClr val="F4961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52" name="Google Shape;952;p14"/>
              <p:cNvSpPr txBox="1"/>
              <p:nvPr/>
            </p:nvSpPr>
            <p:spPr>
              <a:xfrm>
                <a:off x="0" y="-38100"/>
                <a:ext cx="108949" cy="1308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l">
                  <a:lnSpc>
                    <a:spcPct val="93277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53" name="Google Shape;953;p14"/>
            <p:cNvGrpSpPr/>
            <p:nvPr/>
          </p:nvGrpSpPr>
          <p:grpSpPr>
            <a:xfrm>
              <a:off x="509659" y="87927"/>
              <a:ext cx="849431" cy="899074"/>
              <a:chOff x="0" y="-85725"/>
              <a:chExt cx="680930" cy="720725"/>
            </a:xfrm>
          </p:grpSpPr>
          <p:sp>
            <p:nvSpPr>
              <p:cNvPr id="954" name="Google Shape;954;p14"/>
              <p:cNvSpPr/>
              <p:nvPr/>
            </p:nvSpPr>
            <p:spPr>
              <a:xfrm>
                <a:off x="0" y="0"/>
                <a:ext cx="680930" cy="635000"/>
              </a:xfrm>
              <a:custGeom>
                <a:rect b="b" l="l" r="r" t="t"/>
                <a:pathLst>
                  <a:path extrusionOk="0" h="635000" w="680930">
                    <a:moveTo>
                      <a:pt x="340465" y="0"/>
                    </a:moveTo>
                    <a:cubicBezTo>
                      <a:pt x="152431" y="0"/>
                      <a:pt x="0" y="142150"/>
                      <a:pt x="0" y="317500"/>
                    </a:cubicBezTo>
                    <a:cubicBezTo>
                      <a:pt x="0" y="492850"/>
                      <a:pt x="152431" y="635000"/>
                      <a:pt x="340465" y="635000"/>
                    </a:cubicBezTo>
                    <a:cubicBezTo>
                      <a:pt x="528498" y="635000"/>
                      <a:pt x="680930" y="492850"/>
                      <a:pt x="680930" y="317500"/>
                    </a:cubicBezTo>
                    <a:cubicBezTo>
                      <a:pt x="680930" y="142150"/>
                      <a:pt x="528498" y="0"/>
                      <a:pt x="340465" y="0"/>
                    </a:cubicBezTo>
                    <a:close/>
                  </a:path>
                </a:pathLst>
              </a:custGeom>
              <a:solidFill>
                <a:srgbClr val="F4961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55" name="Google Shape;955;p14"/>
              <p:cNvSpPr txBox="1"/>
              <p:nvPr/>
            </p:nvSpPr>
            <p:spPr>
              <a:xfrm>
                <a:off x="0" y="-85725"/>
                <a:ext cx="680930" cy="7207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400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i="0" lang="en-US" sz="1799" u="none" cap="none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01</a:t>
                </a:r>
                <a:endParaRPr/>
              </a:p>
            </p:txBody>
          </p:sp>
        </p:grpSp>
        <p:sp>
          <p:nvSpPr>
            <p:cNvPr id="956" name="Google Shape;956;p14"/>
            <p:cNvSpPr txBox="1"/>
            <p:nvPr/>
          </p:nvSpPr>
          <p:spPr>
            <a:xfrm>
              <a:off x="1698862" y="-19283"/>
              <a:ext cx="12414377" cy="6593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2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993" u="none" cap="none" strike="noStrike">
                  <a:solidFill>
                    <a:srgbClr val="1A1A1A"/>
                  </a:solidFill>
                  <a:latin typeface="Arial"/>
                  <a:ea typeface="Arial"/>
                  <a:cs typeface="Arial"/>
                  <a:sym typeface="Arial"/>
                </a:rPr>
                <a:t>Panel de Compradores</a:t>
              </a:r>
              <a:endParaRPr/>
            </a:p>
          </p:txBody>
        </p:sp>
        <p:sp>
          <p:nvSpPr>
            <p:cNvPr id="957" name="Google Shape;957;p14"/>
            <p:cNvSpPr txBox="1"/>
            <p:nvPr/>
          </p:nvSpPr>
          <p:spPr>
            <a:xfrm>
              <a:off x="1698862" y="505729"/>
              <a:ext cx="12979182" cy="90254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5002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795" u="none" cap="none" strike="noStrike">
                  <a:solidFill>
                    <a:srgbClr val="4A4A4A"/>
                  </a:solidFill>
                  <a:latin typeface="Arial"/>
                  <a:ea typeface="Arial"/>
                  <a:cs typeface="Arial"/>
                  <a:sym typeface="Arial"/>
                </a:rPr>
                <a:t>Como </a:t>
              </a:r>
              <a:r>
                <a:rPr b="0" i="0" lang="en-US" sz="1795" u="none" cap="none" strike="noStrike">
                  <a:solidFill>
                    <a:srgbClr val="4A4A4A"/>
                  </a:solidFill>
                  <a:latin typeface="Arial"/>
                  <a:ea typeface="Arial"/>
                  <a:cs typeface="Arial"/>
                  <a:sym typeface="Arial"/>
                </a:rPr>
                <a:t>suscriptor </a:t>
              </a:r>
              <a:r>
                <a:rPr b="1" i="0" lang="en-US" sz="1795" u="none" cap="none" strike="noStrike">
                  <a:solidFill>
                    <a:srgbClr val="4A4A4A"/>
                  </a:solidFill>
                  <a:latin typeface="Arial"/>
                  <a:ea typeface="Arial"/>
                  <a:cs typeface="Arial"/>
                  <a:sym typeface="Arial"/>
                </a:rPr>
                <a:t>quiero </a:t>
              </a:r>
              <a:r>
                <a:rPr b="0" i="0" lang="en-US" sz="1795" u="none" cap="none" strike="noStrike">
                  <a:solidFill>
                    <a:srgbClr val="4A4A4A"/>
                  </a:solidFill>
                  <a:latin typeface="Arial"/>
                  <a:ea typeface="Arial"/>
                  <a:cs typeface="Arial"/>
                  <a:sym typeface="Arial"/>
                </a:rPr>
                <a:t>visualizar el comportamiento histórico de los organismos compradores </a:t>
              </a:r>
              <a:r>
                <a:rPr b="1" i="0" lang="en-US" sz="1795" u="none" cap="none" strike="noStrike">
                  <a:solidFill>
                    <a:srgbClr val="4A4A4A"/>
                  </a:solidFill>
                  <a:latin typeface="Arial"/>
                  <a:ea typeface="Arial"/>
                  <a:cs typeface="Arial"/>
                  <a:sym typeface="Arial"/>
                </a:rPr>
                <a:t>para </a:t>
              </a:r>
              <a:r>
                <a:rPr b="0" i="0" lang="en-US" sz="1795" u="none" cap="none" strike="noStrike">
                  <a:solidFill>
                    <a:srgbClr val="4A4A4A"/>
                  </a:solidFill>
                  <a:latin typeface="Arial"/>
                  <a:ea typeface="Arial"/>
                  <a:cs typeface="Arial"/>
                  <a:sym typeface="Arial"/>
                </a:rPr>
                <a:t>identificar patrones de compra y potenciales clientes</a:t>
              </a:r>
              <a:endParaRPr/>
            </a:p>
          </p:txBody>
        </p:sp>
      </p:grpSp>
      <p:grpSp>
        <p:nvGrpSpPr>
          <p:cNvPr id="958" name="Google Shape;958;p14"/>
          <p:cNvGrpSpPr/>
          <p:nvPr/>
        </p:nvGrpSpPr>
        <p:grpSpPr>
          <a:xfrm>
            <a:off x="630154" y="4006981"/>
            <a:ext cx="11044179" cy="1665453"/>
            <a:chOff x="0" y="-636334"/>
            <a:chExt cx="14725573" cy="2220605"/>
          </a:xfrm>
        </p:grpSpPr>
        <p:grpSp>
          <p:nvGrpSpPr>
            <p:cNvPr id="959" name="Google Shape;959;p14"/>
            <p:cNvGrpSpPr/>
            <p:nvPr/>
          </p:nvGrpSpPr>
          <p:grpSpPr>
            <a:xfrm>
              <a:off x="135877" y="-636334"/>
              <a:ext cx="14589695" cy="2220605"/>
              <a:chOff x="0" y="-104775"/>
              <a:chExt cx="2310231" cy="351625"/>
            </a:xfrm>
          </p:grpSpPr>
          <p:sp>
            <p:nvSpPr>
              <p:cNvPr id="960" name="Google Shape;960;p14"/>
              <p:cNvSpPr/>
              <p:nvPr/>
            </p:nvSpPr>
            <p:spPr>
              <a:xfrm>
                <a:off x="0" y="0"/>
                <a:ext cx="2310231" cy="246850"/>
              </a:xfrm>
              <a:custGeom>
                <a:rect b="b" l="l" r="r" t="t"/>
                <a:pathLst>
                  <a:path extrusionOk="0" h="246850" w="2310231">
                    <a:moveTo>
                      <a:pt x="0" y="0"/>
                    </a:moveTo>
                    <a:lnTo>
                      <a:pt x="2310231" y="0"/>
                    </a:lnTo>
                    <a:lnTo>
                      <a:pt x="2310231" y="246850"/>
                    </a:lnTo>
                    <a:lnTo>
                      <a:pt x="0" y="24685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961" name="Google Shape;961;p14"/>
              <p:cNvSpPr txBox="1"/>
              <p:nvPr/>
            </p:nvSpPr>
            <p:spPr>
              <a:xfrm>
                <a:off x="0" y="-104775"/>
                <a:ext cx="2310231" cy="3516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62" name="Google Shape;962;p14"/>
            <p:cNvGrpSpPr/>
            <p:nvPr/>
          </p:nvGrpSpPr>
          <p:grpSpPr>
            <a:xfrm>
              <a:off x="0" y="-47528"/>
              <a:ext cx="135877" cy="1631799"/>
              <a:chOff x="0" y="-38100"/>
              <a:chExt cx="108923" cy="1308100"/>
            </a:xfrm>
          </p:grpSpPr>
          <p:sp>
            <p:nvSpPr>
              <p:cNvPr id="963" name="Google Shape;963;p14"/>
              <p:cNvSpPr/>
              <p:nvPr/>
            </p:nvSpPr>
            <p:spPr>
              <a:xfrm>
                <a:off x="0" y="0"/>
                <a:ext cx="108923" cy="1270000"/>
              </a:xfrm>
              <a:custGeom>
                <a:rect b="b" l="l" r="r" t="t"/>
                <a:pathLst>
                  <a:path extrusionOk="0" h="1270000" w="108923">
                    <a:moveTo>
                      <a:pt x="10892" y="0"/>
                    </a:moveTo>
                    <a:lnTo>
                      <a:pt x="98031" y="0"/>
                    </a:lnTo>
                    <a:cubicBezTo>
                      <a:pt x="100920" y="0"/>
                      <a:pt x="103690" y="1070"/>
                      <a:pt x="105733" y="2976"/>
                    </a:cubicBezTo>
                    <a:cubicBezTo>
                      <a:pt x="107776" y="4881"/>
                      <a:pt x="108923" y="7465"/>
                      <a:pt x="108923" y="10160"/>
                    </a:cubicBezTo>
                    <a:lnTo>
                      <a:pt x="108923" y="1259840"/>
                    </a:lnTo>
                    <a:cubicBezTo>
                      <a:pt x="108923" y="1262535"/>
                      <a:pt x="107776" y="1265119"/>
                      <a:pt x="105733" y="1267024"/>
                    </a:cubicBezTo>
                    <a:cubicBezTo>
                      <a:pt x="103690" y="1268930"/>
                      <a:pt x="100920" y="1270000"/>
                      <a:pt x="98031" y="1270000"/>
                    </a:cubicBezTo>
                    <a:lnTo>
                      <a:pt x="10892" y="1270000"/>
                    </a:lnTo>
                    <a:cubicBezTo>
                      <a:pt x="8004" y="1270000"/>
                      <a:pt x="5233" y="1268930"/>
                      <a:pt x="3190" y="1267024"/>
                    </a:cubicBezTo>
                    <a:cubicBezTo>
                      <a:pt x="1148" y="1265119"/>
                      <a:pt x="0" y="1262535"/>
                      <a:pt x="0" y="1259840"/>
                    </a:cubicBezTo>
                    <a:lnTo>
                      <a:pt x="0" y="10160"/>
                    </a:lnTo>
                    <a:cubicBezTo>
                      <a:pt x="0" y="4549"/>
                      <a:pt x="4877" y="0"/>
                      <a:pt x="10892" y="0"/>
                    </a:cubicBezTo>
                    <a:close/>
                  </a:path>
                </a:pathLst>
              </a:custGeom>
              <a:solidFill>
                <a:srgbClr val="7ED95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64" name="Google Shape;964;p14"/>
              <p:cNvSpPr txBox="1"/>
              <p:nvPr/>
            </p:nvSpPr>
            <p:spPr>
              <a:xfrm>
                <a:off x="0" y="-38100"/>
                <a:ext cx="108923" cy="1308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l">
                  <a:lnSpc>
                    <a:spcPct val="93277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65" name="Google Shape;965;p14"/>
            <p:cNvGrpSpPr/>
            <p:nvPr/>
          </p:nvGrpSpPr>
          <p:grpSpPr>
            <a:xfrm>
              <a:off x="509540" y="87927"/>
              <a:ext cx="849233" cy="899074"/>
              <a:chOff x="0" y="-85725"/>
              <a:chExt cx="680771" cy="720725"/>
            </a:xfrm>
          </p:grpSpPr>
          <p:sp>
            <p:nvSpPr>
              <p:cNvPr id="966" name="Google Shape;966;p14"/>
              <p:cNvSpPr/>
              <p:nvPr/>
            </p:nvSpPr>
            <p:spPr>
              <a:xfrm>
                <a:off x="0" y="0"/>
                <a:ext cx="680771" cy="635000"/>
              </a:xfrm>
              <a:custGeom>
                <a:rect b="b" l="l" r="r" t="t"/>
                <a:pathLst>
                  <a:path extrusionOk="0" h="635000" w="680771">
                    <a:moveTo>
                      <a:pt x="340385" y="0"/>
                    </a:moveTo>
                    <a:cubicBezTo>
                      <a:pt x="152396" y="0"/>
                      <a:pt x="0" y="142150"/>
                      <a:pt x="0" y="317500"/>
                    </a:cubicBezTo>
                    <a:cubicBezTo>
                      <a:pt x="0" y="492850"/>
                      <a:pt x="152396" y="635000"/>
                      <a:pt x="340385" y="635000"/>
                    </a:cubicBezTo>
                    <a:cubicBezTo>
                      <a:pt x="528375" y="635000"/>
                      <a:pt x="680771" y="492850"/>
                      <a:pt x="680771" y="317500"/>
                    </a:cubicBezTo>
                    <a:cubicBezTo>
                      <a:pt x="680771" y="142150"/>
                      <a:pt x="528375" y="0"/>
                      <a:pt x="340385" y="0"/>
                    </a:cubicBezTo>
                    <a:close/>
                  </a:path>
                </a:pathLst>
              </a:custGeom>
              <a:solidFill>
                <a:srgbClr val="7ED95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67" name="Google Shape;967;p14"/>
              <p:cNvSpPr txBox="1"/>
              <p:nvPr/>
            </p:nvSpPr>
            <p:spPr>
              <a:xfrm>
                <a:off x="0" y="-85725"/>
                <a:ext cx="680771" cy="7207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400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i="0" lang="en-US" sz="1799" u="none" cap="none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02</a:t>
                </a:r>
                <a:endParaRPr/>
              </a:p>
            </p:txBody>
          </p:sp>
        </p:grpSp>
        <p:sp>
          <p:nvSpPr>
            <p:cNvPr id="968" name="Google Shape;968;p14"/>
            <p:cNvSpPr txBox="1"/>
            <p:nvPr/>
          </p:nvSpPr>
          <p:spPr>
            <a:xfrm>
              <a:off x="1698466" y="-19283"/>
              <a:ext cx="12600918" cy="6593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2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993" u="none" cap="none" strike="noStrike">
                  <a:solidFill>
                    <a:srgbClr val="1A1A1A"/>
                  </a:solidFill>
                  <a:latin typeface="Arial"/>
                  <a:ea typeface="Arial"/>
                  <a:cs typeface="Arial"/>
                  <a:sym typeface="Arial"/>
                </a:rPr>
                <a:t>Panel de Competencia</a:t>
              </a:r>
              <a:endParaRPr/>
            </a:p>
          </p:txBody>
        </p:sp>
        <p:sp>
          <p:nvSpPr>
            <p:cNvPr id="969" name="Google Shape;969;p14"/>
            <p:cNvSpPr txBox="1"/>
            <p:nvPr/>
          </p:nvSpPr>
          <p:spPr>
            <a:xfrm>
              <a:off x="1698466" y="453659"/>
              <a:ext cx="13027107" cy="10130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5002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995" u="none" cap="none" strike="noStrike">
                  <a:solidFill>
                    <a:srgbClr val="4A4A4A"/>
                  </a:solidFill>
                  <a:latin typeface="Arial"/>
                  <a:ea typeface="Arial"/>
                  <a:cs typeface="Arial"/>
                  <a:sym typeface="Arial"/>
                </a:rPr>
                <a:t>Como </a:t>
              </a:r>
              <a:r>
                <a:rPr b="0" i="0" lang="en-US" sz="1995" u="none" cap="none" strike="noStrike">
                  <a:solidFill>
                    <a:srgbClr val="4A4A4A"/>
                  </a:solidFill>
                  <a:latin typeface="Arial"/>
                  <a:ea typeface="Arial"/>
                  <a:cs typeface="Arial"/>
                  <a:sym typeface="Arial"/>
                </a:rPr>
                <a:t>suscriptor </a:t>
              </a:r>
              <a:r>
                <a:rPr b="1" i="0" lang="en-US" sz="1995" u="none" cap="none" strike="noStrike">
                  <a:solidFill>
                    <a:srgbClr val="4A4A4A"/>
                  </a:solidFill>
                  <a:latin typeface="Arial"/>
                  <a:ea typeface="Arial"/>
                  <a:cs typeface="Arial"/>
                  <a:sym typeface="Arial"/>
                </a:rPr>
                <a:t>quiero  </a:t>
              </a:r>
              <a:r>
                <a:rPr b="0" i="0" lang="en-US" sz="1995" u="none" cap="none" strike="noStrike">
                  <a:solidFill>
                    <a:srgbClr val="4A4A4A"/>
                  </a:solidFill>
                  <a:latin typeface="Arial"/>
                  <a:ea typeface="Arial"/>
                  <a:cs typeface="Arial"/>
                  <a:sym typeface="Arial"/>
                </a:rPr>
                <a:t>analizar el comportamiento histórico de otros proveedores </a:t>
              </a:r>
              <a:r>
                <a:rPr b="1" i="0" lang="en-US" sz="1995" u="none" cap="none" strike="noStrike">
                  <a:solidFill>
                    <a:srgbClr val="4A4A4A"/>
                  </a:solidFill>
                  <a:latin typeface="Arial"/>
                  <a:ea typeface="Arial"/>
                  <a:cs typeface="Arial"/>
                  <a:sym typeface="Arial"/>
                </a:rPr>
                <a:t>para </a:t>
              </a:r>
              <a:r>
                <a:rPr b="0" i="0" lang="en-US" sz="1995" u="none" cap="none" strike="noStrike">
                  <a:solidFill>
                    <a:srgbClr val="4A4A4A"/>
                  </a:solidFill>
                  <a:latin typeface="Arial"/>
                  <a:ea typeface="Arial"/>
                  <a:cs typeface="Arial"/>
                  <a:sym typeface="Arial"/>
                </a:rPr>
                <a:t>comprender el nivel de competencia del mercado</a:t>
              </a:r>
              <a:endParaRPr/>
            </a:p>
          </p:txBody>
        </p:sp>
      </p:grpSp>
      <p:grpSp>
        <p:nvGrpSpPr>
          <p:cNvPr id="970" name="Google Shape;970;p14"/>
          <p:cNvGrpSpPr/>
          <p:nvPr/>
        </p:nvGrpSpPr>
        <p:grpSpPr>
          <a:xfrm>
            <a:off x="630154" y="5296803"/>
            <a:ext cx="11044179" cy="1684464"/>
            <a:chOff x="0" y="-661682"/>
            <a:chExt cx="14725573" cy="2245953"/>
          </a:xfrm>
        </p:grpSpPr>
        <p:grpSp>
          <p:nvGrpSpPr>
            <p:cNvPr id="971" name="Google Shape;971;p14"/>
            <p:cNvGrpSpPr/>
            <p:nvPr/>
          </p:nvGrpSpPr>
          <p:grpSpPr>
            <a:xfrm>
              <a:off x="135877" y="-661682"/>
              <a:ext cx="14589695" cy="2220605"/>
              <a:chOff x="0" y="-104775"/>
              <a:chExt cx="2310231" cy="351625"/>
            </a:xfrm>
          </p:grpSpPr>
          <p:sp>
            <p:nvSpPr>
              <p:cNvPr id="972" name="Google Shape;972;p14"/>
              <p:cNvSpPr/>
              <p:nvPr/>
            </p:nvSpPr>
            <p:spPr>
              <a:xfrm>
                <a:off x="0" y="0"/>
                <a:ext cx="2310231" cy="246850"/>
              </a:xfrm>
              <a:custGeom>
                <a:rect b="b" l="l" r="r" t="t"/>
                <a:pathLst>
                  <a:path extrusionOk="0" h="246850" w="2310231">
                    <a:moveTo>
                      <a:pt x="0" y="0"/>
                    </a:moveTo>
                    <a:lnTo>
                      <a:pt x="2310231" y="0"/>
                    </a:lnTo>
                    <a:lnTo>
                      <a:pt x="2310231" y="246850"/>
                    </a:lnTo>
                    <a:lnTo>
                      <a:pt x="0" y="24685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973" name="Google Shape;973;p14"/>
              <p:cNvSpPr txBox="1"/>
              <p:nvPr/>
            </p:nvSpPr>
            <p:spPr>
              <a:xfrm>
                <a:off x="0" y="-104775"/>
                <a:ext cx="2310231" cy="3516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74" name="Google Shape;974;p14"/>
            <p:cNvGrpSpPr/>
            <p:nvPr/>
          </p:nvGrpSpPr>
          <p:grpSpPr>
            <a:xfrm>
              <a:off x="0" y="-47528"/>
              <a:ext cx="135877" cy="1631799"/>
              <a:chOff x="0" y="-38100"/>
              <a:chExt cx="108923" cy="1308100"/>
            </a:xfrm>
          </p:grpSpPr>
          <p:sp>
            <p:nvSpPr>
              <p:cNvPr id="975" name="Google Shape;975;p14"/>
              <p:cNvSpPr/>
              <p:nvPr/>
            </p:nvSpPr>
            <p:spPr>
              <a:xfrm>
                <a:off x="0" y="0"/>
                <a:ext cx="108923" cy="1270000"/>
              </a:xfrm>
              <a:custGeom>
                <a:rect b="b" l="l" r="r" t="t"/>
                <a:pathLst>
                  <a:path extrusionOk="0" h="1270000" w="108923">
                    <a:moveTo>
                      <a:pt x="10892" y="0"/>
                    </a:moveTo>
                    <a:lnTo>
                      <a:pt x="98031" y="0"/>
                    </a:lnTo>
                    <a:cubicBezTo>
                      <a:pt x="100920" y="0"/>
                      <a:pt x="103690" y="1070"/>
                      <a:pt x="105733" y="2976"/>
                    </a:cubicBezTo>
                    <a:cubicBezTo>
                      <a:pt x="107776" y="4881"/>
                      <a:pt x="108923" y="7465"/>
                      <a:pt x="108923" y="10160"/>
                    </a:cubicBezTo>
                    <a:lnTo>
                      <a:pt x="108923" y="1259840"/>
                    </a:lnTo>
                    <a:cubicBezTo>
                      <a:pt x="108923" y="1262535"/>
                      <a:pt x="107776" y="1265119"/>
                      <a:pt x="105733" y="1267024"/>
                    </a:cubicBezTo>
                    <a:cubicBezTo>
                      <a:pt x="103690" y="1268930"/>
                      <a:pt x="100920" y="1270000"/>
                      <a:pt x="98031" y="1270000"/>
                    </a:cubicBezTo>
                    <a:lnTo>
                      <a:pt x="10892" y="1270000"/>
                    </a:lnTo>
                    <a:cubicBezTo>
                      <a:pt x="8004" y="1270000"/>
                      <a:pt x="5233" y="1268930"/>
                      <a:pt x="3190" y="1267024"/>
                    </a:cubicBezTo>
                    <a:cubicBezTo>
                      <a:pt x="1148" y="1265119"/>
                      <a:pt x="0" y="1262535"/>
                      <a:pt x="0" y="1259840"/>
                    </a:cubicBezTo>
                    <a:lnTo>
                      <a:pt x="0" y="10160"/>
                    </a:lnTo>
                    <a:cubicBezTo>
                      <a:pt x="0" y="4549"/>
                      <a:pt x="4877" y="0"/>
                      <a:pt x="10892" y="0"/>
                    </a:cubicBezTo>
                    <a:close/>
                  </a:path>
                </a:pathLst>
              </a:custGeom>
              <a:solidFill>
                <a:srgbClr val="CB6CE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76" name="Google Shape;976;p14"/>
              <p:cNvSpPr txBox="1"/>
              <p:nvPr/>
            </p:nvSpPr>
            <p:spPr>
              <a:xfrm>
                <a:off x="0" y="-38100"/>
                <a:ext cx="108923" cy="1308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l">
                  <a:lnSpc>
                    <a:spcPct val="93277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77" name="Google Shape;977;p14"/>
            <p:cNvGrpSpPr/>
            <p:nvPr/>
          </p:nvGrpSpPr>
          <p:grpSpPr>
            <a:xfrm>
              <a:off x="509540" y="87927"/>
              <a:ext cx="849233" cy="899074"/>
              <a:chOff x="0" y="-85725"/>
              <a:chExt cx="680771" cy="720725"/>
            </a:xfrm>
          </p:grpSpPr>
          <p:sp>
            <p:nvSpPr>
              <p:cNvPr id="978" name="Google Shape;978;p14"/>
              <p:cNvSpPr/>
              <p:nvPr/>
            </p:nvSpPr>
            <p:spPr>
              <a:xfrm>
                <a:off x="0" y="0"/>
                <a:ext cx="680771" cy="635000"/>
              </a:xfrm>
              <a:custGeom>
                <a:rect b="b" l="l" r="r" t="t"/>
                <a:pathLst>
                  <a:path extrusionOk="0" h="635000" w="680771">
                    <a:moveTo>
                      <a:pt x="340385" y="0"/>
                    </a:moveTo>
                    <a:cubicBezTo>
                      <a:pt x="152396" y="0"/>
                      <a:pt x="0" y="142150"/>
                      <a:pt x="0" y="317500"/>
                    </a:cubicBezTo>
                    <a:cubicBezTo>
                      <a:pt x="0" y="492850"/>
                      <a:pt x="152396" y="635000"/>
                      <a:pt x="340385" y="635000"/>
                    </a:cubicBezTo>
                    <a:cubicBezTo>
                      <a:pt x="528375" y="635000"/>
                      <a:pt x="680771" y="492850"/>
                      <a:pt x="680771" y="317500"/>
                    </a:cubicBezTo>
                    <a:cubicBezTo>
                      <a:pt x="680771" y="142150"/>
                      <a:pt x="528375" y="0"/>
                      <a:pt x="340385" y="0"/>
                    </a:cubicBezTo>
                    <a:close/>
                  </a:path>
                </a:pathLst>
              </a:custGeom>
              <a:solidFill>
                <a:srgbClr val="CB6CE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79" name="Google Shape;979;p14"/>
              <p:cNvSpPr txBox="1"/>
              <p:nvPr/>
            </p:nvSpPr>
            <p:spPr>
              <a:xfrm>
                <a:off x="0" y="-85725"/>
                <a:ext cx="680771" cy="7207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400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i="0" lang="en-US" sz="1799" u="none" cap="none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03</a:t>
                </a:r>
                <a:endParaRPr/>
              </a:p>
            </p:txBody>
          </p:sp>
        </p:grpSp>
        <p:sp>
          <p:nvSpPr>
            <p:cNvPr id="980" name="Google Shape;980;p14"/>
            <p:cNvSpPr txBox="1"/>
            <p:nvPr/>
          </p:nvSpPr>
          <p:spPr>
            <a:xfrm>
              <a:off x="1698466" y="-19283"/>
              <a:ext cx="12600918" cy="6593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2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993" u="none" cap="none" strike="noStrike">
                  <a:solidFill>
                    <a:srgbClr val="1A1A1A"/>
                  </a:solidFill>
                  <a:latin typeface="Arial"/>
                  <a:ea typeface="Arial"/>
                  <a:cs typeface="Arial"/>
                  <a:sym typeface="Arial"/>
                </a:rPr>
                <a:t>Panel de Productos</a:t>
              </a:r>
              <a:endParaRPr/>
            </a:p>
          </p:txBody>
        </p:sp>
        <p:sp>
          <p:nvSpPr>
            <p:cNvPr id="981" name="Google Shape;981;p14"/>
            <p:cNvSpPr txBox="1"/>
            <p:nvPr/>
          </p:nvSpPr>
          <p:spPr>
            <a:xfrm>
              <a:off x="1698466" y="480329"/>
              <a:ext cx="13027107" cy="90254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5002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795" u="none" cap="none" strike="noStrike">
                  <a:solidFill>
                    <a:srgbClr val="4A4A4A"/>
                  </a:solidFill>
                  <a:latin typeface="Arial"/>
                  <a:ea typeface="Arial"/>
                  <a:cs typeface="Arial"/>
                  <a:sym typeface="Arial"/>
                </a:rPr>
                <a:t>Como </a:t>
              </a:r>
              <a:r>
                <a:rPr b="0" i="0" lang="en-US" sz="1795" u="none" cap="none" strike="noStrike">
                  <a:solidFill>
                    <a:srgbClr val="4A4A4A"/>
                  </a:solidFill>
                  <a:latin typeface="Arial"/>
                  <a:ea typeface="Arial"/>
                  <a:cs typeface="Arial"/>
                  <a:sym typeface="Arial"/>
                </a:rPr>
                <a:t>suscriptor </a:t>
              </a:r>
              <a:r>
                <a:rPr b="1" i="0" lang="en-US" sz="1795" u="none" cap="none" strike="noStrike">
                  <a:solidFill>
                    <a:srgbClr val="4A4A4A"/>
                  </a:solidFill>
                  <a:latin typeface="Arial"/>
                  <a:ea typeface="Arial"/>
                  <a:cs typeface="Arial"/>
                  <a:sym typeface="Arial"/>
                </a:rPr>
                <a:t>quiero </a:t>
              </a:r>
              <a:r>
                <a:rPr b="0" i="0" lang="en-US" sz="1795" u="none" cap="none" strike="noStrike">
                  <a:solidFill>
                    <a:srgbClr val="4A4A4A"/>
                  </a:solidFill>
                  <a:latin typeface="Arial"/>
                  <a:ea typeface="Arial"/>
                  <a:cs typeface="Arial"/>
                  <a:sym typeface="Arial"/>
                </a:rPr>
                <a:t>visualizar el comportamiento histórico de los productos o servicios de mi interés</a:t>
              </a:r>
              <a:r>
                <a:rPr b="1" i="0" lang="en-US" sz="1795" u="none" cap="none" strike="noStrike">
                  <a:solidFill>
                    <a:srgbClr val="4A4A4A"/>
                  </a:solidFill>
                  <a:latin typeface="Arial"/>
                  <a:ea typeface="Arial"/>
                  <a:cs typeface="Arial"/>
                  <a:sym typeface="Arial"/>
                </a:rPr>
                <a:t> para </a:t>
              </a:r>
              <a:r>
                <a:rPr b="0" i="0" lang="en-US" sz="1795" u="none" cap="none" strike="noStrike">
                  <a:solidFill>
                    <a:srgbClr val="4A4A4A"/>
                  </a:solidFill>
                  <a:latin typeface="Arial"/>
                  <a:ea typeface="Arial"/>
                  <a:cs typeface="Arial"/>
                  <a:sym typeface="Arial"/>
                </a:rPr>
                <a:t>identificar tendencias y oportunidades de negocio</a:t>
              </a:r>
              <a:endParaRPr/>
            </a:p>
          </p:txBody>
        </p:sp>
      </p:grpSp>
      <p:grpSp>
        <p:nvGrpSpPr>
          <p:cNvPr id="982" name="Google Shape;982;p14"/>
          <p:cNvGrpSpPr/>
          <p:nvPr/>
        </p:nvGrpSpPr>
        <p:grpSpPr>
          <a:xfrm>
            <a:off x="630154" y="6615140"/>
            <a:ext cx="11044179" cy="1674959"/>
            <a:chOff x="0" y="-649008"/>
            <a:chExt cx="14725573" cy="2233279"/>
          </a:xfrm>
        </p:grpSpPr>
        <p:grpSp>
          <p:nvGrpSpPr>
            <p:cNvPr id="983" name="Google Shape;983;p14"/>
            <p:cNvGrpSpPr/>
            <p:nvPr/>
          </p:nvGrpSpPr>
          <p:grpSpPr>
            <a:xfrm>
              <a:off x="135877" y="-649008"/>
              <a:ext cx="14589695" cy="2220605"/>
              <a:chOff x="0" y="-104775"/>
              <a:chExt cx="2310231" cy="351625"/>
            </a:xfrm>
          </p:grpSpPr>
          <p:sp>
            <p:nvSpPr>
              <p:cNvPr id="984" name="Google Shape;984;p14"/>
              <p:cNvSpPr/>
              <p:nvPr/>
            </p:nvSpPr>
            <p:spPr>
              <a:xfrm>
                <a:off x="0" y="0"/>
                <a:ext cx="2310231" cy="246850"/>
              </a:xfrm>
              <a:custGeom>
                <a:rect b="b" l="l" r="r" t="t"/>
                <a:pathLst>
                  <a:path extrusionOk="0" h="246850" w="2310231">
                    <a:moveTo>
                      <a:pt x="0" y="0"/>
                    </a:moveTo>
                    <a:lnTo>
                      <a:pt x="2310231" y="0"/>
                    </a:lnTo>
                    <a:lnTo>
                      <a:pt x="2310231" y="246850"/>
                    </a:lnTo>
                    <a:lnTo>
                      <a:pt x="0" y="24685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985" name="Google Shape;985;p14"/>
              <p:cNvSpPr txBox="1"/>
              <p:nvPr/>
            </p:nvSpPr>
            <p:spPr>
              <a:xfrm>
                <a:off x="0" y="-104775"/>
                <a:ext cx="2310231" cy="3516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86" name="Google Shape;986;p14"/>
            <p:cNvGrpSpPr/>
            <p:nvPr/>
          </p:nvGrpSpPr>
          <p:grpSpPr>
            <a:xfrm>
              <a:off x="0" y="-47528"/>
              <a:ext cx="135877" cy="1631799"/>
              <a:chOff x="0" y="-38100"/>
              <a:chExt cx="108923" cy="1308100"/>
            </a:xfrm>
          </p:grpSpPr>
          <p:sp>
            <p:nvSpPr>
              <p:cNvPr id="987" name="Google Shape;987;p14"/>
              <p:cNvSpPr/>
              <p:nvPr/>
            </p:nvSpPr>
            <p:spPr>
              <a:xfrm>
                <a:off x="0" y="0"/>
                <a:ext cx="108923" cy="1270000"/>
              </a:xfrm>
              <a:custGeom>
                <a:rect b="b" l="l" r="r" t="t"/>
                <a:pathLst>
                  <a:path extrusionOk="0" h="1270000" w="108923">
                    <a:moveTo>
                      <a:pt x="10892" y="0"/>
                    </a:moveTo>
                    <a:lnTo>
                      <a:pt x="98031" y="0"/>
                    </a:lnTo>
                    <a:cubicBezTo>
                      <a:pt x="100920" y="0"/>
                      <a:pt x="103690" y="1070"/>
                      <a:pt x="105733" y="2976"/>
                    </a:cubicBezTo>
                    <a:cubicBezTo>
                      <a:pt x="107776" y="4881"/>
                      <a:pt x="108923" y="7465"/>
                      <a:pt x="108923" y="10160"/>
                    </a:cubicBezTo>
                    <a:lnTo>
                      <a:pt x="108923" y="1259840"/>
                    </a:lnTo>
                    <a:cubicBezTo>
                      <a:pt x="108923" y="1262535"/>
                      <a:pt x="107776" y="1265119"/>
                      <a:pt x="105733" y="1267024"/>
                    </a:cubicBezTo>
                    <a:cubicBezTo>
                      <a:pt x="103690" y="1268930"/>
                      <a:pt x="100920" y="1270000"/>
                      <a:pt x="98031" y="1270000"/>
                    </a:cubicBezTo>
                    <a:lnTo>
                      <a:pt x="10892" y="1270000"/>
                    </a:lnTo>
                    <a:cubicBezTo>
                      <a:pt x="8004" y="1270000"/>
                      <a:pt x="5233" y="1268930"/>
                      <a:pt x="3190" y="1267024"/>
                    </a:cubicBezTo>
                    <a:cubicBezTo>
                      <a:pt x="1148" y="1265119"/>
                      <a:pt x="0" y="1262535"/>
                      <a:pt x="0" y="1259840"/>
                    </a:cubicBezTo>
                    <a:lnTo>
                      <a:pt x="0" y="10160"/>
                    </a:lnTo>
                    <a:cubicBezTo>
                      <a:pt x="0" y="4549"/>
                      <a:pt x="4877" y="0"/>
                      <a:pt x="10892" y="0"/>
                    </a:cubicBezTo>
                    <a:close/>
                  </a:path>
                </a:pathLst>
              </a:custGeom>
              <a:solidFill>
                <a:srgbClr val="4FC3F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88" name="Google Shape;988;p14"/>
              <p:cNvSpPr txBox="1"/>
              <p:nvPr/>
            </p:nvSpPr>
            <p:spPr>
              <a:xfrm>
                <a:off x="0" y="-38100"/>
                <a:ext cx="108923" cy="1308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l">
                  <a:lnSpc>
                    <a:spcPct val="93277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89" name="Google Shape;989;p14"/>
            <p:cNvGrpSpPr/>
            <p:nvPr/>
          </p:nvGrpSpPr>
          <p:grpSpPr>
            <a:xfrm>
              <a:off x="509540" y="87927"/>
              <a:ext cx="849233" cy="899074"/>
              <a:chOff x="0" y="-85725"/>
              <a:chExt cx="680771" cy="720725"/>
            </a:xfrm>
          </p:grpSpPr>
          <p:sp>
            <p:nvSpPr>
              <p:cNvPr id="990" name="Google Shape;990;p14"/>
              <p:cNvSpPr/>
              <p:nvPr/>
            </p:nvSpPr>
            <p:spPr>
              <a:xfrm>
                <a:off x="0" y="0"/>
                <a:ext cx="680771" cy="635000"/>
              </a:xfrm>
              <a:custGeom>
                <a:rect b="b" l="l" r="r" t="t"/>
                <a:pathLst>
                  <a:path extrusionOk="0" h="635000" w="680771">
                    <a:moveTo>
                      <a:pt x="340385" y="0"/>
                    </a:moveTo>
                    <a:cubicBezTo>
                      <a:pt x="152396" y="0"/>
                      <a:pt x="0" y="142150"/>
                      <a:pt x="0" y="317500"/>
                    </a:cubicBezTo>
                    <a:cubicBezTo>
                      <a:pt x="0" y="492850"/>
                      <a:pt x="152396" y="635000"/>
                      <a:pt x="340385" y="635000"/>
                    </a:cubicBezTo>
                    <a:cubicBezTo>
                      <a:pt x="528375" y="635000"/>
                      <a:pt x="680771" y="492850"/>
                      <a:pt x="680771" y="317500"/>
                    </a:cubicBezTo>
                    <a:cubicBezTo>
                      <a:pt x="680771" y="142150"/>
                      <a:pt x="528375" y="0"/>
                      <a:pt x="340385" y="0"/>
                    </a:cubicBezTo>
                    <a:close/>
                  </a:path>
                </a:pathLst>
              </a:custGeom>
              <a:solidFill>
                <a:srgbClr val="4FC3F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1" name="Google Shape;991;p14"/>
              <p:cNvSpPr txBox="1"/>
              <p:nvPr/>
            </p:nvSpPr>
            <p:spPr>
              <a:xfrm>
                <a:off x="0" y="-85725"/>
                <a:ext cx="680771" cy="7207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400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i="0" lang="en-US" sz="1799" u="none" cap="none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04</a:t>
                </a:r>
                <a:endParaRPr/>
              </a:p>
            </p:txBody>
          </p:sp>
        </p:grpSp>
        <p:sp>
          <p:nvSpPr>
            <p:cNvPr id="992" name="Google Shape;992;p14"/>
            <p:cNvSpPr txBox="1"/>
            <p:nvPr/>
          </p:nvSpPr>
          <p:spPr>
            <a:xfrm>
              <a:off x="1698466" y="-19283"/>
              <a:ext cx="12600918" cy="6593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2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993" u="none" cap="none" strike="noStrike">
                  <a:solidFill>
                    <a:srgbClr val="1A1A1A"/>
                  </a:solidFill>
                  <a:latin typeface="Arial"/>
                  <a:ea typeface="Arial"/>
                  <a:cs typeface="Arial"/>
                  <a:sym typeface="Arial"/>
                </a:rPr>
                <a:t>Exportación de Información</a:t>
              </a:r>
              <a:endParaRPr/>
            </a:p>
          </p:txBody>
        </p:sp>
        <p:sp>
          <p:nvSpPr>
            <p:cNvPr id="993" name="Google Shape;993;p14"/>
            <p:cNvSpPr txBox="1"/>
            <p:nvPr/>
          </p:nvSpPr>
          <p:spPr>
            <a:xfrm>
              <a:off x="1698466" y="491759"/>
              <a:ext cx="13027107" cy="10130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5002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995" u="none" cap="none" strike="noStrike">
                  <a:solidFill>
                    <a:srgbClr val="4A4A4A"/>
                  </a:solidFill>
                  <a:latin typeface="Arial"/>
                  <a:ea typeface="Arial"/>
                  <a:cs typeface="Arial"/>
                  <a:sym typeface="Arial"/>
                </a:rPr>
                <a:t>Como </a:t>
              </a:r>
              <a:r>
                <a:rPr b="0" i="0" lang="en-US" sz="1995" u="none" cap="none" strike="noStrike">
                  <a:solidFill>
                    <a:srgbClr val="4A4A4A"/>
                  </a:solidFill>
                  <a:latin typeface="Arial"/>
                  <a:ea typeface="Arial"/>
                  <a:cs typeface="Arial"/>
                  <a:sym typeface="Arial"/>
                </a:rPr>
                <a:t>suscriptor </a:t>
              </a:r>
              <a:r>
                <a:rPr b="1" i="0" lang="en-US" sz="1995" u="none" cap="none" strike="noStrike">
                  <a:solidFill>
                    <a:srgbClr val="4A4A4A"/>
                  </a:solidFill>
                  <a:latin typeface="Arial"/>
                  <a:ea typeface="Arial"/>
                  <a:cs typeface="Arial"/>
                  <a:sym typeface="Arial"/>
                </a:rPr>
                <a:t>quiero </a:t>
              </a:r>
              <a:r>
                <a:rPr b="0" i="0" lang="en-US" sz="1995" u="none" cap="none" strike="noStrike">
                  <a:solidFill>
                    <a:srgbClr val="4A4A4A"/>
                  </a:solidFill>
                  <a:latin typeface="Arial"/>
                  <a:ea typeface="Arial"/>
                  <a:cs typeface="Arial"/>
                  <a:sym typeface="Arial"/>
                </a:rPr>
                <a:t>exportar la información de los dashboards </a:t>
              </a:r>
              <a:r>
                <a:rPr b="1" i="0" lang="en-US" sz="1995" u="none" cap="none" strike="noStrike">
                  <a:solidFill>
                    <a:srgbClr val="4A4A4A"/>
                  </a:solidFill>
                  <a:latin typeface="Arial"/>
                  <a:ea typeface="Arial"/>
                  <a:cs typeface="Arial"/>
                  <a:sym typeface="Arial"/>
                </a:rPr>
                <a:t> para </a:t>
              </a:r>
              <a:r>
                <a:rPr b="0" i="0" lang="en-US" sz="1995" u="none" cap="none" strike="noStrike">
                  <a:solidFill>
                    <a:srgbClr val="4A4A4A"/>
                  </a:solidFill>
                  <a:latin typeface="Arial"/>
                  <a:ea typeface="Arial"/>
                  <a:cs typeface="Arial"/>
                  <a:sym typeface="Arial"/>
                </a:rPr>
                <a:t>utilizarla en análisis externos o compartirla con mi equipo</a:t>
              </a:r>
              <a:endParaRPr/>
            </a:p>
          </p:txBody>
        </p:sp>
      </p:grpSp>
      <p:sp>
        <p:nvSpPr>
          <p:cNvPr id="994" name="Google Shape;994;p14"/>
          <p:cNvSpPr txBox="1"/>
          <p:nvPr/>
        </p:nvSpPr>
        <p:spPr>
          <a:xfrm>
            <a:off x="991641" y="2130585"/>
            <a:ext cx="11612195" cy="8143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4312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E06 - Módulo Dashboard Histórico (Suscriptor)</a:t>
            </a:r>
            <a:endParaRPr/>
          </a:p>
        </p:txBody>
      </p:sp>
      <p:cxnSp>
        <p:nvCxnSpPr>
          <p:cNvPr id="995" name="Google Shape;995;p14"/>
          <p:cNvCxnSpPr/>
          <p:nvPr/>
        </p:nvCxnSpPr>
        <p:spPr>
          <a:xfrm>
            <a:off x="2584271" y="431862"/>
            <a:ext cx="0" cy="982477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96" name="Google Shape;996;p14"/>
          <p:cNvSpPr txBox="1"/>
          <p:nvPr/>
        </p:nvSpPr>
        <p:spPr>
          <a:xfrm>
            <a:off x="17663375" y="9579067"/>
            <a:ext cx="1524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56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14</a:t>
            </a:r>
            <a:endParaRPr/>
          </a:p>
        </p:txBody>
      </p:sp>
      <p:sp>
        <p:nvSpPr>
          <p:cNvPr id="997" name="Google Shape;997;p14"/>
          <p:cNvSpPr txBox="1"/>
          <p:nvPr/>
        </p:nvSpPr>
        <p:spPr>
          <a:xfrm>
            <a:off x="197858" y="-68013"/>
            <a:ext cx="2348313" cy="16484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224" u="none" cap="none" strike="noStrike">
                <a:solidFill>
                  <a:srgbClr val="000000"/>
                </a:solidFill>
                <a:latin typeface="Ultra"/>
                <a:ea typeface="Ultra"/>
                <a:cs typeface="Ultra"/>
                <a:sym typeface="Ultra"/>
              </a:rPr>
              <a:t>VII.-</a:t>
            </a:r>
            <a:endParaRPr/>
          </a:p>
        </p:txBody>
      </p:sp>
      <p:sp>
        <p:nvSpPr>
          <p:cNvPr id="998" name="Google Shape;998;p14"/>
          <p:cNvSpPr txBox="1"/>
          <p:nvPr/>
        </p:nvSpPr>
        <p:spPr>
          <a:xfrm>
            <a:off x="3066821" y="91678"/>
            <a:ext cx="11687175" cy="15880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30" u="none" cap="none" strike="noStrike">
                <a:solidFill>
                  <a:srgbClr val="000000"/>
                </a:solidFill>
                <a:latin typeface="Ultra"/>
                <a:ea typeface="Ultra"/>
                <a:cs typeface="Ultra"/>
                <a:sym typeface="Ultra"/>
              </a:rPr>
              <a:t>ÉPICAS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3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HISTORIAS DE USUARIO</a:t>
            </a:r>
            <a:endParaRPr/>
          </a:p>
        </p:txBody>
      </p:sp>
      <p:grpSp>
        <p:nvGrpSpPr>
          <p:cNvPr id="999" name="Google Shape;999;p14"/>
          <p:cNvGrpSpPr/>
          <p:nvPr/>
        </p:nvGrpSpPr>
        <p:grpSpPr>
          <a:xfrm>
            <a:off x="769906" y="7338729"/>
            <a:ext cx="16074778" cy="2600138"/>
            <a:chOff x="0" y="-276225"/>
            <a:chExt cx="4001990" cy="647332"/>
          </a:xfrm>
        </p:grpSpPr>
        <p:sp>
          <p:nvSpPr>
            <p:cNvPr id="1000" name="Google Shape;1000;p14"/>
            <p:cNvSpPr/>
            <p:nvPr/>
          </p:nvSpPr>
          <p:spPr>
            <a:xfrm>
              <a:off x="0" y="0"/>
              <a:ext cx="4001989" cy="371107"/>
            </a:xfrm>
            <a:custGeom>
              <a:rect b="b" l="l" r="r" t="t"/>
              <a:pathLst>
                <a:path extrusionOk="0" h="371107" w="4001989">
                  <a:moveTo>
                    <a:pt x="0" y="0"/>
                  </a:moveTo>
                  <a:lnTo>
                    <a:pt x="4001989" y="0"/>
                  </a:lnTo>
                  <a:lnTo>
                    <a:pt x="4001989" y="371107"/>
                  </a:lnTo>
                  <a:lnTo>
                    <a:pt x="0" y="371107"/>
                  </a:lnTo>
                  <a:close/>
                </a:path>
              </a:pathLst>
            </a:custGeom>
            <a:solidFill>
              <a:srgbClr val="F49619"/>
            </a:solidFill>
            <a:ln>
              <a:noFill/>
            </a:ln>
          </p:spPr>
        </p:sp>
        <p:sp>
          <p:nvSpPr>
            <p:cNvPr id="1001" name="Google Shape;1001;p14"/>
            <p:cNvSpPr txBox="1"/>
            <p:nvPr/>
          </p:nvSpPr>
          <p:spPr>
            <a:xfrm>
              <a:off x="0" y="-276225"/>
              <a:ext cx="4001990" cy="647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02" name="Google Shape;1002;p14"/>
          <p:cNvGrpSpPr/>
          <p:nvPr/>
        </p:nvGrpSpPr>
        <p:grpSpPr>
          <a:xfrm>
            <a:off x="1168928" y="7566615"/>
            <a:ext cx="15276734" cy="2150166"/>
            <a:chOff x="0" y="-276225"/>
            <a:chExt cx="3803308" cy="535307"/>
          </a:xfrm>
        </p:grpSpPr>
        <p:sp>
          <p:nvSpPr>
            <p:cNvPr id="1003" name="Google Shape;1003;p14"/>
            <p:cNvSpPr/>
            <p:nvPr/>
          </p:nvSpPr>
          <p:spPr>
            <a:xfrm>
              <a:off x="0" y="0"/>
              <a:ext cx="3803308" cy="259082"/>
            </a:xfrm>
            <a:custGeom>
              <a:rect b="b" l="l" r="r" t="t"/>
              <a:pathLst>
                <a:path extrusionOk="0" h="259082" w="3803308">
                  <a:moveTo>
                    <a:pt x="0" y="0"/>
                  </a:moveTo>
                  <a:lnTo>
                    <a:pt x="3803308" y="0"/>
                  </a:lnTo>
                  <a:lnTo>
                    <a:pt x="3803308" y="259082"/>
                  </a:lnTo>
                  <a:lnTo>
                    <a:pt x="0" y="259082"/>
                  </a:lnTo>
                  <a:close/>
                </a:path>
              </a:pathLst>
            </a:custGeom>
            <a:solidFill>
              <a:srgbClr val="F8FAFC"/>
            </a:solidFill>
            <a:ln>
              <a:noFill/>
            </a:ln>
          </p:spPr>
        </p:sp>
        <p:sp>
          <p:nvSpPr>
            <p:cNvPr id="1004" name="Google Shape;1004;p14"/>
            <p:cNvSpPr txBox="1"/>
            <p:nvPr/>
          </p:nvSpPr>
          <p:spPr>
            <a:xfrm>
              <a:off x="0" y="-276225"/>
              <a:ext cx="3803308" cy="53530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05" name="Google Shape;1005;p14"/>
          <p:cNvSpPr txBox="1"/>
          <p:nvPr/>
        </p:nvSpPr>
        <p:spPr>
          <a:xfrm>
            <a:off x="1565882" y="8627713"/>
            <a:ext cx="14577346" cy="10992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4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Este dashboard permite identificar tendencias y tomar decisiones más informadas. </a:t>
            </a:r>
            <a:endParaRPr/>
          </a:p>
        </p:txBody>
      </p:sp>
    </p:spTree>
  </p:cSld>
  <p:clrMapOvr>
    <a:masterClrMapping/>
  </p:clrMapOvr>
  <p:transition spd="slow">
    <p:push/>
  </p:transition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9" name="Shape 10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0" name="Google Shape;1010;p15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9333" l="0" r="0" t="-9333"/>
            </a:stretch>
          </a:blipFill>
          <a:ln>
            <a:noFill/>
          </a:ln>
        </p:spPr>
      </p:sp>
      <p:sp>
        <p:nvSpPr>
          <p:cNvPr id="1011" name="Google Shape;1011;p15"/>
          <p:cNvSpPr/>
          <p:nvPr/>
        </p:nvSpPr>
        <p:spPr>
          <a:xfrm>
            <a:off x="8621723" y="1848926"/>
            <a:ext cx="15675429" cy="8438074"/>
          </a:xfrm>
          <a:custGeom>
            <a:rect b="b" l="l" r="r" t="t"/>
            <a:pathLst>
              <a:path extrusionOk="0" h="8438074" w="15675429">
                <a:moveTo>
                  <a:pt x="0" y="0"/>
                </a:moveTo>
                <a:lnTo>
                  <a:pt x="15675429" y="0"/>
                </a:lnTo>
                <a:lnTo>
                  <a:pt x="15675429" y="8438074"/>
                </a:lnTo>
                <a:lnTo>
                  <a:pt x="0" y="843807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-1266" r="-1266" t="0"/>
            </a:stretch>
          </a:blipFill>
          <a:ln>
            <a:noFill/>
          </a:ln>
        </p:spPr>
      </p:sp>
      <p:grpSp>
        <p:nvGrpSpPr>
          <p:cNvPr id="1012" name="Google Shape;1012;p15"/>
          <p:cNvGrpSpPr/>
          <p:nvPr/>
        </p:nvGrpSpPr>
        <p:grpSpPr>
          <a:xfrm>
            <a:off x="6797739" y="-847710"/>
            <a:ext cx="6750417" cy="11770143"/>
            <a:chOff x="0" y="-1999365"/>
            <a:chExt cx="9000556" cy="15693523"/>
          </a:xfrm>
        </p:grpSpPr>
        <p:grpSp>
          <p:nvGrpSpPr>
            <p:cNvPr id="1013" name="Google Shape;1013;p15"/>
            <p:cNvGrpSpPr/>
            <p:nvPr/>
          </p:nvGrpSpPr>
          <p:grpSpPr>
            <a:xfrm>
              <a:off x="906217" y="-1999365"/>
              <a:ext cx="8094339" cy="14866195"/>
              <a:chOff x="0" y="-104775"/>
              <a:chExt cx="424177" cy="779050"/>
            </a:xfrm>
          </p:grpSpPr>
          <p:sp>
            <p:nvSpPr>
              <p:cNvPr id="1014" name="Google Shape;1014;p15"/>
              <p:cNvSpPr/>
              <p:nvPr/>
            </p:nvSpPr>
            <p:spPr>
              <a:xfrm>
                <a:off x="0" y="0"/>
                <a:ext cx="424177" cy="674275"/>
              </a:xfrm>
              <a:custGeom>
                <a:rect b="b" l="l" r="r" t="t"/>
                <a:pathLst>
                  <a:path extrusionOk="0" h="674275" w="424177">
                    <a:moveTo>
                      <a:pt x="203200" y="0"/>
                    </a:moveTo>
                    <a:lnTo>
                      <a:pt x="424177" y="0"/>
                    </a:lnTo>
                    <a:lnTo>
                      <a:pt x="220977" y="674275"/>
                    </a:lnTo>
                    <a:lnTo>
                      <a:pt x="0" y="674275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393E46">
                  <a:alpha val="46667"/>
                </a:srgbClr>
              </a:solidFill>
              <a:ln>
                <a:noFill/>
              </a:ln>
            </p:spPr>
          </p:sp>
          <p:sp>
            <p:nvSpPr>
              <p:cNvPr id="1015" name="Google Shape;1015;p15"/>
              <p:cNvSpPr txBox="1"/>
              <p:nvPr/>
            </p:nvSpPr>
            <p:spPr>
              <a:xfrm>
                <a:off x="101600" y="-104775"/>
                <a:ext cx="220977" cy="7790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16" name="Google Shape;1016;p15"/>
            <p:cNvGrpSpPr/>
            <p:nvPr/>
          </p:nvGrpSpPr>
          <p:grpSpPr>
            <a:xfrm>
              <a:off x="0" y="-1172037"/>
              <a:ext cx="7755110" cy="14866195"/>
              <a:chOff x="0" y="-104775"/>
              <a:chExt cx="406400" cy="779050"/>
            </a:xfrm>
          </p:grpSpPr>
          <p:sp>
            <p:nvSpPr>
              <p:cNvPr id="1017" name="Google Shape;1017;p15"/>
              <p:cNvSpPr/>
              <p:nvPr/>
            </p:nvSpPr>
            <p:spPr>
              <a:xfrm>
                <a:off x="0" y="0"/>
                <a:ext cx="406400" cy="674275"/>
              </a:xfrm>
              <a:custGeom>
                <a:rect b="b" l="l" r="r" t="t"/>
                <a:pathLst>
                  <a:path extrusionOk="0" h="674275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74275"/>
                    </a:lnTo>
                    <a:lnTo>
                      <a:pt x="0" y="674275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393E46"/>
              </a:solidFill>
              <a:ln>
                <a:noFill/>
              </a:ln>
            </p:spPr>
          </p:sp>
          <p:sp>
            <p:nvSpPr>
              <p:cNvPr id="1018" name="Google Shape;1018;p15"/>
              <p:cNvSpPr txBox="1"/>
              <p:nvPr/>
            </p:nvSpPr>
            <p:spPr>
              <a:xfrm>
                <a:off x="101600" y="-104775"/>
                <a:ext cx="203200" cy="7790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019" name="Google Shape;1019;p15"/>
          <p:cNvGrpSpPr/>
          <p:nvPr/>
        </p:nvGrpSpPr>
        <p:grpSpPr>
          <a:xfrm>
            <a:off x="-22436" y="-1368585"/>
            <a:ext cx="18332871" cy="3373138"/>
            <a:chOff x="0" y="-276225"/>
            <a:chExt cx="4828411" cy="888399"/>
          </a:xfrm>
        </p:grpSpPr>
        <p:sp>
          <p:nvSpPr>
            <p:cNvPr id="1020" name="Google Shape;1020;p15"/>
            <p:cNvSpPr/>
            <p:nvPr/>
          </p:nvSpPr>
          <p:spPr>
            <a:xfrm>
              <a:off x="0" y="0"/>
              <a:ext cx="4828411" cy="612174"/>
            </a:xfrm>
            <a:custGeom>
              <a:rect b="b" l="l" r="r" t="t"/>
              <a:pathLst>
                <a:path extrusionOk="0" h="612174" w="4828411">
                  <a:moveTo>
                    <a:pt x="0" y="0"/>
                  </a:moveTo>
                  <a:lnTo>
                    <a:pt x="4828411" y="0"/>
                  </a:lnTo>
                  <a:lnTo>
                    <a:pt x="4828411" y="612174"/>
                  </a:lnTo>
                  <a:lnTo>
                    <a:pt x="0" y="612174"/>
                  </a:lnTo>
                  <a:close/>
                </a:path>
              </a:pathLst>
            </a:custGeom>
            <a:solidFill>
              <a:srgbClr val="F49619"/>
            </a:solidFill>
            <a:ln>
              <a:noFill/>
            </a:ln>
          </p:spPr>
        </p:sp>
        <p:sp>
          <p:nvSpPr>
            <p:cNvPr id="1021" name="Google Shape;1021;p15"/>
            <p:cNvSpPr txBox="1"/>
            <p:nvPr/>
          </p:nvSpPr>
          <p:spPr>
            <a:xfrm>
              <a:off x="0" y="-276225"/>
              <a:ext cx="4828411" cy="8883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22" name="Google Shape;1022;p15"/>
          <p:cNvSpPr/>
          <p:nvPr/>
        </p:nvSpPr>
        <p:spPr>
          <a:xfrm>
            <a:off x="17789121" y="9481948"/>
            <a:ext cx="1699256" cy="1019554"/>
          </a:xfrm>
          <a:custGeom>
            <a:rect b="b" l="l" r="r" t="t"/>
            <a:pathLst>
              <a:path extrusionOk="0" h="1019554" w="1699256">
                <a:moveTo>
                  <a:pt x="0" y="0"/>
                </a:moveTo>
                <a:lnTo>
                  <a:pt x="1699257" y="0"/>
                </a:lnTo>
                <a:lnTo>
                  <a:pt x="1699257" y="1019554"/>
                </a:lnTo>
                <a:lnTo>
                  <a:pt x="0" y="101955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23" name="Google Shape;1023;p15"/>
          <p:cNvSpPr/>
          <p:nvPr/>
        </p:nvSpPr>
        <p:spPr>
          <a:xfrm rot="-5400000">
            <a:off x="16766650" y="-639688"/>
            <a:ext cx="2304785" cy="2333959"/>
          </a:xfrm>
          <a:custGeom>
            <a:rect b="b" l="l" r="r" t="t"/>
            <a:pathLst>
              <a:path extrusionOk="0" h="2333959" w="2304785">
                <a:moveTo>
                  <a:pt x="0" y="0"/>
                </a:moveTo>
                <a:lnTo>
                  <a:pt x="2304785" y="0"/>
                </a:lnTo>
                <a:lnTo>
                  <a:pt x="2304785" y="2333959"/>
                </a:lnTo>
                <a:lnTo>
                  <a:pt x="0" y="233395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24" name="Google Shape;1024;p15"/>
          <p:cNvSpPr/>
          <p:nvPr/>
        </p:nvSpPr>
        <p:spPr>
          <a:xfrm>
            <a:off x="-1027496" y="8529558"/>
            <a:ext cx="1491022" cy="952391"/>
          </a:xfrm>
          <a:custGeom>
            <a:rect b="b" l="l" r="r" t="t"/>
            <a:pathLst>
              <a:path extrusionOk="0" h="952391" w="1491022">
                <a:moveTo>
                  <a:pt x="0" y="0"/>
                </a:moveTo>
                <a:lnTo>
                  <a:pt x="1491022" y="0"/>
                </a:lnTo>
                <a:lnTo>
                  <a:pt x="1491022" y="952390"/>
                </a:lnTo>
                <a:lnTo>
                  <a:pt x="0" y="95239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25" name="Google Shape;1025;p15"/>
          <p:cNvSpPr/>
          <p:nvPr/>
        </p:nvSpPr>
        <p:spPr>
          <a:xfrm>
            <a:off x="3653851" y="9982200"/>
            <a:ext cx="10952506" cy="1880464"/>
          </a:xfrm>
          <a:custGeom>
            <a:rect b="b" l="l" r="r" t="t"/>
            <a:pathLst>
              <a:path extrusionOk="0" h="1880464" w="10952506">
                <a:moveTo>
                  <a:pt x="0" y="0"/>
                </a:moveTo>
                <a:lnTo>
                  <a:pt x="10952506" y="0"/>
                </a:lnTo>
                <a:lnTo>
                  <a:pt x="10952506" y="1880464"/>
                </a:lnTo>
                <a:lnTo>
                  <a:pt x="0" y="188046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-2157" r="-2202" t="-59556"/>
            </a:stretch>
          </a:blipFill>
          <a:ln>
            <a:noFill/>
          </a:ln>
        </p:spPr>
      </p:sp>
      <p:sp>
        <p:nvSpPr>
          <p:cNvPr id="1026" name="Google Shape;1026;p15"/>
          <p:cNvSpPr/>
          <p:nvPr/>
        </p:nvSpPr>
        <p:spPr>
          <a:xfrm>
            <a:off x="10387682" y="6932601"/>
            <a:ext cx="1118266" cy="2309671"/>
          </a:xfrm>
          <a:custGeom>
            <a:rect b="b" l="l" r="r" t="t"/>
            <a:pathLst>
              <a:path extrusionOk="0" h="2309671" w="1118266">
                <a:moveTo>
                  <a:pt x="0" y="0"/>
                </a:moveTo>
                <a:lnTo>
                  <a:pt x="1118265" y="0"/>
                </a:lnTo>
                <a:lnTo>
                  <a:pt x="1118265" y="2309671"/>
                </a:lnTo>
                <a:lnTo>
                  <a:pt x="0" y="230967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27" name="Google Shape;1027;p15"/>
          <p:cNvSpPr/>
          <p:nvPr/>
        </p:nvSpPr>
        <p:spPr>
          <a:xfrm rot="5400000">
            <a:off x="-1159476" y="3492517"/>
            <a:ext cx="1754981" cy="1777196"/>
          </a:xfrm>
          <a:custGeom>
            <a:rect b="b" l="l" r="r" t="t"/>
            <a:pathLst>
              <a:path extrusionOk="0" h="1777196" w="1754981">
                <a:moveTo>
                  <a:pt x="1754982" y="1777196"/>
                </a:moveTo>
                <a:lnTo>
                  <a:pt x="0" y="1777196"/>
                </a:lnTo>
                <a:lnTo>
                  <a:pt x="0" y="0"/>
                </a:lnTo>
                <a:lnTo>
                  <a:pt x="1754982" y="0"/>
                </a:lnTo>
                <a:lnTo>
                  <a:pt x="1754982" y="1777196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028" name="Google Shape;1028;p15"/>
          <p:cNvGrpSpPr/>
          <p:nvPr/>
        </p:nvGrpSpPr>
        <p:grpSpPr>
          <a:xfrm>
            <a:off x="-3072429" y="1262212"/>
            <a:ext cx="18079739" cy="1816678"/>
            <a:chOff x="0" y="-276225"/>
            <a:chExt cx="4761742" cy="478467"/>
          </a:xfrm>
        </p:grpSpPr>
        <p:sp>
          <p:nvSpPr>
            <p:cNvPr id="1029" name="Google Shape;1029;p15"/>
            <p:cNvSpPr/>
            <p:nvPr/>
          </p:nvSpPr>
          <p:spPr>
            <a:xfrm>
              <a:off x="0" y="0"/>
              <a:ext cx="4761742" cy="202242"/>
            </a:xfrm>
            <a:custGeom>
              <a:rect b="b" l="l" r="r" t="t"/>
              <a:pathLst>
                <a:path extrusionOk="0" h="202242" w="4761742">
                  <a:moveTo>
                    <a:pt x="0" y="0"/>
                  </a:moveTo>
                  <a:lnTo>
                    <a:pt x="4761742" y="0"/>
                  </a:lnTo>
                  <a:lnTo>
                    <a:pt x="4761742" y="202242"/>
                  </a:lnTo>
                  <a:lnTo>
                    <a:pt x="0" y="202242"/>
                  </a:lnTo>
                  <a:close/>
                </a:path>
              </a:pathLst>
            </a:custGeom>
            <a:solidFill>
              <a:srgbClr val="CB6CE6"/>
            </a:solidFill>
            <a:ln>
              <a:noFill/>
            </a:ln>
          </p:spPr>
        </p:sp>
        <p:sp>
          <p:nvSpPr>
            <p:cNvPr id="1030" name="Google Shape;1030;p15"/>
            <p:cNvSpPr txBox="1"/>
            <p:nvPr/>
          </p:nvSpPr>
          <p:spPr>
            <a:xfrm>
              <a:off x="0" y="-276225"/>
              <a:ext cx="4761742" cy="47846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31" name="Google Shape;1031;p15"/>
          <p:cNvGrpSpPr/>
          <p:nvPr/>
        </p:nvGrpSpPr>
        <p:grpSpPr>
          <a:xfrm>
            <a:off x="-2112046" y="2557527"/>
            <a:ext cx="15221548" cy="445449"/>
            <a:chOff x="0" y="-104775"/>
            <a:chExt cx="4008967" cy="117318"/>
          </a:xfrm>
        </p:grpSpPr>
        <p:sp>
          <p:nvSpPr>
            <p:cNvPr id="1032" name="Google Shape;1032;p15"/>
            <p:cNvSpPr/>
            <p:nvPr/>
          </p:nvSpPr>
          <p:spPr>
            <a:xfrm>
              <a:off x="0" y="0"/>
              <a:ext cx="4008967" cy="12543"/>
            </a:xfrm>
            <a:custGeom>
              <a:rect b="b" l="l" r="r" t="t"/>
              <a:pathLst>
                <a:path extrusionOk="0" h="12543" w="4008967">
                  <a:moveTo>
                    <a:pt x="0" y="0"/>
                  </a:moveTo>
                  <a:lnTo>
                    <a:pt x="4008967" y="0"/>
                  </a:lnTo>
                  <a:lnTo>
                    <a:pt x="4008967" y="12543"/>
                  </a:lnTo>
                  <a:lnTo>
                    <a:pt x="0" y="1254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033" name="Google Shape;1033;p15"/>
            <p:cNvSpPr txBox="1"/>
            <p:nvPr/>
          </p:nvSpPr>
          <p:spPr>
            <a:xfrm>
              <a:off x="0" y="-104775"/>
              <a:ext cx="4008966" cy="11731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34" name="Google Shape;1034;p15"/>
          <p:cNvGrpSpPr/>
          <p:nvPr/>
        </p:nvGrpSpPr>
        <p:grpSpPr>
          <a:xfrm>
            <a:off x="600093" y="2840740"/>
            <a:ext cx="12803310" cy="1642540"/>
            <a:chOff x="0" y="-623557"/>
            <a:chExt cx="17071080" cy="2190055"/>
          </a:xfrm>
        </p:grpSpPr>
        <p:grpSp>
          <p:nvGrpSpPr>
            <p:cNvPr id="1035" name="Google Shape;1035;p15"/>
            <p:cNvGrpSpPr/>
            <p:nvPr/>
          </p:nvGrpSpPr>
          <p:grpSpPr>
            <a:xfrm>
              <a:off x="98792" y="-623557"/>
              <a:ext cx="16972288" cy="2176017"/>
              <a:chOff x="0" y="-104775"/>
              <a:chExt cx="2742575" cy="351625"/>
            </a:xfrm>
          </p:grpSpPr>
          <p:sp>
            <p:nvSpPr>
              <p:cNvPr id="1036" name="Google Shape;1036;p15"/>
              <p:cNvSpPr/>
              <p:nvPr/>
            </p:nvSpPr>
            <p:spPr>
              <a:xfrm>
                <a:off x="0" y="0"/>
                <a:ext cx="2742575" cy="246850"/>
              </a:xfrm>
              <a:custGeom>
                <a:rect b="b" l="l" r="r" t="t"/>
                <a:pathLst>
                  <a:path extrusionOk="0" h="246850" w="2742575">
                    <a:moveTo>
                      <a:pt x="0" y="0"/>
                    </a:moveTo>
                    <a:lnTo>
                      <a:pt x="2742575" y="0"/>
                    </a:lnTo>
                    <a:lnTo>
                      <a:pt x="2742575" y="246850"/>
                    </a:lnTo>
                    <a:lnTo>
                      <a:pt x="0" y="24685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037" name="Google Shape;1037;p15"/>
              <p:cNvSpPr txBox="1"/>
              <p:nvPr/>
            </p:nvSpPr>
            <p:spPr>
              <a:xfrm>
                <a:off x="0" y="-104775"/>
                <a:ext cx="2742575" cy="3516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47777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38" name="Google Shape;1038;p15"/>
            <p:cNvGrpSpPr/>
            <p:nvPr/>
          </p:nvGrpSpPr>
          <p:grpSpPr>
            <a:xfrm>
              <a:off x="0" y="-46574"/>
              <a:ext cx="158067" cy="1599034"/>
              <a:chOff x="0" y="-38100"/>
              <a:chExt cx="129308" cy="1308100"/>
            </a:xfrm>
          </p:grpSpPr>
          <p:sp>
            <p:nvSpPr>
              <p:cNvPr id="1039" name="Google Shape;1039;p15"/>
              <p:cNvSpPr/>
              <p:nvPr/>
            </p:nvSpPr>
            <p:spPr>
              <a:xfrm>
                <a:off x="0" y="0"/>
                <a:ext cx="129308" cy="1270000"/>
              </a:xfrm>
              <a:custGeom>
                <a:rect b="b" l="l" r="r" t="t"/>
                <a:pathLst>
                  <a:path extrusionOk="0" h="1270000" w="129308">
                    <a:moveTo>
                      <a:pt x="12931" y="0"/>
                    </a:moveTo>
                    <a:lnTo>
                      <a:pt x="116377" y="0"/>
                    </a:lnTo>
                    <a:cubicBezTo>
                      <a:pt x="119806" y="0"/>
                      <a:pt x="123095" y="1070"/>
                      <a:pt x="125520" y="2976"/>
                    </a:cubicBezTo>
                    <a:cubicBezTo>
                      <a:pt x="127945" y="4881"/>
                      <a:pt x="129308" y="7465"/>
                      <a:pt x="129308" y="10160"/>
                    </a:cubicBezTo>
                    <a:lnTo>
                      <a:pt x="129308" y="1259840"/>
                    </a:lnTo>
                    <a:cubicBezTo>
                      <a:pt x="129308" y="1262535"/>
                      <a:pt x="127945" y="1265119"/>
                      <a:pt x="125520" y="1267024"/>
                    </a:cubicBezTo>
                    <a:cubicBezTo>
                      <a:pt x="123095" y="1268930"/>
                      <a:pt x="119806" y="1270000"/>
                      <a:pt x="116377" y="1270000"/>
                    </a:cubicBezTo>
                    <a:lnTo>
                      <a:pt x="12931" y="1270000"/>
                    </a:lnTo>
                    <a:cubicBezTo>
                      <a:pt x="9501" y="1270000"/>
                      <a:pt x="6212" y="1268930"/>
                      <a:pt x="3787" y="1267024"/>
                    </a:cubicBezTo>
                    <a:cubicBezTo>
                      <a:pt x="1362" y="1265119"/>
                      <a:pt x="0" y="1262535"/>
                      <a:pt x="0" y="1259840"/>
                    </a:cubicBezTo>
                    <a:lnTo>
                      <a:pt x="0" y="10160"/>
                    </a:lnTo>
                    <a:cubicBezTo>
                      <a:pt x="0" y="4549"/>
                      <a:pt x="5789" y="0"/>
                      <a:pt x="12931" y="0"/>
                    </a:cubicBezTo>
                    <a:close/>
                  </a:path>
                </a:pathLst>
              </a:custGeom>
              <a:solidFill>
                <a:srgbClr val="F4961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40" name="Google Shape;1040;p15"/>
              <p:cNvSpPr txBox="1"/>
              <p:nvPr/>
            </p:nvSpPr>
            <p:spPr>
              <a:xfrm>
                <a:off x="0" y="-38100"/>
                <a:ext cx="129308" cy="1308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l">
                  <a:lnSpc>
                    <a:spcPct val="93333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41" name="Google Shape;1041;p15"/>
            <p:cNvGrpSpPr/>
            <p:nvPr/>
          </p:nvGrpSpPr>
          <p:grpSpPr>
            <a:xfrm>
              <a:off x="359848" y="283324"/>
              <a:ext cx="987918" cy="881021"/>
              <a:chOff x="0" y="-85725"/>
              <a:chExt cx="808173" cy="720725"/>
            </a:xfrm>
          </p:grpSpPr>
          <p:sp>
            <p:nvSpPr>
              <p:cNvPr id="1042" name="Google Shape;1042;p15"/>
              <p:cNvSpPr/>
              <p:nvPr/>
            </p:nvSpPr>
            <p:spPr>
              <a:xfrm>
                <a:off x="0" y="0"/>
                <a:ext cx="808173" cy="635000"/>
              </a:xfrm>
              <a:custGeom>
                <a:rect b="b" l="l" r="r" t="t"/>
                <a:pathLst>
                  <a:path extrusionOk="0" h="635000" w="808173">
                    <a:moveTo>
                      <a:pt x="404086" y="0"/>
                    </a:moveTo>
                    <a:cubicBezTo>
                      <a:pt x="180916" y="0"/>
                      <a:pt x="0" y="142150"/>
                      <a:pt x="0" y="317500"/>
                    </a:cubicBezTo>
                    <a:cubicBezTo>
                      <a:pt x="0" y="492850"/>
                      <a:pt x="180916" y="635000"/>
                      <a:pt x="404086" y="635000"/>
                    </a:cubicBezTo>
                    <a:cubicBezTo>
                      <a:pt x="627257" y="635000"/>
                      <a:pt x="808173" y="492850"/>
                      <a:pt x="808173" y="317500"/>
                    </a:cubicBezTo>
                    <a:cubicBezTo>
                      <a:pt x="808173" y="142150"/>
                      <a:pt x="627257" y="0"/>
                      <a:pt x="404086" y="0"/>
                    </a:cubicBezTo>
                    <a:close/>
                  </a:path>
                </a:pathLst>
              </a:custGeom>
              <a:solidFill>
                <a:srgbClr val="F4961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43" name="Google Shape;1043;p15"/>
              <p:cNvSpPr txBox="1"/>
              <p:nvPr/>
            </p:nvSpPr>
            <p:spPr>
              <a:xfrm>
                <a:off x="0" y="-85725"/>
                <a:ext cx="808173" cy="7207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4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i="0" lang="en-US" sz="1800" u="none" cap="none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01</a:t>
                </a:r>
                <a:endParaRPr/>
              </a:p>
            </p:txBody>
          </p:sp>
        </p:grpSp>
        <p:sp>
          <p:nvSpPr>
            <p:cNvPr id="1044" name="Google Shape;1044;p15"/>
            <p:cNvSpPr txBox="1"/>
            <p:nvPr/>
          </p:nvSpPr>
          <p:spPr>
            <a:xfrm>
              <a:off x="1739720" y="-3154"/>
              <a:ext cx="14757283" cy="6582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2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933" u="none" cap="none" strike="noStrike">
                  <a:solidFill>
                    <a:srgbClr val="1A1A1A"/>
                  </a:solidFill>
                  <a:latin typeface="Arial"/>
                  <a:ea typeface="Arial"/>
                  <a:cs typeface="Arial"/>
                  <a:sym typeface="Arial"/>
                </a:rPr>
                <a:t>Dataset Curado</a:t>
              </a:r>
              <a:endParaRPr/>
            </a:p>
          </p:txBody>
        </p:sp>
        <p:sp>
          <p:nvSpPr>
            <p:cNvPr id="1045" name="Google Shape;1045;p15"/>
            <p:cNvSpPr txBox="1"/>
            <p:nvPr/>
          </p:nvSpPr>
          <p:spPr>
            <a:xfrm>
              <a:off x="1793697" y="551430"/>
              <a:ext cx="14757283" cy="101506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5002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955" u="none" cap="none" strike="noStrike">
                  <a:solidFill>
                    <a:srgbClr val="4A4A4A"/>
                  </a:solidFill>
                  <a:latin typeface="Arial"/>
                  <a:ea typeface="Arial"/>
                  <a:cs typeface="Arial"/>
                  <a:sym typeface="Arial"/>
                </a:rPr>
                <a:t>Como </a:t>
              </a:r>
              <a:r>
                <a:rPr b="0" i="0" lang="en-US" sz="1955" u="none" cap="none" strike="noStrike">
                  <a:solidFill>
                    <a:srgbClr val="4A4A4A"/>
                  </a:solidFill>
                  <a:latin typeface="Arial"/>
                  <a:ea typeface="Arial"/>
                  <a:cs typeface="Arial"/>
                  <a:sym typeface="Arial"/>
                </a:rPr>
                <a:t>ChileAvanza </a:t>
              </a:r>
              <a:r>
                <a:rPr b="1" i="0" lang="en-US" sz="1955" u="none" cap="none" strike="noStrike">
                  <a:solidFill>
                    <a:srgbClr val="4A4A4A"/>
                  </a:solidFill>
                  <a:latin typeface="Arial"/>
                  <a:ea typeface="Arial"/>
                  <a:cs typeface="Arial"/>
                  <a:sym typeface="Arial"/>
                </a:rPr>
                <a:t>quiero </a:t>
              </a:r>
              <a:r>
                <a:rPr b="0" i="0" lang="en-US" sz="1955" u="none" cap="none" strike="noStrike">
                  <a:solidFill>
                    <a:srgbClr val="4A4A4A"/>
                  </a:solidFill>
                  <a:latin typeface="Arial"/>
                  <a:ea typeface="Arial"/>
                  <a:cs typeface="Arial"/>
                  <a:sym typeface="Arial"/>
                </a:rPr>
                <a:t>disponer de un conjunto de datos históricos limpios y etiquetados </a:t>
              </a:r>
              <a:r>
                <a:rPr b="1" i="0" lang="en-US" sz="1955" u="none" cap="none" strike="noStrike">
                  <a:solidFill>
                    <a:srgbClr val="4A4A4A"/>
                  </a:solidFill>
                  <a:latin typeface="Arial"/>
                  <a:ea typeface="Arial"/>
                  <a:cs typeface="Arial"/>
                  <a:sym typeface="Arial"/>
                </a:rPr>
                <a:t>para </a:t>
              </a:r>
              <a:r>
                <a:rPr b="0" i="0" lang="en-US" sz="1955" u="none" cap="none" strike="noStrike">
                  <a:solidFill>
                    <a:srgbClr val="4A4A4A"/>
                  </a:solidFill>
                  <a:latin typeface="Arial"/>
                  <a:ea typeface="Arial"/>
                  <a:cs typeface="Arial"/>
                  <a:sym typeface="Arial"/>
                </a:rPr>
                <a:t>entrenar modelos predictivos confiables</a:t>
              </a:r>
              <a:endParaRPr/>
            </a:p>
          </p:txBody>
        </p:sp>
      </p:grpSp>
      <p:grpSp>
        <p:nvGrpSpPr>
          <p:cNvPr id="1046" name="Google Shape;1046;p15"/>
          <p:cNvGrpSpPr/>
          <p:nvPr/>
        </p:nvGrpSpPr>
        <p:grpSpPr>
          <a:xfrm>
            <a:off x="606613" y="4133482"/>
            <a:ext cx="12803315" cy="1632013"/>
            <a:chOff x="0" y="-623557"/>
            <a:chExt cx="17071086" cy="2176017"/>
          </a:xfrm>
        </p:grpSpPr>
        <p:grpSp>
          <p:nvGrpSpPr>
            <p:cNvPr id="1047" name="Google Shape;1047;p15"/>
            <p:cNvGrpSpPr/>
            <p:nvPr/>
          </p:nvGrpSpPr>
          <p:grpSpPr>
            <a:xfrm>
              <a:off x="157520" y="-623557"/>
              <a:ext cx="16913566" cy="2176017"/>
              <a:chOff x="0" y="-104775"/>
              <a:chExt cx="2733086" cy="351625"/>
            </a:xfrm>
          </p:grpSpPr>
          <p:sp>
            <p:nvSpPr>
              <p:cNvPr id="1048" name="Google Shape;1048;p15"/>
              <p:cNvSpPr/>
              <p:nvPr/>
            </p:nvSpPr>
            <p:spPr>
              <a:xfrm>
                <a:off x="0" y="0"/>
                <a:ext cx="2733086" cy="246850"/>
              </a:xfrm>
              <a:custGeom>
                <a:rect b="b" l="l" r="r" t="t"/>
                <a:pathLst>
                  <a:path extrusionOk="0" h="246850" w="2733086">
                    <a:moveTo>
                      <a:pt x="0" y="0"/>
                    </a:moveTo>
                    <a:lnTo>
                      <a:pt x="2733086" y="0"/>
                    </a:lnTo>
                    <a:lnTo>
                      <a:pt x="2733086" y="246850"/>
                    </a:lnTo>
                    <a:lnTo>
                      <a:pt x="0" y="24685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049" name="Google Shape;1049;p15"/>
              <p:cNvSpPr txBox="1"/>
              <p:nvPr/>
            </p:nvSpPr>
            <p:spPr>
              <a:xfrm>
                <a:off x="0" y="-104775"/>
                <a:ext cx="2733085" cy="3516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47777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50" name="Google Shape;1050;p15"/>
            <p:cNvGrpSpPr/>
            <p:nvPr/>
          </p:nvGrpSpPr>
          <p:grpSpPr>
            <a:xfrm>
              <a:off x="0" y="-46574"/>
              <a:ext cx="157520" cy="1599034"/>
              <a:chOff x="0" y="-38100"/>
              <a:chExt cx="128860" cy="1308100"/>
            </a:xfrm>
          </p:grpSpPr>
          <p:sp>
            <p:nvSpPr>
              <p:cNvPr id="1051" name="Google Shape;1051;p15"/>
              <p:cNvSpPr/>
              <p:nvPr/>
            </p:nvSpPr>
            <p:spPr>
              <a:xfrm>
                <a:off x="0" y="0"/>
                <a:ext cx="128860" cy="1270000"/>
              </a:xfrm>
              <a:custGeom>
                <a:rect b="b" l="l" r="r" t="t"/>
                <a:pathLst>
                  <a:path extrusionOk="0" h="1270000" w="128860">
                    <a:moveTo>
                      <a:pt x="12886" y="0"/>
                    </a:moveTo>
                    <a:lnTo>
                      <a:pt x="115974" y="0"/>
                    </a:lnTo>
                    <a:cubicBezTo>
                      <a:pt x="119392" y="0"/>
                      <a:pt x="122669" y="1070"/>
                      <a:pt x="125086" y="2976"/>
                    </a:cubicBezTo>
                    <a:cubicBezTo>
                      <a:pt x="127503" y="4881"/>
                      <a:pt x="128860" y="7465"/>
                      <a:pt x="128860" y="10160"/>
                    </a:cubicBezTo>
                    <a:lnTo>
                      <a:pt x="128860" y="1259840"/>
                    </a:lnTo>
                    <a:cubicBezTo>
                      <a:pt x="128860" y="1262535"/>
                      <a:pt x="127503" y="1265119"/>
                      <a:pt x="125086" y="1267024"/>
                    </a:cubicBezTo>
                    <a:cubicBezTo>
                      <a:pt x="122669" y="1268930"/>
                      <a:pt x="119392" y="1270000"/>
                      <a:pt x="115974" y="1270000"/>
                    </a:cubicBezTo>
                    <a:lnTo>
                      <a:pt x="12886" y="1270000"/>
                    </a:lnTo>
                    <a:cubicBezTo>
                      <a:pt x="9468" y="1270000"/>
                      <a:pt x="6191" y="1268930"/>
                      <a:pt x="3774" y="1267024"/>
                    </a:cubicBezTo>
                    <a:cubicBezTo>
                      <a:pt x="1358" y="1265119"/>
                      <a:pt x="0" y="1262535"/>
                      <a:pt x="0" y="1259840"/>
                    </a:cubicBezTo>
                    <a:lnTo>
                      <a:pt x="0" y="10160"/>
                    </a:lnTo>
                    <a:cubicBezTo>
                      <a:pt x="0" y="4549"/>
                      <a:pt x="5769" y="0"/>
                      <a:pt x="12886" y="0"/>
                    </a:cubicBezTo>
                    <a:close/>
                  </a:path>
                </a:pathLst>
              </a:custGeom>
              <a:solidFill>
                <a:srgbClr val="7ED95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52" name="Google Shape;1052;p15"/>
              <p:cNvSpPr txBox="1"/>
              <p:nvPr/>
            </p:nvSpPr>
            <p:spPr>
              <a:xfrm>
                <a:off x="0" y="-38100"/>
                <a:ext cx="128860" cy="1308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l">
                  <a:lnSpc>
                    <a:spcPct val="93333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53" name="Google Shape;1053;p15"/>
            <p:cNvGrpSpPr/>
            <p:nvPr/>
          </p:nvGrpSpPr>
          <p:grpSpPr>
            <a:xfrm>
              <a:off x="387615" y="283324"/>
              <a:ext cx="984500" cy="881021"/>
              <a:chOff x="0" y="-85725"/>
              <a:chExt cx="805376" cy="720725"/>
            </a:xfrm>
          </p:grpSpPr>
          <p:sp>
            <p:nvSpPr>
              <p:cNvPr id="1054" name="Google Shape;1054;p15"/>
              <p:cNvSpPr/>
              <p:nvPr/>
            </p:nvSpPr>
            <p:spPr>
              <a:xfrm>
                <a:off x="0" y="0"/>
                <a:ext cx="805376" cy="635000"/>
              </a:xfrm>
              <a:custGeom>
                <a:rect b="b" l="l" r="r" t="t"/>
                <a:pathLst>
                  <a:path extrusionOk="0" h="635000" w="805376">
                    <a:moveTo>
                      <a:pt x="402688" y="0"/>
                    </a:moveTo>
                    <a:cubicBezTo>
                      <a:pt x="180290" y="0"/>
                      <a:pt x="0" y="142150"/>
                      <a:pt x="0" y="317500"/>
                    </a:cubicBezTo>
                    <a:cubicBezTo>
                      <a:pt x="0" y="492850"/>
                      <a:pt x="180290" y="635000"/>
                      <a:pt x="402688" y="635000"/>
                    </a:cubicBezTo>
                    <a:cubicBezTo>
                      <a:pt x="625087" y="635000"/>
                      <a:pt x="805376" y="492850"/>
                      <a:pt x="805376" y="317500"/>
                    </a:cubicBezTo>
                    <a:cubicBezTo>
                      <a:pt x="805376" y="142150"/>
                      <a:pt x="625087" y="0"/>
                      <a:pt x="402688" y="0"/>
                    </a:cubicBezTo>
                    <a:close/>
                  </a:path>
                </a:pathLst>
              </a:custGeom>
              <a:solidFill>
                <a:srgbClr val="7ED95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55" name="Google Shape;1055;p15"/>
              <p:cNvSpPr txBox="1"/>
              <p:nvPr/>
            </p:nvSpPr>
            <p:spPr>
              <a:xfrm>
                <a:off x="0" y="-85725"/>
                <a:ext cx="805376" cy="7207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4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i="0" lang="en-US" sz="1800" u="none" cap="none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02</a:t>
                </a:r>
                <a:endParaRPr/>
              </a:p>
            </p:txBody>
          </p:sp>
        </p:grpSp>
        <p:sp>
          <p:nvSpPr>
            <p:cNvPr id="1056" name="Google Shape;1056;p15"/>
            <p:cNvSpPr txBox="1"/>
            <p:nvPr/>
          </p:nvSpPr>
          <p:spPr>
            <a:xfrm>
              <a:off x="1710940" y="-31098"/>
              <a:ext cx="15143941" cy="6582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2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933" u="none" cap="none" strike="noStrike">
                  <a:solidFill>
                    <a:srgbClr val="1A1A1A"/>
                  </a:solidFill>
                  <a:latin typeface="Arial"/>
                  <a:ea typeface="Arial"/>
                  <a:cs typeface="Arial"/>
                  <a:sym typeface="Arial"/>
                </a:rPr>
                <a:t>Modelo de Predicción de Demanda</a:t>
              </a:r>
              <a:endParaRPr/>
            </a:p>
          </p:txBody>
        </p:sp>
        <p:sp>
          <p:nvSpPr>
            <p:cNvPr id="1057" name="Google Shape;1057;p15"/>
            <p:cNvSpPr txBox="1"/>
            <p:nvPr/>
          </p:nvSpPr>
          <p:spPr>
            <a:xfrm>
              <a:off x="1743875" y="466722"/>
              <a:ext cx="14678545" cy="101506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5002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955" u="none" cap="none" strike="noStrike">
                  <a:solidFill>
                    <a:srgbClr val="4A4A4A"/>
                  </a:solidFill>
                  <a:latin typeface="Arial"/>
                  <a:ea typeface="Arial"/>
                  <a:cs typeface="Arial"/>
                  <a:sym typeface="Arial"/>
                </a:rPr>
                <a:t>Como </a:t>
              </a:r>
              <a:r>
                <a:rPr b="0" i="0" lang="en-US" sz="1955" u="none" cap="none" strike="noStrike">
                  <a:solidFill>
                    <a:srgbClr val="4A4A4A"/>
                  </a:solidFill>
                  <a:latin typeface="Arial"/>
                  <a:ea typeface="Arial"/>
                  <a:cs typeface="Arial"/>
                  <a:sym typeface="Arial"/>
                </a:rPr>
                <a:t>ChileAvanza </a:t>
              </a:r>
              <a:r>
                <a:rPr b="1" i="0" lang="en-US" sz="1955" u="none" cap="none" strike="noStrike">
                  <a:solidFill>
                    <a:srgbClr val="4A4A4A"/>
                  </a:solidFill>
                  <a:latin typeface="Arial"/>
                  <a:ea typeface="Arial"/>
                  <a:cs typeface="Arial"/>
                  <a:sym typeface="Arial"/>
                </a:rPr>
                <a:t>quiero </a:t>
              </a:r>
              <a:r>
                <a:rPr b="0" i="0" lang="en-US" sz="1955" u="none" cap="none" strike="noStrike">
                  <a:solidFill>
                    <a:srgbClr val="4A4A4A"/>
                  </a:solidFill>
                  <a:latin typeface="Arial"/>
                  <a:ea typeface="Arial"/>
                  <a:cs typeface="Arial"/>
                  <a:sym typeface="Arial"/>
                </a:rPr>
                <a:t>entrenar un modelo de Machine Learning </a:t>
              </a:r>
              <a:r>
                <a:rPr b="1" i="0" lang="en-US" sz="1955" u="none" cap="none" strike="noStrike">
                  <a:solidFill>
                    <a:srgbClr val="4A4A4A"/>
                  </a:solidFill>
                  <a:latin typeface="Arial"/>
                  <a:ea typeface="Arial"/>
                  <a:cs typeface="Arial"/>
                  <a:sym typeface="Arial"/>
                </a:rPr>
                <a:t>para </a:t>
              </a:r>
              <a:r>
                <a:rPr b="0" i="0" lang="en-US" sz="1955" u="none" cap="none" strike="noStrike">
                  <a:solidFill>
                    <a:srgbClr val="4A4A4A"/>
                  </a:solidFill>
                  <a:latin typeface="Arial"/>
                  <a:ea typeface="Arial"/>
                  <a:cs typeface="Arial"/>
                  <a:sym typeface="Arial"/>
                </a:rPr>
                <a:t>estimar la probabilidad de adjudicación de futuras licitaciones</a:t>
              </a:r>
              <a:endParaRPr/>
            </a:p>
          </p:txBody>
        </p:sp>
      </p:grpSp>
      <p:cxnSp>
        <p:nvCxnSpPr>
          <p:cNvPr id="1058" name="Google Shape;1058;p15"/>
          <p:cNvCxnSpPr/>
          <p:nvPr/>
        </p:nvCxnSpPr>
        <p:spPr>
          <a:xfrm>
            <a:off x="2713107" y="423651"/>
            <a:ext cx="0" cy="982477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059" name="Google Shape;1059;p15"/>
          <p:cNvGrpSpPr/>
          <p:nvPr/>
        </p:nvGrpSpPr>
        <p:grpSpPr>
          <a:xfrm>
            <a:off x="613133" y="5393498"/>
            <a:ext cx="12803315" cy="1650642"/>
            <a:chOff x="0" y="-648396"/>
            <a:chExt cx="17071086" cy="2200856"/>
          </a:xfrm>
        </p:grpSpPr>
        <p:grpSp>
          <p:nvGrpSpPr>
            <p:cNvPr id="1060" name="Google Shape;1060;p15"/>
            <p:cNvGrpSpPr/>
            <p:nvPr/>
          </p:nvGrpSpPr>
          <p:grpSpPr>
            <a:xfrm>
              <a:off x="157520" y="-648396"/>
              <a:ext cx="16913566" cy="2176017"/>
              <a:chOff x="0" y="-104775"/>
              <a:chExt cx="2733086" cy="351625"/>
            </a:xfrm>
          </p:grpSpPr>
          <p:sp>
            <p:nvSpPr>
              <p:cNvPr id="1061" name="Google Shape;1061;p15"/>
              <p:cNvSpPr/>
              <p:nvPr/>
            </p:nvSpPr>
            <p:spPr>
              <a:xfrm>
                <a:off x="0" y="0"/>
                <a:ext cx="2733086" cy="246850"/>
              </a:xfrm>
              <a:custGeom>
                <a:rect b="b" l="l" r="r" t="t"/>
                <a:pathLst>
                  <a:path extrusionOk="0" h="246850" w="2733086">
                    <a:moveTo>
                      <a:pt x="0" y="0"/>
                    </a:moveTo>
                    <a:lnTo>
                      <a:pt x="2733086" y="0"/>
                    </a:lnTo>
                    <a:lnTo>
                      <a:pt x="2733086" y="246850"/>
                    </a:lnTo>
                    <a:lnTo>
                      <a:pt x="0" y="24685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062" name="Google Shape;1062;p15"/>
              <p:cNvSpPr txBox="1"/>
              <p:nvPr/>
            </p:nvSpPr>
            <p:spPr>
              <a:xfrm>
                <a:off x="0" y="-104775"/>
                <a:ext cx="2733085" cy="3516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47777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63" name="Google Shape;1063;p15"/>
            <p:cNvGrpSpPr/>
            <p:nvPr/>
          </p:nvGrpSpPr>
          <p:grpSpPr>
            <a:xfrm>
              <a:off x="0" y="-46574"/>
              <a:ext cx="157520" cy="1599034"/>
              <a:chOff x="0" y="-38100"/>
              <a:chExt cx="128860" cy="1308100"/>
            </a:xfrm>
          </p:grpSpPr>
          <p:sp>
            <p:nvSpPr>
              <p:cNvPr id="1064" name="Google Shape;1064;p15"/>
              <p:cNvSpPr/>
              <p:nvPr/>
            </p:nvSpPr>
            <p:spPr>
              <a:xfrm>
                <a:off x="0" y="0"/>
                <a:ext cx="128860" cy="1270000"/>
              </a:xfrm>
              <a:custGeom>
                <a:rect b="b" l="l" r="r" t="t"/>
                <a:pathLst>
                  <a:path extrusionOk="0" h="1270000" w="128860">
                    <a:moveTo>
                      <a:pt x="12886" y="0"/>
                    </a:moveTo>
                    <a:lnTo>
                      <a:pt x="115974" y="0"/>
                    </a:lnTo>
                    <a:cubicBezTo>
                      <a:pt x="119392" y="0"/>
                      <a:pt x="122669" y="1070"/>
                      <a:pt x="125086" y="2976"/>
                    </a:cubicBezTo>
                    <a:cubicBezTo>
                      <a:pt x="127503" y="4881"/>
                      <a:pt x="128860" y="7465"/>
                      <a:pt x="128860" y="10160"/>
                    </a:cubicBezTo>
                    <a:lnTo>
                      <a:pt x="128860" y="1259840"/>
                    </a:lnTo>
                    <a:cubicBezTo>
                      <a:pt x="128860" y="1262535"/>
                      <a:pt x="127503" y="1265119"/>
                      <a:pt x="125086" y="1267024"/>
                    </a:cubicBezTo>
                    <a:cubicBezTo>
                      <a:pt x="122669" y="1268930"/>
                      <a:pt x="119392" y="1270000"/>
                      <a:pt x="115974" y="1270000"/>
                    </a:cubicBezTo>
                    <a:lnTo>
                      <a:pt x="12886" y="1270000"/>
                    </a:lnTo>
                    <a:cubicBezTo>
                      <a:pt x="9468" y="1270000"/>
                      <a:pt x="6191" y="1268930"/>
                      <a:pt x="3774" y="1267024"/>
                    </a:cubicBezTo>
                    <a:cubicBezTo>
                      <a:pt x="1358" y="1265119"/>
                      <a:pt x="0" y="1262535"/>
                      <a:pt x="0" y="1259840"/>
                    </a:cubicBezTo>
                    <a:lnTo>
                      <a:pt x="0" y="10160"/>
                    </a:lnTo>
                    <a:cubicBezTo>
                      <a:pt x="0" y="4549"/>
                      <a:pt x="5769" y="0"/>
                      <a:pt x="12886" y="0"/>
                    </a:cubicBezTo>
                    <a:close/>
                  </a:path>
                </a:pathLst>
              </a:custGeom>
              <a:solidFill>
                <a:srgbClr val="C5767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65" name="Google Shape;1065;p15"/>
              <p:cNvSpPr txBox="1"/>
              <p:nvPr/>
            </p:nvSpPr>
            <p:spPr>
              <a:xfrm>
                <a:off x="0" y="-38100"/>
                <a:ext cx="128860" cy="1308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l">
                  <a:lnSpc>
                    <a:spcPct val="93333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66" name="Google Shape;1066;p15"/>
            <p:cNvGrpSpPr/>
            <p:nvPr/>
          </p:nvGrpSpPr>
          <p:grpSpPr>
            <a:xfrm>
              <a:off x="360605" y="283324"/>
              <a:ext cx="984500" cy="881021"/>
              <a:chOff x="0" y="-85725"/>
              <a:chExt cx="805376" cy="720725"/>
            </a:xfrm>
          </p:grpSpPr>
          <p:sp>
            <p:nvSpPr>
              <p:cNvPr id="1067" name="Google Shape;1067;p15"/>
              <p:cNvSpPr/>
              <p:nvPr/>
            </p:nvSpPr>
            <p:spPr>
              <a:xfrm>
                <a:off x="0" y="0"/>
                <a:ext cx="805376" cy="635000"/>
              </a:xfrm>
              <a:custGeom>
                <a:rect b="b" l="l" r="r" t="t"/>
                <a:pathLst>
                  <a:path extrusionOk="0" h="635000" w="805376">
                    <a:moveTo>
                      <a:pt x="402688" y="0"/>
                    </a:moveTo>
                    <a:cubicBezTo>
                      <a:pt x="180290" y="0"/>
                      <a:pt x="0" y="142150"/>
                      <a:pt x="0" y="317500"/>
                    </a:cubicBezTo>
                    <a:cubicBezTo>
                      <a:pt x="0" y="492850"/>
                      <a:pt x="180290" y="635000"/>
                      <a:pt x="402688" y="635000"/>
                    </a:cubicBezTo>
                    <a:cubicBezTo>
                      <a:pt x="625087" y="635000"/>
                      <a:pt x="805376" y="492850"/>
                      <a:pt x="805376" y="317500"/>
                    </a:cubicBezTo>
                    <a:cubicBezTo>
                      <a:pt x="805376" y="142150"/>
                      <a:pt x="625087" y="0"/>
                      <a:pt x="402688" y="0"/>
                    </a:cubicBezTo>
                    <a:close/>
                  </a:path>
                </a:pathLst>
              </a:custGeom>
              <a:solidFill>
                <a:srgbClr val="C5767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68" name="Google Shape;1068;p15"/>
              <p:cNvSpPr txBox="1"/>
              <p:nvPr/>
            </p:nvSpPr>
            <p:spPr>
              <a:xfrm>
                <a:off x="0" y="-85725"/>
                <a:ext cx="805376" cy="7207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4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i="0" lang="en-US" sz="1800" u="none" cap="none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04</a:t>
                </a:r>
                <a:endParaRPr/>
              </a:p>
            </p:txBody>
          </p:sp>
        </p:grpSp>
        <p:sp>
          <p:nvSpPr>
            <p:cNvPr id="1069" name="Google Shape;1069;p15"/>
            <p:cNvSpPr txBox="1"/>
            <p:nvPr/>
          </p:nvSpPr>
          <p:spPr>
            <a:xfrm>
              <a:off x="1766239" y="-31098"/>
              <a:ext cx="14994628" cy="6582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2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933" u="none" cap="none" strike="noStrike">
                  <a:solidFill>
                    <a:srgbClr val="1A1A1A"/>
                  </a:solidFill>
                  <a:latin typeface="Arial"/>
                  <a:ea typeface="Arial"/>
                  <a:cs typeface="Arial"/>
                  <a:sym typeface="Arial"/>
                </a:rPr>
                <a:t>Evaluador Predictivo de Oportunidades</a:t>
              </a:r>
              <a:endParaRPr/>
            </a:p>
          </p:txBody>
        </p:sp>
        <p:sp>
          <p:nvSpPr>
            <p:cNvPr id="1070" name="Google Shape;1070;p15"/>
            <p:cNvSpPr txBox="1"/>
            <p:nvPr/>
          </p:nvSpPr>
          <p:spPr>
            <a:xfrm>
              <a:off x="1846178" y="516928"/>
              <a:ext cx="14968667" cy="9598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5002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855" u="none" cap="none" strike="noStrike">
                  <a:solidFill>
                    <a:srgbClr val="4A4A4A"/>
                  </a:solidFill>
                  <a:latin typeface="Arial"/>
                  <a:ea typeface="Arial"/>
                  <a:cs typeface="Arial"/>
                  <a:sym typeface="Arial"/>
                </a:rPr>
                <a:t>Como </a:t>
              </a:r>
              <a:r>
                <a:rPr b="0" i="0" lang="en-US" sz="1855" u="none" cap="none" strike="noStrike">
                  <a:solidFill>
                    <a:srgbClr val="4A4A4A"/>
                  </a:solidFill>
                  <a:latin typeface="Arial"/>
                  <a:ea typeface="Arial"/>
                  <a:cs typeface="Arial"/>
                  <a:sym typeface="Arial"/>
                </a:rPr>
                <a:t>suscriptor </a:t>
              </a:r>
              <a:r>
                <a:rPr b="1" i="0" lang="en-US" sz="1855" u="none" cap="none" strike="noStrike">
                  <a:solidFill>
                    <a:srgbClr val="4A4A4A"/>
                  </a:solidFill>
                  <a:latin typeface="Arial"/>
                  <a:ea typeface="Arial"/>
                  <a:cs typeface="Arial"/>
                  <a:sym typeface="Arial"/>
                </a:rPr>
                <a:t>quiero </a:t>
              </a:r>
              <a:r>
                <a:rPr b="0" i="0" lang="en-US" sz="1855" u="none" cap="none" strike="noStrike">
                  <a:solidFill>
                    <a:srgbClr val="4A4A4A"/>
                  </a:solidFill>
                  <a:latin typeface="Arial"/>
                  <a:ea typeface="Arial"/>
                  <a:cs typeface="Arial"/>
                  <a:sym typeface="Arial"/>
                </a:rPr>
                <a:t>conocer la probabilidad de éxito de una licitación </a:t>
              </a:r>
              <a:r>
                <a:rPr b="1" i="0" lang="en-US" sz="1855" u="none" cap="none" strike="noStrike">
                  <a:solidFill>
                    <a:srgbClr val="4A4A4A"/>
                  </a:solidFill>
                  <a:latin typeface="Arial"/>
                  <a:ea typeface="Arial"/>
                  <a:cs typeface="Arial"/>
                  <a:sym typeface="Arial"/>
                </a:rPr>
                <a:t>para </a:t>
              </a:r>
              <a:r>
                <a:rPr b="0" i="0" lang="en-US" sz="1855" u="none" cap="none" strike="noStrike">
                  <a:solidFill>
                    <a:srgbClr val="4A4A4A"/>
                  </a:solidFill>
                  <a:latin typeface="Arial"/>
                  <a:ea typeface="Arial"/>
                  <a:cs typeface="Arial"/>
                  <a:sym typeface="Arial"/>
                </a:rPr>
                <a:t>tomar decisiones mejor informadas antes de postular</a:t>
              </a:r>
              <a:endParaRPr/>
            </a:p>
          </p:txBody>
        </p:sp>
      </p:grpSp>
      <p:sp>
        <p:nvSpPr>
          <p:cNvPr id="1071" name="Google Shape;1071;p15"/>
          <p:cNvSpPr txBox="1"/>
          <p:nvPr/>
        </p:nvSpPr>
        <p:spPr>
          <a:xfrm>
            <a:off x="606613" y="2115472"/>
            <a:ext cx="12325908" cy="8143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4312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E07 - Módulo Machine Learning (ChileAvanza)</a:t>
            </a:r>
            <a:endParaRPr/>
          </a:p>
        </p:txBody>
      </p:sp>
      <p:grpSp>
        <p:nvGrpSpPr>
          <p:cNvPr id="1072" name="Google Shape;1072;p15"/>
          <p:cNvGrpSpPr/>
          <p:nvPr/>
        </p:nvGrpSpPr>
        <p:grpSpPr>
          <a:xfrm>
            <a:off x="13781067" y="2810886"/>
            <a:ext cx="3882309" cy="5502374"/>
            <a:chOff x="0" y="-1064339"/>
            <a:chExt cx="5176412" cy="7336499"/>
          </a:xfrm>
        </p:grpSpPr>
        <p:grpSp>
          <p:nvGrpSpPr>
            <p:cNvPr id="1073" name="Google Shape;1073;p15"/>
            <p:cNvGrpSpPr/>
            <p:nvPr/>
          </p:nvGrpSpPr>
          <p:grpSpPr>
            <a:xfrm>
              <a:off x="0" y="-1064339"/>
              <a:ext cx="5176412" cy="7336499"/>
              <a:chOff x="0" y="-123825"/>
              <a:chExt cx="602223" cy="853527"/>
            </a:xfrm>
          </p:grpSpPr>
          <p:sp>
            <p:nvSpPr>
              <p:cNvPr id="1074" name="Google Shape;1074;p15"/>
              <p:cNvSpPr/>
              <p:nvPr/>
            </p:nvSpPr>
            <p:spPr>
              <a:xfrm>
                <a:off x="0" y="0"/>
                <a:ext cx="602223" cy="729702"/>
              </a:xfrm>
              <a:custGeom>
                <a:rect b="b" l="l" r="r" t="t"/>
                <a:pathLst>
                  <a:path extrusionOk="0" h="729702" w="602223">
                    <a:moveTo>
                      <a:pt x="602223" y="0"/>
                    </a:moveTo>
                    <a:lnTo>
                      <a:pt x="602223" y="615402"/>
                    </a:lnTo>
                    <a:lnTo>
                      <a:pt x="301111" y="729702"/>
                    </a:lnTo>
                    <a:lnTo>
                      <a:pt x="0" y="615402"/>
                    </a:lnTo>
                    <a:lnTo>
                      <a:pt x="0" y="0"/>
                    </a:lnTo>
                    <a:lnTo>
                      <a:pt x="602223" y="0"/>
                    </a:lnTo>
                    <a:close/>
                  </a:path>
                </a:pathLst>
              </a:custGeom>
              <a:solidFill>
                <a:srgbClr val="CB6CE6"/>
              </a:solidFill>
              <a:ln>
                <a:noFill/>
              </a:ln>
            </p:spPr>
          </p:sp>
          <p:sp>
            <p:nvSpPr>
              <p:cNvPr id="1075" name="Google Shape;1075;p15"/>
              <p:cNvSpPr txBox="1"/>
              <p:nvPr/>
            </p:nvSpPr>
            <p:spPr>
              <a:xfrm>
                <a:off x="0" y="-123825"/>
                <a:ext cx="602223" cy="7392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75055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076" name="Google Shape;1076;p15"/>
            <p:cNvSpPr/>
            <p:nvPr/>
          </p:nvSpPr>
          <p:spPr>
            <a:xfrm>
              <a:off x="633631" y="1410639"/>
              <a:ext cx="4124701" cy="4124701"/>
            </a:xfrm>
            <a:custGeom>
              <a:rect b="b" l="l" r="r" t="t"/>
              <a:pathLst>
                <a:path extrusionOk="0" h="4124701" w="4124701">
                  <a:moveTo>
                    <a:pt x="0" y="0"/>
                  </a:moveTo>
                  <a:lnTo>
                    <a:pt x="4124701" y="0"/>
                  </a:lnTo>
                  <a:lnTo>
                    <a:pt x="4124701" y="4124701"/>
                  </a:lnTo>
                  <a:lnTo>
                    <a:pt x="0" y="4124701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10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cxnSp>
          <p:nvCxnSpPr>
            <p:cNvPr id="1077" name="Google Shape;1077;p15"/>
            <p:cNvCxnSpPr/>
            <p:nvPr/>
          </p:nvCxnSpPr>
          <p:spPr>
            <a:xfrm flipH="1">
              <a:off x="478371" y="1237804"/>
              <a:ext cx="4301671" cy="12973"/>
            </a:xfrm>
            <a:prstGeom prst="straightConnector1">
              <a:avLst/>
            </a:prstGeom>
            <a:noFill/>
            <a:ln cap="flat" cmpd="sng" w="38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078" name="Google Shape;1078;p15"/>
            <p:cNvSpPr txBox="1"/>
            <p:nvPr/>
          </p:nvSpPr>
          <p:spPr>
            <a:xfrm>
              <a:off x="247738" y="103474"/>
              <a:ext cx="4896471" cy="79193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99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526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SMARTBIDS</a:t>
              </a:r>
              <a:endParaRPr/>
            </a:p>
          </p:txBody>
        </p:sp>
      </p:grpSp>
      <p:grpSp>
        <p:nvGrpSpPr>
          <p:cNvPr id="1079" name="Google Shape;1079;p15"/>
          <p:cNvGrpSpPr/>
          <p:nvPr/>
        </p:nvGrpSpPr>
        <p:grpSpPr>
          <a:xfrm>
            <a:off x="606613" y="6681668"/>
            <a:ext cx="12803315" cy="1650642"/>
            <a:chOff x="0" y="-648396"/>
            <a:chExt cx="17071086" cy="2200856"/>
          </a:xfrm>
        </p:grpSpPr>
        <p:grpSp>
          <p:nvGrpSpPr>
            <p:cNvPr id="1080" name="Google Shape;1080;p15"/>
            <p:cNvGrpSpPr/>
            <p:nvPr/>
          </p:nvGrpSpPr>
          <p:grpSpPr>
            <a:xfrm>
              <a:off x="157520" y="-648396"/>
              <a:ext cx="16913566" cy="2176017"/>
              <a:chOff x="0" y="-104775"/>
              <a:chExt cx="2733086" cy="351625"/>
            </a:xfrm>
          </p:grpSpPr>
          <p:sp>
            <p:nvSpPr>
              <p:cNvPr id="1081" name="Google Shape;1081;p15"/>
              <p:cNvSpPr/>
              <p:nvPr/>
            </p:nvSpPr>
            <p:spPr>
              <a:xfrm>
                <a:off x="0" y="0"/>
                <a:ext cx="2733086" cy="246850"/>
              </a:xfrm>
              <a:custGeom>
                <a:rect b="b" l="l" r="r" t="t"/>
                <a:pathLst>
                  <a:path extrusionOk="0" h="246850" w="2733086">
                    <a:moveTo>
                      <a:pt x="0" y="0"/>
                    </a:moveTo>
                    <a:lnTo>
                      <a:pt x="2733086" y="0"/>
                    </a:lnTo>
                    <a:lnTo>
                      <a:pt x="2733086" y="246850"/>
                    </a:lnTo>
                    <a:lnTo>
                      <a:pt x="0" y="24685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082" name="Google Shape;1082;p15"/>
              <p:cNvSpPr txBox="1"/>
              <p:nvPr/>
            </p:nvSpPr>
            <p:spPr>
              <a:xfrm>
                <a:off x="0" y="-104775"/>
                <a:ext cx="2733085" cy="3516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47777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83" name="Google Shape;1083;p15"/>
            <p:cNvGrpSpPr/>
            <p:nvPr/>
          </p:nvGrpSpPr>
          <p:grpSpPr>
            <a:xfrm>
              <a:off x="0" y="-46574"/>
              <a:ext cx="157520" cy="1599034"/>
              <a:chOff x="0" y="-38100"/>
              <a:chExt cx="128860" cy="1308100"/>
            </a:xfrm>
          </p:grpSpPr>
          <p:sp>
            <p:nvSpPr>
              <p:cNvPr id="1084" name="Google Shape;1084;p15"/>
              <p:cNvSpPr/>
              <p:nvPr/>
            </p:nvSpPr>
            <p:spPr>
              <a:xfrm>
                <a:off x="0" y="0"/>
                <a:ext cx="128860" cy="1270000"/>
              </a:xfrm>
              <a:custGeom>
                <a:rect b="b" l="l" r="r" t="t"/>
                <a:pathLst>
                  <a:path extrusionOk="0" h="1270000" w="128860">
                    <a:moveTo>
                      <a:pt x="12886" y="0"/>
                    </a:moveTo>
                    <a:lnTo>
                      <a:pt x="115974" y="0"/>
                    </a:lnTo>
                    <a:cubicBezTo>
                      <a:pt x="119392" y="0"/>
                      <a:pt x="122669" y="1070"/>
                      <a:pt x="125086" y="2976"/>
                    </a:cubicBezTo>
                    <a:cubicBezTo>
                      <a:pt x="127503" y="4881"/>
                      <a:pt x="128860" y="7465"/>
                      <a:pt x="128860" y="10160"/>
                    </a:cubicBezTo>
                    <a:lnTo>
                      <a:pt x="128860" y="1259840"/>
                    </a:lnTo>
                    <a:cubicBezTo>
                      <a:pt x="128860" y="1262535"/>
                      <a:pt x="127503" y="1265119"/>
                      <a:pt x="125086" y="1267024"/>
                    </a:cubicBezTo>
                    <a:cubicBezTo>
                      <a:pt x="122669" y="1268930"/>
                      <a:pt x="119392" y="1270000"/>
                      <a:pt x="115974" y="1270000"/>
                    </a:cubicBezTo>
                    <a:lnTo>
                      <a:pt x="12886" y="1270000"/>
                    </a:lnTo>
                    <a:cubicBezTo>
                      <a:pt x="9468" y="1270000"/>
                      <a:pt x="6191" y="1268930"/>
                      <a:pt x="3774" y="1267024"/>
                    </a:cubicBezTo>
                    <a:cubicBezTo>
                      <a:pt x="1358" y="1265119"/>
                      <a:pt x="0" y="1262535"/>
                      <a:pt x="0" y="1259840"/>
                    </a:cubicBezTo>
                    <a:lnTo>
                      <a:pt x="0" y="10160"/>
                    </a:lnTo>
                    <a:cubicBezTo>
                      <a:pt x="0" y="4549"/>
                      <a:pt x="5769" y="0"/>
                      <a:pt x="12886" y="0"/>
                    </a:cubicBezTo>
                    <a:close/>
                  </a:path>
                </a:pathLst>
              </a:custGeom>
              <a:solidFill>
                <a:srgbClr val="991B1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5" name="Google Shape;1085;p15"/>
              <p:cNvSpPr txBox="1"/>
              <p:nvPr/>
            </p:nvSpPr>
            <p:spPr>
              <a:xfrm>
                <a:off x="0" y="-38100"/>
                <a:ext cx="128860" cy="1308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l">
                  <a:lnSpc>
                    <a:spcPct val="93333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86" name="Google Shape;1086;p15"/>
            <p:cNvGrpSpPr/>
            <p:nvPr/>
          </p:nvGrpSpPr>
          <p:grpSpPr>
            <a:xfrm>
              <a:off x="360605" y="283324"/>
              <a:ext cx="984500" cy="881021"/>
              <a:chOff x="0" y="-85725"/>
              <a:chExt cx="805376" cy="720725"/>
            </a:xfrm>
          </p:grpSpPr>
          <p:sp>
            <p:nvSpPr>
              <p:cNvPr id="1087" name="Google Shape;1087;p15"/>
              <p:cNvSpPr/>
              <p:nvPr/>
            </p:nvSpPr>
            <p:spPr>
              <a:xfrm>
                <a:off x="0" y="0"/>
                <a:ext cx="805376" cy="635000"/>
              </a:xfrm>
              <a:custGeom>
                <a:rect b="b" l="l" r="r" t="t"/>
                <a:pathLst>
                  <a:path extrusionOk="0" h="635000" w="805376">
                    <a:moveTo>
                      <a:pt x="402688" y="0"/>
                    </a:moveTo>
                    <a:cubicBezTo>
                      <a:pt x="180290" y="0"/>
                      <a:pt x="0" y="142150"/>
                      <a:pt x="0" y="317500"/>
                    </a:cubicBezTo>
                    <a:cubicBezTo>
                      <a:pt x="0" y="492850"/>
                      <a:pt x="180290" y="635000"/>
                      <a:pt x="402688" y="635000"/>
                    </a:cubicBezTo>
                    <a:cubicBezTo>
                      <a:pt x="625087" y="635000"/>
                      <a:pt x="805376" y="492850"/>
                      <a:pt x="805376" y="317500"/>
                    </a:cubicBezTo>
                    <a:cubicBezTo>
                      <a:pt x="805376" y="142150"/>
                      <a:pt x="625087" y="0"/>
                      <a:pt x="402688" y="0"/>
                    </a:cubicBezTo>
                    <a:close/>
                  </a:path>
                </a:pathLst>
              </a:custGeom>
              <a:solidFill>
                <a:srgbClr val="991B1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8" name="Google Shape;1088;p15"/>
              <p:cNvSpPr txBox="1"/>
              <p:nvPr/>
            </p:nvSpPr>
            <p:spPr>
              <a:xfrm>
                <a:off x="0" y="-85725"/>
                <a:ext cx="805376" cy="7207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4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i="0" lang="en-US" sz="1800" u="none" cap="none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05</a:t>
                </a:r>
                <a:endParaRPr/>
              </a:p>
            </p:txBody>
          </p:sp>
        </p:grpSp>
        <p:sp>
          <p:nvSpPr>
            <p:cNvPr id="1089" name="Google Shape;1089;p15"/>
            <p:cNvSpPr txBox="1"/>
            <p:nvPr/>
          </p:nvSpPr>
          <p:spPr>
            <a:xfrm>
              <a:off x="1766239" y="-31098"/>
              <a:ext cx="14994628" cy="6582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2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933" u="none" cap="none" strike="noStrike">
                  <a:solidFill>
                    <a:srgbClr val="1A1A1A"/>
                  </a:solidFill>
                  <a:latin typeface="Arial"/>
                  <a:ea typeface="Arial"/>
                  <a:cs typeface="Arial"/>
                  <a:sym typeface="Arial"/>
                </a:rPr>
                <a:t>Informe de Validación de Modelos</a:t>
              </a:r>
              <a:endParaRPr/>
            </a:p>
          </p:txBody>
        </p:sp>
        <p:sp>
          <p:nvSpPr>
            <p:cNvPr id="1090" name="Google Shape;1090;p15"/>
            <p:cNvSpPr txBox="1"/>
            <p:nvPr/>
          </p:nvSpPr>
          <p:spPr>
            <a:xfrm>
              <a:off x="1846178" y="539788"/>
              <a:ext cx="14968667" cy="91410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5002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755" u="none" cap="none" strike="noStrike">
                  <a:solidFill>
                    <a:srgbClr val="4A4A4A"/>
                  </a:solidFill>
                  <a:latin typeface="Arial"/>
                  <a:ea typeface="Arial"/>
                  <a:cs typeface="Arial"/>
                  <a:sym typeface="Arial"/>
                </a:rPr>
                <a:t>Como </a:t>
              </a:r>
              <a:r>
                <a:rPr b="0" i="0" lang="en-US" sz="1755" u="none" cap="none" strike="noStrike">
                  <a:solidFill>
                    <a:srgbClr val="4A4A4A"/>
                  </a:solidFill>
                  <a:latin typeface="Arial"/>
                  <a:ea typeface="Arial"/>
                  <a:cs typeface="Arial"/>
                  <a:sym typeface="Arial"/>
                </a:rPr>
                <a:t>ChileAvanza </a:t>
              </a:r>
              <a:r>
                <a:rPr b="1" i="0" lang="en-US" sz="1755" u="none" cap="none" strike="noStrike">
                  <a:solidFill>
                    <a:srgbClr val="4A4A4A"/>
                  </a:solidFill>
                  <a:latin typeface="Arial"/>
                  <a:ea typeface="Arial"/>
                  <a:cs typeface="Arial"/>
                  <a:sym typeface="Arial"/>
                </a:rPr>
                <a:t>quiero </a:t>
              </a:r>
              <a:r>
                <a:rPr b="0" i="0" lang="en-US" sz="1755" u="none" cap="none" strike="noStrike">
                  <a:solidFill>
                    <a:srgbClr val="4A4A4A"/>
                  </a:solidFill>
                  <a:latin typeface="Arial"/>
                  <a:ea typeface="Arial"/>
                  <a:cs typeface="Arial"/>
                  <a:sym typeface="Arial"/>
                </a:rPr>
                <a:t>disponer de un informe con las métricas de desempeño del modelo </a:t>
              </a:r>
              <a:r>
                <a:rPr b="1" i="0" lang="en-US" sz="1755" u="none" cap="none" strike="noStrike">
                  <a:solidFill>
                    <a:srgbClr val="4A4A4A"/>
                  </a:solidFill>
                  <a:latin typeface="Arial"/>
                  <a:ea typeface="Arial"/>
                  <a:cs typeface="Arial"/>
                  <a:sym typeface="Arial"/>
                </a:rPr>
                <a:t>para </a:t>
              </a:r>
              <a:r>
                <a:rPr b="0" i="0" lang="en-US" sz="1755" u="none" cap="none" strike="noStrike">
                  <a:solidFill>
                    <a:srgbClr val="4A4A4A"/>
                  </a:solidFill>
                  <a:latin typeface="Arial"/>
                  <a:ea typeface="Arial"/>
                  <a:cs typeface="Arial"/>
                  <a:sym typeface="Arial"/>
                </a:rPr>
                <a:t>evaluar su calidad y realizar mejoras cuando sea necesario.</a:t>
              </a:r>
              <a:endParaRPr/>
            </a:p>
          </p:txBody>
        </p:sp>
      </p:grpSp>
      <p:sp>
        <p:nvSpPr>
          <p:cNvPr id="1091" name="Google Shape;1091;p15"/>
          <p:cNvSpPr txBox="1"/>
          <p:nvPr/>
        </p:nvSpPr>
        <p:spPr>
          <a:xfrm>
            <a:off x="17663375" y="9579067"/>
            <a:ext cx="1524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56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15</a:t>
            </a:r>
            <a:endParaRPr/>
          </a:p>
        </p:txBody>
      </p:sp>
      <p:sp>
        <p:nvSpPr>
          <p:cNvPr id="1092" name="Google Shape;1092;p15"/>
          <p:cNvSpPr txBox="1"/>
          <p:nvPr/>
        </p:nvSpPr>
        <p:spPr>
          <a:xfrm>
            <a:off x="197858" y="-68013"/>
            <a:ext cx="2348313" cy="16484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224" u="none" cap="none" strike="noStrike">
                <a:solidFill>
                  <a:srgbClr val="000000"/>
                </a:solidFill>
                <a:latin typeface="Ultra"/>
                <a:ea typeface="Ultra"/>
                <a:cs typeface="Ultra"/>
                <a:sym typeface="Ultra"/>
              </a:rPr>
              <a:t>VII.-</a:t>
            </a:r>
            <a:endParaRPr/>
          </a:p>
        </p:txBody>
      </p:sp>
      <p:sp>
        <p:nvSpPr>
          <p:cNvPr id="1093" name="Google Shape;1093;p15"/>
          <p:cNvSpPr txBox="1"/>
          <p:nvPr/>
        </p:nvSpPr>
        <p:spPr>
          <a:xfrm>
            <a:off x="3066821" y="91678"/>
            <a:ext cx="11687175" cy="15880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30" u="none" cap="none" strike="noStrike">
                <a:solidFill>
                  <a:srgbClr val="000000"/>
                </a:solidFill>
                <a:latin typeface="Ultra"/>
                <a:ea typeface="Ultra"/>
                <a:cs typeface="Ultra"/>
                <a:sym typeface="Ultra"/>
              </a:rPr>
              <a:t>ÉPICAS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3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HISTORIAS DE USUARIO</a:t>
            </a:r>
            <a:endParaRPr/>
          </a:p>
        </p:txBody>
      </p:sp>
      <p:grpSp>
        <p:nvGrpSpPr>
          <p:cNvPr id="1094" name="Google Shape;1094;p15"/>
          <p:cNvGrpSpPr/>
          <p:nvPr/>
        </p:nvGrpSpPr>
        <p:grpSpPr>
          <a:xfrm>
            <a:off x="769906" y="7338729"/>
            <a:ext cx="16074778" cy="2600138"/>
            <a:chOff x="0" y="-276225"/>
            <a:chExt cx="4001990" cy="647332"/>
          </a:xfrm>
        </p:grpSpPr>
        <p:sp>
          <p:nvSpPr>
            <p:cNvPr id="1095" name="Google Shape;1095;p15"/>
            <p:cNvSpPr/>
            <p:nvPr/>
          </p:nvSpPr>
          <p:spPr>
            <a:xfrm>
              <a:off x="0" y="0"/>
              <a:ext cx="4001989" cy="371107"/>
            </a:xfrm>
            <a:custGeom>
              <a:rect b="b" l="l" r="r" t="t"/>
              <a:pathLst>
                <a:path extrusionOk="0" h="371107" w="4001989">
                  <a:moveTo>
                    <a:pt x="0" y="0"/>
                  </a:moveTo>
                  <a:lnTo>
                    <a:pt x="4001989" y="0"/>
                  </a:lnTo>
                  <a:lnTo>
                    <a:pt x="4001989" y="371107"/>
                  </a:lnTo>
                  <a:lnTo>
                    <a:pt x="0" y="371107"/>
                  </a:lnTo>
                  <a:close/>
                </a:path>
              </a:pathLst>
            </a:custGeom>
            <a:solidFill>
              <a:srgbClr val="CB6CE6"/>
            </a:solidFill>
            <a:ln>
              <a:noFill/>
            </a:ln>
          </p:spPr>
        </p:sp>
        <p:sp>
          <p:nvSpPr>
            <p:cNvPr id="1096" name="Google Shape;1096;p15"/>
            <p:cNvSpPr txBox="1"/>
            <p:nvPr/>
          </p:nvSpPr>
          <p:spPr>
            <a:xfrm>
              <a:off x="0" y="-276225"/>
              <a:ext cx="4001990" cy="647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97" name="Google Shape;1097;p15"/>
          <p:cNvGrpSpPr/>
          <p:nvPr/>
        </p:nvGrpSpPr>
        <p:grpSpPr>
          <a:xfrm>
            <a:off x="1168928" y="7566615"/>
            <a:ext cx="15276734" cy="2150166"/>
            <a:chOff x="0" y="-276225"/>
            <a:chExt cx="3803308" cy="535307"/>
          </a:xfrm>
        </p:grpSpPr>
        <p:sp>
          <p:nvSpPr>
            <p:cNvPr id="1098" name="Google Shape;1098;p15"/>
            <p:cNvSpPr/>
            <p:nvPr/>
          </p:nvSpPr>
          <p:spPr>
            <a:xfrm>
              <a:off x="0" y="0"/>
              <a:ext cx="3803308" cy="259082"/>
            </a:xfrm>
            <a:custGeom>
              <a:rect b="b" l="l" r="r" t="t"/>
              <a:pathLst>
                <a:path extrusionOk="0" h="259082" w="3803308">
                  <a:moveTo>
                    <a:pt x="0" y="0"/>
                  </a:moveTo>
                  <a:lnTo>
                    <a:pt x="3803308" y="0"/>
                  </a:lnTo>
                  <a:lnTo>
                    <a:pt x="3803308" y="259082"/>
                  </a:lnTo>
                  <a:lnTo>
                    <a:pt x="0" y="259082"/>
                  </a:lnTo>
                  <a:close/>
                </a:path>
              </a:pathLst>
            </a:custGeom>
            <a:solidFill>
              <a:srgbClr val="F8FAFC"/>
            </a:solidFill>
            <a:ln>
              <a:noFill/>
            </a:ln>
          </p:spPr>
        </p:sp>
        <p:sp>
          <p:nvSpPr>
            <p:cNvPr id="1099" name="Google Shape;1099;p15"/>
            <p:cNvSpPr txBox="1"/>
            <p:nvPr/>
          </p:nvSpPr>
          <p:spPr>
            <a:xfrm>
              <a:off x="0" y="-276225"/>
              <a:ext cx="3803308" cy="53530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00" name="Google Shape;1100;p15"/>
          <p:cNvSpPr txBox="1"/>
          <p:nvPr/>
        </p:nvSpPr>
        <p:spPr>
          <a:xfrm>
            <a:off x="1565882" y="8700075"/>
            <a:ext cx="14577346" cy="8784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4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Machine Learning busca convertirse en una capa adicional de apoyo a la decisión, no solamente en un mecanismo de búsqueda.</a:t>
            </a:r>
            <a:endParaRPr/>
          </a:p>
        </p:txBody>
      </p:sp>
    </p:spTree>
  </p:cSld>
  <p:clrMapOvr>
    <a:masterClrMapping/>
  </p:clrMapOvr>
  <p:transition spd="slow">
    <p:push/>
  </p:transition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4" name="Shape 1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05" name="Google Shape;1105;p16"/>
          <p:cNvGrpSpPr/>
          <p:nvPr/>
        </p:nvGrpSpPr>
        <p:grpSpPr>
          <a:xfrm>
            <a:off x="0" y="-28575"/>
            <a:ext cx="18288000" cy="923925"/>
            <a:chOff x="0" y="-38100"/>
            <a:chExt cx="24384000" cy="1231900"/>
          </a:xfrm>
        </p:grpSpPr>
        <p:sp>
          <p:nvSpPr>
            <p:cNvPr id="1106" name="Google Shape;1106;p16"/>
            <p:cNvSpPr/>
            <p:nvPr/>
          </p:nvSpPr>
          <p:spPr>
            <a:xfrm>
              <a:off x="0" y="0"/>
              <a:ext cx="24384000" cy="1193800"/>
            </a:xfrm>
            <a:custGeom>
              <a:rect b="b" l="l" r="r" t="t"/>
              <a:pathLst>
                <a:path extrusionOk="0" h="11938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193800"/>
                  </a:lnTo>
                  <a:lnTo>
                    <a:pt x="0" y="1193800"/>
                  </a:lnTo>
                  <a:close/>
                </a:path>
              </a:pathLst>
            </a:custGeom>
            <a:solidFill>
              <a:srgbClr val="1E293B"/>
            </a:solidFill>
            <a:ln>
              <a:noFill/>
            </a:ln>
          </p:spPr>
        </p:sp>
        <p:sp>
          <p:nvSpPr>
            <p:cNvPr id="1107" name="Google Shape;1107;p16"/>
            <p:cNvSpPr txBox="1"/>
            <p:nvPr/>
          </p:nvSpPr>
          <p:spPr>
            <a:xfrm>
              <a:off x="0" y="-38100"/>
              <a:ext cx="24384000" cy="1231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932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08" name="Google Shape;1108;p16"/>
          <p:cNvGrpSpPr/>
          <p:nvPr/>
        </p:nvGrpSpPr>
        <p:grpSpPr>
          <a:xfrm>
            <a:off x="8605855" y="2666904"/>
            <a:ext cx="5168325" cy="4755026"/>
            <a:chOff x="0" y="-38100"/>
            <a:chExt cx="6891100" cy="6340035"/>
          </a:xfrm>
        </p:grpSpPr>
        <p:sp>
          <p:nvSpPr>
            <p:cNvPr id="1109" name="Google Shape;1109;p16"/>
            <p:cNvSpPr/>
            <p:nvPr/>
          </p:nvSpPr>
          <p:spPr>
            <a:xfrm>
              <a:off x="0" y="0"/>
              <a:ext cx="6891100" cy="6301935"/>
            </a:xfrm>
            <a:custGeom>
              <a:rect b="b" l="l" r="r" t="t"/>
              <a:pathLst>
                <a:path extrusionOk="0" h="6301935" w="6891100">
                  <a:moveTo>
                    <a:pt x="442265" y="0"/>
                  </a:moveTo>
                  <a:lnTo>
                    <a:pt x="6448836" y="0"/>
                  </a:lnTo>
                  <a:cubicBezTo>
                    <a:pt x="6693091" y="0"/>
                    <a:pt x="6891100" y="282147"/>
                    <a:pt x="6891100" y="630194"/>
                  </a:cubicBezTo>
                  <a:lnTo>
                    <a:pt x="6891100" y="5671741"/>
                  </a:lnTo>
                  <a:cubicBezTo>
                    <a:pt x="6891100" y="6019788"/>
                    <a:pt x="6693091" y="6301935"/>
                    <a:pt x="6448836" y="6301935"/>
                  </a:cubicBezTo>
                  <a:lnTo>
                    <a:pt x="442265" y="6301935"/>
                  </a:lnTo>
                  <a:cubicBezTo>
                    <a:pt x="198009" y="6301935"/>
                    <a:pt x="0" y="6019788"/>
                    <a:pt x="0" y="5671741"/>
                  </a:cubicBezTo>
                  <a:lnTo>
                    <a:pt x="0" y="630194"/>
                  </a:lnTo>
                  <a:cubicBezTo>
                    <a:pt x="0" y="282147"/>
                    <a:pt x="198009" y="0"/>
                    <a:pt x="442265" y="0"/>
                  </a:cubicBezTo>
                  <a:close/>
                </a:path>
              </a:pathLst>
            </a:custGeom>
            <a:solidFill>
              <a:srgbClr val="F8FAFC"/>
            </a:solidFill>
            <a:ln cap="sq" cmpd="sng" w="19050">
              <a:solidFill>
                <a:srgbClr val="6366F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0" name="Google Shape;1110;p16"/>
            <p:cNvSpPr txBox="1"/>
            <p:nvPr/>
          </p:nvSpPr>
          <p:spPr>
            <a:xfrm>
              <a:off x="0" y="-38100"/>
              <a:ext cx="6891100" cy="634003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932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11" name="Google Shape;1111;p16"/>
          <p:cNvGrpSpPr/>
          <p:nvPr/>
        </p:nvGrpSpPr>
        <p:grpSpPr>
          <a:xfrm>
            <a:off x="15621000" y="1895475"/>
            <a:ext cx="2286000" cy="1571625"/>
            <a:chOff x="0" y="-38100"/>
            <a:chExt cx="3048000" cy="2095500"/>
          </a:xfrm>
        </p:grpSpPr>
        <p:sp>
          <p:nvSpPr>
            <p:cNvPr id="1112" name="Google Shape;1112;p16"/>
            <p:cNvSpPr/>
            <p:nvPr/>
          </p:nvSpPr>
          <p:spPr>
            <a:xfrm>
              <a:off x="0" y="0"/>
              <a:ext cx="3048000" cy="2057400"/>
            </a:xfrm>
            <a:custGeom>
              <a:rect b="b" l="l" r="r" t="t"/>
              <a:pathLst>
                <a:path extrusionOk="0" h="2057400" w="3048000">
                  <a:moveTo>
                    <a:pt x="152400" y="0"/>
                  </a:moveTo>
                  <a:lnTo>
                    <a:pt x="2895600" y="0"/>
                  </a:lnTo>
                  <a:cubicBezTo>
                    <a:pt x="2979768" y="0"/>
                    <a:pt x="3048000" y="92113"/>
                    <a:pt x="3048000" y="205740"/>
                  </a:cubicBezTo>
                  <a:lnTo>
                    <a:pt x="3048000" y="1851660"/>
                  </a:lnTo>
                  <a:cubicBezTo>
                    <a:pt x="3048000" y="1965287"/>
                    <a:pt x="2979768" y="2057400"/>
                    <a:pt x="2895600" y="2057400"/>
                  </a:cubicBezTo>
                  <a:lnTo>
                    <a:pt x="152400" y="2057400"/>
                  </a:lnTo>
                  <a:cubicBezTo>
                    <a:pt x="68232" y="2057400"/>
                    <a:pt x="0" y="1965287"/>
                    <a:pt x="0" y="1851660"/>
                  </a:cubicBezTo>
                  <a:lnTo>
                    <a:pt x="0" y="205740"/>
                  </a:lnTo>
                  <a:cubicBezTo>
                    <a:pt x="0" y="92113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FEF3C7"/>
            </a:solidFill>
            <a:ln cap="sq" cmpd="sng" w="19050">
              <a:solidFill>
                <a:srgbClr val="D9770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3" name="Google Shape;1113;p16"/>
            <p:cNvSpPr txBox="1"/>
            <p:nvPr/>
          </p:nvSpPr>
          <p:spPr>
            <a:xfrm>
              <a:off x="0" y="-38100"/>
              <a:ext cx="30480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932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14" name="Google Shape;1114;p16"/>
          <p:cNvGrpSpPr/>
          <p:nvPr/>
        </p:nvGrpSpPr>
        <p:grpSpPr>
          <a:xfrm>
            <a:off x="15621000" y="3952875"/>
            <a:ext cx="2286000" cy="1571625"/>
            <a:chOff x="0" y="-38100"/>
            <a:chExt cx="3048000" cy="2095500"/>
          </a:xfrm>
        </p:grpSpPr>
        <p:sp>
          <p:nvSpPr>
            <p:cNvPr id="1115" name="Google Shape;1115;p16"/>
            <p:cNvSpPr/>
            <p:nvPr/>
          </p:nvSpPr>
          <p:spPr>
            <a:xfrm>
              <a:off x="0" y="0"/>
              <a:ext cx="3048000" cy="2057400"/>
            </a:xfrm>
            <a:custGeom>
              <a:rect b="b" l="l" r="r" t="t"/>
              <a:pathLst>
                <a:path extrusionOk="0" h="2057400" w="3048000">
                  <a:moveTo>
                    <a:pt x="152400" y="0"/>
                  </a:moveTo>
                  <a:lnTo>
                    <a:pt x="2895600" y="0"/>
                  </a:lnTo>
                  <a:cubicBezTo>
                    <a:pt x="2979768" y="0"/>
                    <a:pt x="3048000" y="92113"/>
                    <a:pt x="3048000" y="205740"/>
                  </a:cubicBezTo>
                  <a:lnTo>
                    <a:pt x="3048000" y="1851660"/>
                  </a:lnTo>
                  <a:cubicBezTo>
                    <a:pt x="3048000" y="1965287"/>
                    <a:pt x="2979768" y="2057400"/>
                    <a:pt x="2895600" y="2057400"/>
                  </a:cubicBezTo>
                  <a:lnTo>
                    <a:pt x="152400" y="2057400"/>
                  </a:lnTo>
                  <a:cubicBezTo>
                    <a:pt x="68232" y="2057400"/>
                    <a:pt x="0" y="1965287"/>
                    <a:pt x="0" y="1851660"/>
                  </a:cubicBezTo>
                  <a:lnTo>
                    <a:pt x="0" y="205740"/>
                  </a:lnTo>
                  <a:cubicBezTo>
                    <a:pt x="0" y="92113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FEF3C7"/>
            </a:solidFill>
            <a:ln cap="sq" cmpd="sng" w="19050">
              <a:solidFill>
                <a:srgbClr val="D9770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6" name="Google Shape;1116;p16"/>
            <p:cNvSpPr txBox="1"/>
            <p:nvPr/>
          </p:nvSpPr>
          <p:spPr>
            <a:xfrm>
              <a:off x="0" y="-38100"/>
              <a:ext cx="30480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932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17" name="Google Shape;1117;p16"/>
          <p:cNvGrpSpPr/>
          <p:nvPr/>
        </p:nvGrpSpPr>
        <p:grpSpPr>
          <a:xfrm>
            <a:off x="426601" y="2247888"/>
            <a:ext cx="1829490" cy="1319297"/>
            <a:chOff x="0" y="-38100"/>
            <a:chExt cx="2905863" cy="2095500"/>
          </a:xfrm>
        </p:grpSpPr>
        <p:sp>
          <p:nvSpPr>
            <p:cNvPr id="1118" name="Google Shape;1118;p16"/>
            <p:cNvSpPr/>
            <p:nvPr/>
          </p:nvSpPr>
          <p:spPr>
            <a:xfrm>
              <a:off x="0" y="0"/>
              <a:ext cx="2905863" cy="2057400"/>
            </a:xfrm>
            <a:custGeom>
              <a:rect b="b" l="l" r="r" t="t"/>
              <a:pathLst>
                <a:path extrusionOk="0" h="2057400" w="2905863">
                  <a:moveTo>
                    <a:pt x="174352" y="0"/>
                  </a:moveTo>
                  <a:lnTo>
                    <a:pt x="2731512" y="0"/>
                  </a:lnTo>
                  <a:cubicBezTo>
                    <a:pt x="2827803" y="0"/>
                    <a:pt x="2905863" y="92113"/>
                    <a:pt x="2905863" y="205740"/>
                  </a:cubicBezTo>
                  <a:lnTo>
                    <a:pt x="2905863" y="1851660"/>
                  </a:lnTo>
                  <a:cubicBezTo>
                    <a:pt x="2905863" y="1965287"/>
                    <a:pt x="2827803" y="2057400"/>
                    <a:pt x="2731512" y="2057400"/>
                  </a:cubicBezTo>
                  <a:lnTo>
                    <a:pt x="174352" y="2057400"/>
                  </a:lnTo>
                  <a:cubicBezTo>
                    <a:pt x="78060" y="2057400"/>
                    <a:pt x="0" y="1965287"/>
                    <a:pt x="0" y="1851660"/>
                  </a:cubicBezTo>
                  <a:lnTo>
                    <a:pt x="0" y="205740"/>
                  </a:lnTo>
                  <a:cubicBezTo>
                    <a:pt x="0" y="92113"/>
                    <a:pt x="78060" y="0"/>
                    <a:pt x="174352" y="0"/>
                  </a:cubicBezTo>
                  <a:close/>
                </a:path>
              </a:pathLst>
            </a:custGeom>
            <a:solidFill>
              <a:srgbClr val="E0F2FE"/>
            </a:solidFill>
            <a:ln cap="sq" cmpd="sng" w="19050">
              <a:solidFill>
                <a:srgbClr val="0284C7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9" name="Google Shape;1119;p16"/>
            <p:cNvSpPr txBox="1"/>
            <p:nvPr/>
          </p:nvSpPr>
          <p:spPr>
            <a:xfrm>
              <a:off x="0" y="-38100"/>
              <a:ext cx="2905863" cy="209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932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20" name="Google Shape;1120;p16"/>
          <p:cNvGrpSpPr/>
          <p:nvPr/>
        </p:nvGrpSpPr>
        <p:grpSpPr>
          <a:xfrm>
            <a:off x="426601" y="3759083"/>
            <a:ext cx="1829490" cy="1319297"/>
            <a:chOff x="0" y="-38100"/>
            <a:chExt cx="2905863" cy="2095500"/>
          </a:xfrm>
        </p:grpSpPr>
        <p:sp>
          <p:nvSpPr>
            <p:cNvPr id="1121" name="Google Shape;1121;p16"/>
            <p:cNvSpPr/>
            <p:nvPr/>
          </p:nvSpPr>
          <p:spPr>
            <a:xfrm>
              <a:off x="0" y="0"/>
              <a:ext cx="2905863" cy="2057400"/>
            </a:xfrm>
            <a:custGeom>
              <a:rect b="b" l="l" r="r" t="t"/>
              <a:pathLst>
                <a:path extrusionOk="0" h="2057400" w="2905863">
                  <a:moveTo>
                    <a:pt x="174352" y="0"/>
                  </a:moveTo>
                  <a:lnTo>
                    <a:pt x="2731512" y="0"/>
                  </a:lnTo>
                  <a:cubicBezTo>
                    <a:pt x="2827803" y="0"/>
                    <a:pt x="2905863" y="92113"/>
                    <a:pt x="2905863" y="205740"/>
                  </a:cubicBezTo>
                  <a:lnTo>
                    <a:pt x="2905863" y="1851660"/>
                  </a:lnTo>
                  <a:cubicBezTo>
                    <a:pt x="2905863" y="1965287"/>
                    <a:pt x="2827803" y="2057400"/>
                    <a:pt x="2731512" y="2057400"/>
                  </a:cubicBezTo>
                  <a:lnTo>
                    <a:pt x="174352" y="2057400"/>
                  </a:lnTo>
                  <a:cubicBezTo>
                    <a:pt x="78060" y="2057400"/>
                    <a:pt x="0" y="1965287"/>
                    <a:pt x="0" y="1851660"/>
                  </a:cubicBezTo>
                  <a:lnTo>
                    <a:pt x="0" y="205740"/>
                  </a:lnTo>
                  <a:cubicBezTo>
                    <a:pt x="0" y="92113"/>
                    <a:pt x="78060" y="0"/>
                    <a:pt x="174352" y="0"/>
                  </a:cubicBezTo>
                  <a:close/>
                </a:path>
              </a:pathLst>
            </a:custGeom>
            <a:solidFill>
              <a:srgbClr val="E0F2FE"/>
            </a:solidFill>
            <a:ln cap="sq" cmpd="sng" w="19050">
              <a:solidFill>
                <a:srgbClr val="0284C7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2" name="Google Shape;1122;p16"/>
            <p:cNvSpPr txBox="1"/>
            <p:nvPr/>
          </p:nvSpPr>
          <p:spPr>
            <a:xfrm>
              <a:off x="0" y="-38100"/>
              <a:ext cx="2905863" cy="209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932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23" name="Google Shape;1123;p16"/>
          <p:cNvGrpSpPr/>
          <p:nvPr/>
        </p:nvGrpSpPr>
        <p:grpSpPr>
          <a:xfrm>
            <a:off x="426601" y="5270278"/>
            <a:ext cx="1829490" cy="1319297"/>
            <a:chOff x="0" y="-38100"/>
            <a:chExt cx="2905863" cy="2095500"/>
          </a:xfrm>
        </p:grpSpPr>
        <p:sp>
          <p:nvSpPr>
            <p:cNvPr id="1124" name="Google Shape;1124;p16"/>
            <p:cNvSpPr/>
            <p:nvPr/>
          </p:nvSpPr>
          <p:spPr>
            <a:xfrm>
              <a:off x="0" y="0"/>
              <a:ext cx="2905863" cy="2057400"/>
            </a:xfrm>
            <a:custGeom>
              <a:rect b="b" l="l" r="r" t="t"/>
              <a:pathLst>
                <a:path extrusionOk="0" h="2057400" w="2905863">
                  <a:moveTo>
                    <a:pt x="174352" y="0"/>
                  </a:moveTo>
                  <a:lnTo>
                    <a:pt x="2731512" y="0"/>
                  </a:lnTo>
                  <a:cubicBezTo>
                    <a:pt x="2827803" y="0"/>
                    <a:pt x="2905863" y="92113"/>
                    <a:pt x="2905863" y="205740"/>
                  </a:cubicBezTo>
                  <a:lnTo>
                    <a:pt x="2905863" y="1851660"/>
                  </a:lnTo>
                  <a:cubicBezTo>
                    <a:pt x="2905863" y="1965287"/>
                    <a:pt x="2827803" y="2057400"/>
                    <a:pt x="2731512" y="2057400"/>
                  </a:cubicBezTo>
                  <a:lnTo>
                    <a:pt x="174352" y="2057400"/>
                  </a:lnTo>
                  <a:cubicBezTo>
                    <a:pt x="78060" y="2057400"/>
                    <a:pt x="0" y="1965287"/>
                    <a:pt x="0" y="1851660"/>
                  </a:cubicBezTo>
                  <a:lnTo>
                    <a:pt x="0" y="205740"/>
                  </a:lnTo>
                  <a:cubicBezTo>
                    <a:pt x="0" y="92113"/>
                    <a:pt x="78060" y="0"/>
                    <a:pt x="174352" y="0"/>
                  </a:cubicBezTo>
                  <a:close/>
                </a:path>
              </a:pathLst>
            </a:custGeom>
            <a:solidFill>
              <a:srgbClr val="E0F2FE"/>
            </a:solidFill>
            <a:ln cap="sq" cmpd="sng" w="19050">
              <a:solidFill>
                <a:srgbClr val="0284C7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5" name="Google Shape;1125;p16"/>
            <p:cNvSpPr txBox="1"/>
            <p:nvPr/>
          </p:nvSpPr>
          <p:spPr>
            <a:xfrm>
              <a:off x="0" y="-38100"/>
              <a:ext cx="2905863" cy="209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932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26" name="Google Shape;1126;p16"/>
          <p:cNvGrpSpPr/>
          <p:nvPr/>
        </p:nvGrpSpPr>
        <p:grpSpPr>
          <a:xfrm>
            <a:off x="3098867" y="2292596"/>
            <a:ext cx="2062615" cy="3529435"/>
            <a:chOff x="0" y="-38100"/>
            <a:chExt cx="2921000" cy="4998255"/>
          </a:xfrm>
        </p:grpSpPr>
        <p:sp>
          <p:nvSpPr>
            <p:cNvPr id="1127" name="Google Shape;1127;p16"/>
            <p:cNvSpPr/>
            <p:nvPr/>
          </p:nvSpPr>
          <p:spPr>
            <a:xfrm>
              <a:off x="0" y="0"/>
              <a:ext cx="2921000" cy="4960155"/>
            </a:xfrm>
            <a:custGeom>
              <a:rect b="b" l="l" r="r" t="t"/>
              <a:pathLst>
                <a:path extrusionOk="0" h="4960155" w="2921000">
                  <a:moveTo>
                    <a:pt x="292100" y="0"/>
                  </a:moveTo>
                  <a:lnTo>
                    <a:pt x="2628900" y="0"/>
                  </a:lnTo>
                  <a:cubicBezTo>
                    <a:pt x="2790223" y="0"/>
                    <a:pt x="2921000" y="130632"/>
                    <a:pt x="2921000" y="291774"/>
                  </a:cubicBezTo>
                  <a:lnTo>
                    <a:pt x="2921000" y="4668381"/>
                  </a:lnTo>
                  <a:cubicBezTo>
                    <a:pt x="2921000" y="4829523"/>
                    <a:pt x="2790223" y="4960155"/>
                    <a:pt x="2628900" y="4960155"/>
                  </a:cubicBezTo>
                  <a:lnTo>
                    <a:pt x="292100" y="4960155"/>
                  </a:lnTo>
                  <a:cubicBezTo>
                    <a:pt x="130778" y="4960155"/>
                    <a:pt x="0" y="4829523"/>
                    <a:pt x="0" y="4668381"/>
                  </a:cubicBezTo>
                  <a:lnTo>
                    <a:pt x="0" y="291774"/>
                  </a:lnTo>
                  <a:cubicBezTo>
                    <a:pt x="0" y="130632"/>
                    <a:pt x="130778" y="0"/>
                    <a:pt x="292100" y="0"/>
                  </a:cubicBezTo>
                  <a:close/>
                </a:path>
              </a:pathLst>
            </a:custGeom>
            <a:solidFill>
              <a:srgbClr val="FEF3C7"/>
            </a:solidFill>
            <a:ln cap="sq" cmpd="sng" w="19050">
              <a:solidFill>
                <a:srgbClr val="D9770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8" name="Google Shape;1128;p16"/>
            <p:cNvSpPr txBox="1"/>
            <p:nvPr/>
          </p:nvSpPr>
          <p:spPr>
            <a:xfrm>
              <a:off x="0" y="-38100"/>
              <a:ext cx="2921000" cy="499825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932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29" name="Google Shape;1129;p16"/>
          <p:cNvGrpSpPr/>
          <p:nvPr/>
        </p:nvGrpSpPr>
        <p:grpSpPr>
          <a:xfrm>
            <a:off x="5756342" y="2299008"/>
            <a:ext cx="2095500" cy="1952625"/>
            <a:chOff x="0" y="-38100"/>
            <a:chExt cx="2794000" cy="2603500"/>
          </a:xfrm>
        </p:grpSpPr>
        <p:sp>
          <p:nvSpPr>
            <p:cNvPr id="1130" name="Google Shape;1130;p16"/>
            <p:cNvSpPr/>
            <p:nvPr/>
          </p:nvSpPr>
          <p:spPr>
            <a:xfrm>
              <a:off x="0" y="0"/>
              <a:ext cx="2794000" cy="2565400"/>
            </a:xfrm>
            <a:custGeom>
              <a:rect b="b" l="l" r="r" t="t"/>
              <a:pathLst>
                <a:path extrusionOk="0" h="2565400" w="2794000">
                  <a:moveTo>
                    <a:pt x="190500" y="0"/>
                  </a:moveTo>
                  <a:lnTo>
                    <a:pt x="2603500" y="0"/>
                  </a:lnTo>
                  <a:cubicBezTo>
                    <a:pt x="2708710" y="0"/>
                    <a:pt x="2794000" y="114857"/>
                    <a:pt x="2794000" y="256540"/>
                  </a:cubicBezTo>
                  <a:lnTo>
                    <a:pt x="2794000" y="2308860"/>
                  </a:lnTo>
                  <a:cubicBezTo>
                    <a:pt x="2794000" y="2450543"/>
                    <a:pt x="2708710" y="2565400"/>
                    <a:pt x="2603500" y="2565400"/>
                  </a:cubicBezTo>
                  <a:lnTo>
                    <a:pt x="190500" y="2565400"/>
                  </a:lnTo>
                  <a:cubicBezTo>
                    <a:pt x="85290" y="2565400"/>
                    <a:pt x="0" y="2450543"/>
                    <a:pt x="0" y="2308860"/>
                  </a:cubicBezTo>
                  <a:lnTo>
                    <a:pt x="0" y="256540"/>
                  </a:lnTo>
                  <a:cubicBezTo>
                    <a:pt x="0" y="114857"/>
                    <a:pt x="85290" y="0"/>
                    <a:pt x="190500" y="0"/>
                  </a:cubicBezTo>
                  <a:close/>
                </a:path>
              </a:pathLst>
            </a:custGeom>
            <a:solidFill>
              <a:srgbClr val="D1FAE5"/>
            </a:solidFill>
            <a:ln cap="sq" cmpd="sng" w="19050">
              <a:solidFill>
                <a:srgbClr val="059669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1" name="Google Shape;1131;p16"/>
            <p:cNvSpPr txBox="1"/>
            <p:nvPr/>
          </p:nvSpPr>
          <p:spPr>
            <a:xfrm>
              <a:off x="0" y="-38100"/>
              <a:ext cx="2794000" cy="260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932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32" name="Google Shape;1132;p16"/>
          <p:cNvGrpSpPr/>
          <p:nvPr/>
        </p:nvGrpSpPr>
        <p:grpSpPr>
          <a:xfrm>
            <a:off x="5756342" y="4737408"/>
            <a:ext cx="2095500" cy="1952625"/>
            <a:chOff x="0" y="-38100"/>
            <a:chExt cx="2794000" cy="2603500"/>
          </a:xfrm>
        </p:grpSpPr>
        <p:sp>
          <p:nvSpPr>
            <p:cNvPr id="1133" name="Google Shape;1133;p16"/>
            <p:cNvSpPr/>
            <p:nvPr/>
          </p:nvSpPr>
          <p:spPr>
            <a:xfrm>
              <a:off x="0" y="0"/>
              <a:ext cx="2794000" cy="2565400"/>
            </a:xfrm>
            <a:custGeom>
              <a:rect b="b" l="l" r="r" t="t"/>
              <a:pathLst>
                <a:path extrusionOk="0" h="2565400" w="2794000">
                  <a:moveTo>
                    <a:pt x="190500" y="0"/>
                  </a:moveTo>
                  <a:lnTo>
                    <a:pt x="2603500" y="0"/>
                  </a:lnTo>
                  <a:cubicBezTo>
                    <a:pt x="2708710" y="0"/>
                    <a:pt x="2794000" y="114857"/>
                    <a:pt x="2794000" y="256540"/>
                  </a:cubicBezTo>
                  <a:lnTo>
                    <a:pt x="2794000" y="2308860"/>
                  </a:lnTo>
                  <a:cubicBezTo>
                    <a:pt x="2794000" y="2450543"/>
                    <a:pt x="2708710" y="2565400"/>
                    <a:pt x="2603500" y="2565400"/>
                  </a:cubicBezTo>
                  <a:lnTo>
                    <a:pt x="190500" y="2565400"/>
                  </a:lnTo>
                  <a:cubicBezTo>
                    <a:pt x="85290" y="2565400"/>
                    <a:pt x="0" y="2450543"/>
                    <a:pt x="0" y="2308860"/>
                  </a:cubicBezTo>
                  <a:lnTo>
                    <a:pt x="0" y="256540"/>
                  </a:lnTo>
                  <a:cubicBezTo>
                    <a:pt x="0" y="114857"/>
                    <a:pt x="85290" y="0"/>
                    <a:pt x="190500" y="0"/>
                  </a:cubicBezTo>
                  <a:close/>
                </a:path>
              </a:pathLst>
            </a:custGeom>
            <a:solidFill>
              <a:srgbClr val="D1FAE5"/>
            </a:solidFill>
            <a:ln cap="sq" cmpd="sng" w="19050">
              <a:solidFill>
                <a:srgbClr val="059669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4" name="Google Shape;1134;p16"/>
            <p:cNvSpPr txBox="1"/>
            <p:nvPr/>
          </p:nvSpPr>
          <p:spPr>
            <a:xfrm>
              <a:off x="0" y="-38100"/>
              <a:ext cx="2794000" cy="260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932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35" name="Google Shape;1135;p16"/>
          <p:cNvGrpSpPr/>
          <p:nvPr/>
        </p:nvGrpSpPr>
        <p:grpSpPr>
          <a:xfrm>
            <a:off x="1876058" y="8079156"/>
            <a:ext cx="11365982" cy="666750"/>
            <a:chOff x="0" y="-38100"/>
            <a:chExt cx="15154643" cy="889000"/>
          </a:xfrm>
        </p:grpSpPr>
        <p:sp>
          <p:nvSpPr>
            <p:cNvPr id="1136" name="Google Shape;1136;p16"/>
            <p:cNvSpPr/>
            <p:nvPr/>
          </p:nvSpPr>
          <p:spPr>
            <a:xfrm>
              <a:off x="0" y="0"/>
              <a:ext cx="15154642" cy="850900"/>
            </a:xfrm>
            <a:custGeom>
              <a:rect b="b" l="l" r="r" t="t"/>
              <a:pathLst>
                <a:path extrusionOk="0" h="850900" w="15154642">
                  <a:moveTo>
                    <a:pt x="40305" y="0"/>
                  </a:moveTo>
                  <a:lnTo>
                    <a:pt x="15114338" y="0"/>
                  </a:lnTo>
                  <a:cubicBezTo>
                    <a:pt x="15136599" y="0"/>
                    <a:pt x="15154642" y="38096"/>
                    <a:pt x="15154642" y="85090"/>
                  </a:cubicBezTo>
                  <a:lnTo>
                    <a:pt x="15154642" y="765810"/>
                  </a:lnTo>
                  <a:cubicBezTo>
                    <a:pt x="15154642" y="812804"/>
                    <a:pt x="15136599" y="850900"/>
                    <a:pt x="15114338" y="850900"/>
                  </a:cubicBezTo>
                  <a:lnTo>
                    <a:pt x="40305" y="850900"/>
                  </a:lnTo>
                  <a:cubicBezTo>
                    <a:pt x="18045" y="850900"/>
                    <a:pt x="0" y="812804"/>
                    <a:pt x="0" y="765810"/>
                  </a:cubicBezTo>
                  <a:lnTo>
                    <a:pt x="0" y="85090"/>
                  </a:lnTo>
                  <a:cubicBezTo>
                    <a:pt x="0" y="38096"/>
                    <a:pt x="18045" y="0"/>
                    <a:pt x="40305" y="0"/>
                  </a:cubicBezTo>
                  <a:close/>
                </a:path>
              </a:pathLst>
            </a:custGeom>
            <a:solidFill>
              <a:srgbClr val="FEF2F2"/>
            </a:solidFill>
            <a:ln cap="sq" cmpd="sng" w="19050">
              <a:solidFill>
                <a:srgbClr val="DC262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7" name="Google Shape;1137;p16"/>
            <p:cNvSpPr txBox="1"/>
            <p:nvPr/>
          </p:nvSpPr>
          <p:spPr>
            <a:xfrm>
              <a:off x="0" y="-38100"/>
              <a:ext cx="15154643" cy="889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932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38" name="Google Shape;1138;p16"/>
          <p:cNvGrpSpPr/>
          <p:nvPr/>
        </p:nvGrpSpPr>
        <p:grpSpPr>
          <a:xfrm>
            <a:off x="1876058" y="8984031"/>
            <a:ext cx="2095500" cy="1057275"/>
            <a:chOff x="0" y="-38100"/>
            <a:chExt cx="2794000" cy="1409700"/>
          </a:xfrm>
        </p:grpSpPr>
        <p:sp>
          <p:nvSpPr>
            <p:cNvPr id="1139" name="Google Shape;1139;p16"/>
            <p:cNvSpPr/>
            <p:nvPr/>
          </p:nvSpPr>
          <p:spPr>
            <a:xfrm>
              <a:off x="0" y="0"/>
              <a:ext cx="2794000" cy="1371600"/>
            </a:xfrm>
            <a:custGeom>
              <a:rect b="b" l="l" r="r" t="t"/>
              <a:pathLst>
                <a:path extrusionOk="0" h="1371600" w="2794000">
                  <a:moveTo>
                    <a:pt x="101600" y="0"/>
                  </a:moveTo>
                  <a:lnTo>
                    <a:pt x="2692400" y="0"/>
                  </a:lnTo>
                  <a:cubicBezTo>
                    <a:pt x="2748512" y="0"/>
                    <a:pt x="2794000" y="61409"/>
                    <a:pt x="2794000" y="137160"/>
                  </a:cubicBezTo>
                  <a:lnTo>
                    <a:pt x="2794000" y="1234440"/>
                  </a:lnTo>
                  <a:cubicBezTo>
                    <a:pt x="2794000" y="1310191"/>
                    <a:pt x="2748512" y="1371600"/>
                    <a:pt x="2692400" y="1371600"/>
                  </a:cubicBezTo>
                  <a:lnTo>
                    <a:pt x="101600" y="1371600"/>
                  </a:lnTo>
                  <a:cubicBezTo>
                    <a:pt x="45488" y="1371600"/>
                    <a:pt x="0" y="1310191"/>
                    <a:pt x="0" y="1234440"/>
                  </a:cubicBezTo>
                  <a:lnTo>
                    <a:pt x="0" y="137160"/>
                  </a:lnTo>
                  <a:cubicBezTo>
                    <a:pt x="0" y="61409"/>
                    <a:pt x="45488" y="0"/>
                    <a:pt x="101600" y="0"/>
                  </a:cubicBezTo>
                  <a:close/>
                </a:path>
              </a:pathLst>
            </a:custGeom>
            <a:solidFill>
              <a:srgbClr val="FEE2E2"/>
            </a:solidFill>
            <a:ln cap="sq" cmpd="sng" w="19050">
              <a:solidFill>
                <a:srgbClr val="DC262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0" name="Google Shape;1140;p16"/>
            <p:cNvSpPr txBox="1"/>
            <p:nvPr/>
          </p:nvSpPr>
          <p:spPr>
            <a:xfrm>
              <a:off x="0" y="-38100"/>
              <a:ext cx="2794000" cy="140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932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41" name="Google Shape;1141;p16"/>
          <p:cNvGrpSpPr/>
          <p:nvPr/>
        </p:nvGrpSpPr>
        <p:grpSpPr>
          <a:xfrm>
            <a:off x="4257308" y="8984031"/>
            <a:ext cx="1905000" cy="1057275"/>
            <a:chOff x="0" y="-38100"/>
            <a:chExt cx="2540000" cy="1409700"/>
          </a:xfrm>
        </p:grpSpPr>
        <p:sp>
          <p:nvSpPr>
            <p:cNvPr id="1142" name="Google Shape;1142;p16"/>
            <p:cNvSpPr/>
            <p:nvPr/>
          </p:nvSpPr>
          <p:spPr>
            <a:xfrm>
              <a:off x="0" y="0"/>
              <a:ext cx="2540000" cy="1371600"/>
            </a:xfrm>
            <a:custGeom>
              <a:rect b="b" l="l" r="r" t="t"/>
              <a:pathLst>
                <a:path extrusionOk="0" h="1371600" w="2540000">
                  <a:moveTo>
                    <a:pt x="101600" y="0"/>
                  </a:moveTo>
                  <a:lnTo>
                    <a:pt x="2438400" y="0"/>
                  </a:lnTo>
                  <a:cubicBezTo>
                    <a:pt x="2494512" y="0"/>
                    <a:pt x="2540000" y="61409"/>
                    <a:pt x="2540000" y="137160"/>
                  </a:cubicBezTo>
                  <a:lnTo>
                    <a:pt x="2540000" y="1234440"/>
                  </a:lnTo>
                  <a:cubicBezTo>
                    <a:pt x="2540000" y="1310191"/>
                    <a:pt x="2494512" y="1371600"/>
                    <a:pt x="2438400" y="1371600"/>
                  </a:cubicBezTo>
                  <a:lnTo>
                    <a:pt x="101600" y="1371600"/>
                  </a:lnTo>
                  <a:cubicBezTo>
                    <a:pt x="45488" y="1371600"/>
                    <a:pt x="0" y="1310191"/>
                    <a:pt x="0" y="1234440"/>
                  </a:cubicBezTo>
                  <a:lnTo>
                    <a:pt x="0" y="137160"/>
                  </a:lnTo>
                  <a:cubicBezTo>
                    <a:pt x="0" y="61409"/>
                    <a:pt x="45488" y="0"/>
                    <a:pt x="101600" y="0"/>
                  </a:cubicBezTo>
                  <a:close/>
                </a:path>
              </a:pathLst>
            </a:custGeom>
            <a:solidFill>
              <a:srgbClr val="FEE2E2"/>
            </a:solidFill>
            <a:ln cap="sq" cmpd="sng" w="19050">
              <a:solidFill>
                <a:srgbClr val="DC262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3" name="Google Shape;1143;p16"/>
            <p:cNvSpPr txBox="1"/>
            <p:nvPr/>
          </p:nvSpPr>
          <p:spPr>
            <a:xfrm>
              <a:off x="0" y="-38100"/>
              <a:ext cx="2540000" cy="140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932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44" name="Google Shape;1144;p16"/>
          <p:cNvGrpSpPr/>
          <p:nvPr/>
        </p:nvGrpSpPr>
        <p:grpSpPr>
          <a:xfrm>
            <a:off x="6448058" y="8984031"/>
            <a:ext cx="1905000" cy="1057275"/>
            <a:chOff x="0" y="-38100"/>
            <a:chExt cx="2540000" cy="1409700"/>
          </a:xfrm>
        </p:grpSpPr>
        <p:sp>
          <p:nvSpPr>
            <p:cNvPr id="1145" name="Google Shape;1145;p16"/>
            <p:cNvSpPr/>
            <p:nvPr/>
          </p:nvSpPr>
          <p:spPr>
            <a:xfrm>
              <a:off x="0" y="0"/>
              <a:ext cx="2540000" cy="1371600"/>
            </a:xfrm>
            <a:custGeom>
              <a:rect b="b" l="l" r="r" t="t"/>
              <a:pathLst>
                <a:path extrusionOk="0" h="1371600" w="2540000">
                  <a:moveTo>
                    <a:pt x="101600" y="0"/>
                  </a:moveTo>
                  <a:lnTo>
                    <a:pt x="2438400" y="0"/>
                  </a:lnTo>
                  <a:cubicBezTo>
                    <a:pt x="2494512" y="0"/>
                    <a:pt x="2540000" y="61409"/>
                    <a:pt x="2540000" y="137160"/>
                  </a:cubicBezTo>
                  <a:lnTo>
                    <a:pt x="2540000" y="1234440"/>
                  </a:lnTo>
                  <a:cubicBezTo>
                    <a:pt x="2540000" y="1310191"/>
                    <a:pt x="2494512" y="1371600"/>
                    <a:pt x="2438400" y="1371600"/>
                  </a:cubicBezTo>
                  <a:lnTo>
                    <a:pt x="101600" y="1371600"/>
                  </a:lnTo>
                  <a:cubicBezTo>
                    <a:pt x="45488" y="1371600"/>
                    <a:pt x="0" y="1310191"/>
                    <a:pt x="0" y="1234440"/>
                  </a:cubicBezTo>
                  <a:lnTo>
                    <a:pt x="0" y="137160"/>
                  </a:lnTo>
                  <a:cubicBezTo>
                    <a:pt x="0" y="61409"/>
                    <a:pt x="45488" y="0"/>
                    <a:pt x="101600" y="0"/>
                  </a:cubicBezTo>
                  <a:close/>
                </a:path>
              </a:pathLst>
            </a:custGeom>
            <a:solidFill>
              <a:srgbClr val="FEE2E2"/>
            </a:solidFill>
            <a:ln cap="sq" cmpd="sng" w="19050">
              <a:solidFill>
                <a:srgbClr val="DC262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6" name="Google Shape;1146;p16"/>
            <p:cNvSpPr txBox="1"/>
            <p:nvPr/>
          </p:nvSpPr>
          <p:spPr>
            <a:xfrm>
              <a:off x="0" y="-38100"/>
              <a:ext cx="2540000" cy="140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932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47" name="Google Shape;1147;p16"/>
          <p:cNvGrpSpPr/>
          <p:nvPr/>
        </p:nvGrpSpPr>
        <p:grpSpPr>
          <a:xfrm>
            <a:off x="8638808" y="8984031"/>
            <a:ext cx="1905000" cy="1057275"/>
            <a:chOff x="0" y="-38100"/>
            <a:chExt cx="2540000" cy="1409700"/>
          </a:xfrm>
        </p:grpSpPr>
        <p:sp>
          <p:nvSpPr>
            <p:cNvPr id="1148" name="Google Shape;1148;p16"/>
            <p:cNvSpPr/>
            <p:nvPr/>
          </p:nvSpPr>
          <p:spPr>
            <a:xfrm>
              <a:off x="0" y="0"/>
              <a:ext cx="2540000" cy="1371600"/>
            </a:xfrm>
            <a:custGeom>
              <a:rect b="b" l="l" r="r" t="t"/>
              <a:pathLst>
                <a:path extrusionOk="0" h="1371600" w="2540000">
                  <a:moveTo>
                    <a:pt x="101600" y="0"/>
                  </a:moveTo>
                  <a:lnTo>
                    <a:pt x="2438400" y="0"/>
                  </a:lnTo>
                  <a:cubicBezTo>
                    <a:pt x="2494512" y="0"/>
                    <a:pt x="2540000" y="61409"/>
                    <a:pt x="2540000" y="137160"/>
                  </a:cubicBezTo>
                  <a:lnTo>
                    <a:pt x="2540000" y="1234440"/>
                  </a:lnTo>
                  <a:cubicBezTo>
                    <a:pt x="2540000" y="1310191"/>
                    <a:pt x="2494512" y="1371600"/>
                    <a:pt x="2438400" y="1371600"/>
                  </a:cubicBezTo>
                  <a:lnTo>
                    <a:pt x="101600" y="1371600"/>
                  </a:lnTo>
                  <a:cubicBezTo>
                    <a:pt x="45488" y="1371600"/>
                    <a:pt x="0" y="1310191"/>
                    <a:pt x="0" y="1234440"/>
                  </a:cubicBezTo>
                  <a:lnTo>
                    <a:pt x="0" y="137160"/>
                  </a:lnTo>
                  <a:cubicBezTo>
                    <a:pt x="0" y="61409"/>
                    <a:pt x="45488" y="0"/>
                    <a:pt x="101600" y="0"/>
                  </a:cubicBezTo>
                  <a:close/>
                </a:path>
              </a:pathLst>
            </a:custGeom>
            <a:solidFill>
              <a:srgbClr val="FEE2E2"/>
            </a:solidFill>
            <a:ln cap="sq" cmpd="sng" w="19050">
              <a:solidFill>
                <a:srgbClr val="DC262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9" name="Google Shape;1149;p16"/>
            <p:cNvSpPr txBox="1"/>
            <p:nvPr/>
          </p:nvSpPr>
          <p:spPr>
            <a:xfrm>
              <a:off x="0" y="-38100"/>
              <a:ext cx="2540000" cy="140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932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50" name="Google Shape;1150;p16"/>
          <p:cNvGrpSpPr/>
          <p:nvPr/>
        </p:nvGrpSpPr>
        <p:grpSpPr>
          <a:xfrm>
            <a:off x="10829558" y="8984031"/>
            <a:ext cx="2412482" cy="1057275"/>
            <a:chOff x="0" y="-38100"/>
            <a:chExt cx="3216643" cy="1409700"/>
          </a:xfrm>
        </p:grpSpPr>
        <p:sp>
          <p:nvSpPr>
            <p:cNvPr id="1151" name="Google Shape;1151;p16"/>
            <p:cNvSpPr/>
            <p:nvPr/>
          </p:nvSpPr>
          <p:spPr>
            <a:xfrm>
              <a:off x="0" y="0"/>
              <a:ext cx="3216643" cy="1371600"/>
            </a:xfrm>
            <a:custGeom>
              <a:rect b="b" l="l" r="r" t="t"/>
              <a:pathLst>
                <a:path extrusionOk="0" h="1371600" w="3216643">
                  <a:moveTo>
                    <a:pt x="116969" y="0"/>
                  </a:moveTo>
                  <a:lnTo>
                    <a:pt x="3099674" y="0"/>
                  </a:lnTo>
                  <a:cubicBezTo>
                    <a:pt x="3164274" y="0"/>
                    <a:pt x="3216643" y="61409"/>
                    <a:pt x="3216643" y="137160"/>
                  </a:cubicBezTo>
                  <a:lnTo>
                    <a:pt x="3216643" y="1234440"/>
                  </a:lnTo>
                  <a:cubicBezTo>
                    <a:pt x="3216643" y="1310191"/>
                    <a:pt x="3164274" y="1371600"/>
                    <a:pt x="3099674" y="1371600"/>
                  </a:cubicBezTo>
                  <a:lnTo>
                    <a:pt x="116969" y="1371600"/>
                  </a:lnTo>
                  <a:cubicBezTo>
                    <a:pt x="52369" y="1371600"/>
                    <a:pt x="0" y="1310191"/>
                    <a:pt x="0" y="1234440"/>
                  </a:cubicBezTo>
                  <a:lnTo>
                    <a:pt x="0" y="137160"/>
                  </a:lnTo>
                  <a:cubicBezTo>
                    <a:pt x="0" y="61409"/>
                    <a:pt x="52369" y="0"/>
                    <a:pt x="116969" y="0"/>
                  </a:cubicBezTo>
                  <a:close/>
                </a:path>
              </a:pathLst>
            </a:custGeom>
            <a:solidFill>
              <a:srgbClr val="FEE2E2"/>
            </a:solidFill>
            <a:ln cap="sq" cmpd="sng" w="19050">
              <a:solidFill>
                <a:srgbClr val="DC262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2" name="Google Shape;1152;p16"/>
            <p:cNvSpPr txBox="1"/>
            <p:nvPr/>
          </p:nvSpPr>
          <p:spPr>
            <a:xfrm>
              <a:off x="0" y="-38100"/>
              <a:ext cx="3216643" cy="140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932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53" name="Google Shape;1153;p16"/>
          <p:cNvSpPr/>
          <p:nvPr/>
        </p:nvSpPr>
        <p:spPr>
          <a:xfrm>
            <a:off x="870127" y="2747252"/>
            <a:ext cx="850964" cy="743824"/>
          </a:xfrm>
          <a:custGeom>
            <a:rect b="b" l="l" r="r" t="t"/>
            <a:pathLst>
              <a:path extrusionOk="0" h="812800" w="929876">
                <a:moveTo>
                  <a:pt x="464938" y="0"/>
                </a:moveTo>
                <a:cubicBezTo>
                  <a:pt x="208160" y="0"/>
                  <a:pt x="0" y="181951"/>
                  <a:pt x="0" y="406400"/>
                </a:cubicBezTo>
                <a:cubicBezTo>
                  <a:pt x="0" y="630849"/>
                  <a:pt x="208160" y="812800"/>
                  <a:pt x="464938" y="812800"/>
                </a:cubicBezTo>
                <a:cubicBezTo>
                  <a:pt x="721716" y="812800"/>
                  <a:pt x="929876" y="630849"/>
                  <a:pt x="929876" y="406400"/>
                </a:cubicBezTo>
                <a:cubicBezTo>
                  <a:pt x="929876" y="181951"/>
                  <a:pt x="721716" y="0"/>
                  <a:pt x="464938" y="0"/>
                </a:cubicBez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7202" l="0" r="0" t="-7202"/>
            </a:stretch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4" name="Google Shape;1154;p16"/>
          <p:cNvSpPr/>
          <p:nvPr/>
        </p:nvSpPr>
        <p:spPr>
          <a:xfrm>
            <a:off x="870127" y="4195933"/>
            <a:ext cx="850964" cy="743824"/>
          </a:xfrm>
          <a:custGeom>
            <a:rect b="b" l="l" r="r" t="t"/>
            <a:pathLst>
              <a:path extrusionOk="0" h="812800" w="929876">
                <a:moveTo>
                  <a:pt x="464938" y="0"/>
                </a:moveTo>
                <a:cubicBezTo>
                  <a:pt x="208160" y="0"/>
                  <a:pt x="0" y="181951"/>
                  <a:pt x="0" y="406400"/>
                </a:cubicBezTo>
                <a:cubicBezTo>
                  <a:pt x="0" y="630849"/>
                  <a:pt x="208160" y="812800"/>
                  <a:pt x="464938" y="812800"/>
                </a:cubicBezTo>
                <a:cubicBezTo>
                  <a:pt x="721716" y="812800"/>
                  <a:pt x="929876" y="630849"/>
                  <a:pt x="929876" y="406400"/>
                </a:cubicBezTo>
                <a:cubicBezTo>
                  <a:pt x="929876" y="181951"/>
                  <a:pt x="721716" y="0"/>
                  <a:pt x="464938" y="0"/>
                </a:cubicBez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7202" l="0" r="0" t="-7202"/>
            </a:stretch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5" name="Google Shape;1155;p16"/>
          <p:cNvSpPr/>
          <p:nvPr/>
        </p:nvSpPr>
        <p:spPr>
          <a:xfrm>
            <a:off x="426601" y="5724063"/>
            <a:ext cx="1770224" cy="743824"/>
          </a:xfrm>
          <a:custGeom>
            <a:rect b="b" l="l" r="r" t="t"/>
            <a:pathLst>
              <a:path extrusionOk="0" h="812800" w="1934380">
                <a:moveTo>
                  <a:pt x="967190" y="0"/>
                </a:moveTo>
                <a:cubicBezTo>
                  <a:pt x="433026" y="0"/>
                  <a:pt x="0" y="181951"/>
                  <a:pt x="0" y="406400"/>
                </a:cubicBezTo>
                <a:cubicBezTo>
                  <a:pt x="0" y="630849"/>
                  <a:pt x="433026" y="812800"/>
                  <a:pt x="967190" y="812800"/>
                </a:cubicBezTo>
                <a:cubicBezTo>
                  <a:pt x="1501354" y="812800"/>
                  <a:pt x="1934380" y="630849"/>
                  <a:pt x="1934380" y="406400"/>
                </a:cubicBezTo>
                <a:cubicBezTo>
                  <a:pt x="1934380" y="181951"/>
                  <a:pt x="1501354" y="0"/>
                  <a:pt x="967190" y="0"/>
                </a:cubicBez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-920" r="-920" t="0"/>
            </a:stretch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6" name="Google Shape;1156;p16"/>
          <p:cNvSpPr/>
          <p:nvPr/>
        </p:nvSpPr>
        <p:spPr>
          <a:xfrm>
            <a:off x="3750612" y="3161450"/>
            <a:ext cx="601509" cy="601509"/>
          </a:xfrm>
          <a:custGeom>
            <a:rect b="b" l="l" r="r" t="t"/>
            <a:pathLst>
              <a:path extrusionOk="0" h="601509" w="601509">
                <a:moveTo>
                  <a:pt x="0" y="0"/>
                </a:moveTo>
                <a:lnTo>
                  <a:pt x="601510" y="0"/>
                </a:lnTo>
                <a:lnTo>
                  <a:pt x="601510" y="601510"/>
                </a:lnTo>
                <a:lnTo>
                  <a:pt x="0" y="60151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57" name="Google Shape;1157;p16"/>
          <p:cNvSpPr/>
          <p:nvPr/>
        </p:nvSpPr>
        <p:spPr>
          <a:xfrm>
            <a:off x="5946842" y="3492873"/>
            <a:ext cx="519511" cy="622168"/>
          </a:xfrm>
          <a:custGeom>
            <a:rect b="b" l="l" r="r" t="t"/>
            <a:pathLst>
              <a:path extrusionOk="0" h="622168" w="519511">
                <a:moveTo>
                  <a:pt x="0" y="0"/>
                </a:moveTo>
                <a:lnTo>
                  <a:pt x="519510" y="0"/>
                </a:lnTo>
                <a:lnTo>
                  <a:pt x="519510" y="622169"/>
                </a:lnTo>
                <a:lnTo>
                  <a:pt x="0" y="62216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58" name="Google Shape;1158;p16"/>
          <p:cNvSpPr/>
          <p:nvPr/>
        </p:nvSpPr>
        <p:spPr>
          <a:xfrm>
            <a:off x="5946842" y="5915838"/>
            <a:ext cx="519511" cy="622168"/>
          </a:xfrm>
          <a:custGeom>
            <a:rect b="b" l="l" r="r" t="t"/>
            <a:pathLst>
              <a:path extrusionOk="0" h="622168" w="519511">
                <a:moveTo>
                  <a:pt x="0" y="0"/>
                </a:moveTo>
                <a:lnTo>
                  <a:pt x="519510" y="0"/>
                </a:lnTo>
                <a:lnTo>
                  <a:pt x="519510" y="622168"/>
                </a:lnTo>
                <a:lnTo>
                  <a:pt x="0" y="62216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59" name="Google Shape;1159;p16"/>
          <p:cNvSpPr/>
          <p:nvPr/>
        </p:nvSpPr>
        <p:spPr>
          <a:xfrm>
            <a:off x="6906354" y="3492873"/>
            <a:ext cx="657892" cy="678944"/>
          </a:xfrm>
          <a:custGeom>
            <a:rect b="b" l="l" r="r" t="t"/>
            <a:pathLst>
              <a:path extrusionOk="0" h="678944" w="657892">
                <a:moveTo>
                  <a:pt x="0" y="0"/>
                </a:moveTo>
                <a:lnTo>
                  <a:pt x="657892" y="0"/>
                </a:lnTo>
                <a:lnTo>
                  <a:pt x="657892" y="678945"/>
                </a:lnTo>
                <a:lnTo>
                  <a:pt x="0" y="67894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60" name="Google Shape;1160;p16"/>
          <p:cNvSpPr/>
          <p:nvPr/>
        </p:nvSpPr>
        <p:spPr>
          <a:xfrm>
            <a:off x="6966600" y="5869492"/>
            <a:ext cx="657892" cy="678944"/>
          </a:xfrm>
          <a:custGeom>
            <a:rect b="b" l="l" r="r" t="t"/>
            <a:pathLst>
              <a:path extrusionOk="0" h="678944" w="657892">
                <a:moveTo>
                  <a:pt x="0" y="0"/>
                </a:moveTo>
                <a:lnTo>
                  <a:pt x="657892" y="0"/>
                </a:lnTo>
                <a:lnTo>
                  <a:pt x="657892" y="678944"/>
                </a:lnTo>
                <a:lnTo>
                  <a:pt x="0" y="6789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61" name="Google Shape;1161;p16"/>
          <p:cNvSpPr/>
          <p:nvPr/>
        </p:nvSpPr>
        <p:spPr>
          <a:xfrm>
            <a:off x="16416248" y="2872979"/>
            <a:ext cx="678066" cy="539062"/>
          </a:xfrm>
          <a:custGeom>
            <a:rect b="b" l="l" r="r" t="t"/>
            <a:pathLst>
              <a:path extrusionOk="0" h="539062" w="678066">
                <a:moveTo>
                  <a:pt x="0" y="0"/>
                </a:moveTo>
                <a:lnTo>
                  <a:pt x="678065" y="0"/>
                </a:lnTo>
                <a:lnTo>
                  <a:pt x="678065" y="539063"/>
                </a:lnTo>
                <a:lnTo>
                  <a:pt x="0" y="5390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62" name="Google Shape;1162;p16"/>
          <p:cNvSpPr txBox="1"/>
          <p:nvPr/>
        </p:nvSpPr>
        <p:spPr>
          <a:xfrm>
            <a:off x="15716250" y="4191000"/>
            <a:ext cx="2095500" cy="7185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6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87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ChileAvanza /</a:t>
            </a:r>
            <a:endParaRPr/>
          </a:p>
          <a:p>
            <a:pPr indent="0" lvl="0" marL="0" marR="0" rtl="0" algn="ctr">
              <a:lnSpc>
                <a:spcPct val="13996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87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Administrador</a:t>
            </a:r>
            <a:endParaRPr/>
          </a:p>
        </p:txBody>
      </p:sp>
      <p:sp>
        <p:nvSpPr>
          <p:cNvPr id="1163" name="Google Shape;1163;p16"/>
          <p:cNvSpPr txBox="1"/>
          <p:nvPr/>
        </p:nvSpPr>
        <p:spPr>
          <a:xfrm>
            <a:off x="385924" y="2255589"/>
            <a:ext cx="1869983" cy="7464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94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API</a:t>
            </a:r>
            <a:endParaRPr/>
          </a:p>
          <a:p>
            <a:pPr indent="0" lvl="0" marL="0" marR="0" rtl="0" algn="ctr">
              <a:lnSpc>
                <a:spcPct val="1400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94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Mercado Público</a:t>
            </a:r>
            <a:endParaRPr/>
          </a:p>
          <a:p>
            <a:pPr indent="0" lvl="0" marL="0" marR="0" rtl="0" algn="ctr">
              <a:lnSpc>
                <a:spcPct val="137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594" u="none" cap="none" strike="noStrike">
              <a:solidFill>
                <a:srgbClr val="1E293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64" name="Google Shape;1164;p16"/>
          <p:cNvSpPr txBox="1"/>
          <p:nvPr/>
        </p:nvSpPr>
        <p:spPr>
          <a:xfrm>
            <a:off x="472339" y="3930613"/>
            <a:ext cx="1646541" cy="2494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94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SII</a:t>
            </a:r>
            <a:endParaRPr/>
          </a:p>
        </p:txBody>
      </p:sp>
      <p:sp>
        <p:nvSpPr>
          <p:cNvPr id="1165" name="Google Shape;1165;p16"/>
          <p:cNvSpPr txBox="1"/>
          <p:nvPr/>
        </p:nvSpPr>
        <p:spPr>
          <a:xfrm>
            <a:off x="550284" y="5420610"/>
            <a:ext cx="1646541" cy="2494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94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ChileAvanza</a:t>
            </a:r>
            <a:endParaRPr/>
          </a:p>
        </p:txBody>
      </p:sp>
      <p:sp>
        <p:nvSpPr>
          <p:cNvPr id="1166" name="Google Shape;1166;p16"/>
          <p:cNvSpPr txBox="1"/>
          <p:nvPr/>
        </p:nvSpPr>
        <p:spPr>
          <a:xfrm>
            <a:off x="1923168" y="8272513"/>
            <a:ext cx="11430000" cy="3242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60" u="none" cap="none" strike="noStrike">
                <a:solidFill>
                  <a:srgbClr val="991B1B"/>
                </a:solidFill>
                <a:latin typeface="Inter"/>
                <a:ea typeface="Inter"/>
                <a:cs typeface="Inter"/>
                <a:sym typeface="Inter"/>
              </a:rPr>
              <a:t>Proceso de Machine Learning – Local (Externo)</a:t>
            </a:r>
            <a:endParaRPr/>
          </a:p>
        </p:txBody>
      </p:sp>
      <p:sp>
        <p:nvSpPr>
          <p:cNvPr id="1167" name="Google Shape;1167;p16"/>
          <p:cNvSpPr txBox="1"/>
          <p:nvPr/>
        </p:nvSpPr>
        <p:spPr>
          <a:xfrm>
            <a:off x="10940387" y="9244012"/>
            <a:ext cx="2200275" cy="4762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97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Archivo del modelo /</a:t>
            </a:r>
            <a:endParaRPr/>
          </a:p>
          <a:p>
            <a:pPr indent="0" lvl="0" marL="0" marR="0" rtl="0" algn="ctr">
              <a:lnSpc>
                <a:spcPct val="1300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97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parámetros</a:t>
            </a:r>
            <a:endParaRPr/>
          </a:p>
        </p:txBody>
      </p:sp>
      <p:sp>
        <p:nvSpPr>
          <p:cNvPr id="1168" name="Google Shape;1168;p16"/>
          <p:cNvSpPr/>
          <p:nvPr/>
        </p:nvSpPr>
        <p:spPr>
          <a:xfrm>
            <a:off x="15878888" y="4780676"/>
            <a:ext cx="1770224" cy="743824"/>
          </a:xfrm>
          <a:custGeom>
            <a:rect b="b" l="l" r="r" t="t"/>
            <a:pathLst>
              <a:path extrusionOk="0" h="812800" w="1934380">
                <a:moveTo>
                  <a:pt x="967190" y="0"/>
                </a:moveTo>
                <a:cubicBezTo>
                  <a:pt x="433026" y="0"/>
                  <a:pt x="0" y="181951"/>
                  <a:pt x="0" y="406400"/>
                </a:cubicBezTo>
                <a:cubicBezTo>
                  <a:pt x="0" y="630849"/>
                  <a:pt x="433026" y="812800"/>
                  <a:pt x="967190" y="812800"/>
                </a:cubicBezTo>
                <a:cubicBezTo>
                  <a:pt x="1501354" y="812800"/>
                  <a:pt x="1934380" y="630849"/>
                  <a:pt x="1934380" y="406400"/>
                </a:cubicBezTo>
                <a:cubicBezTo>
                  <a:pt x="1934380" y="181951"/>
                  <a:pt x="1501354" y="0"/>
                  <a:pt x="967190" y="0"/>
                </a:cubicBez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-920" r="-920" t="0"/>
            </a:stretch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69" name="Google Shape;1169;p16"/>
          <p:cNvCxnSpPr/>
          <p:nvPr/>
        </p:nvCxnSpPr>
        <p:spPr>
          <a:xfrm>
            <a:off x="2622356" y="2936775"/>
            <a:ext cx="0" cy="3030818"/>
          </a:xfrm>
          <a:prstGeom prst="straightConnector1">
            <a:avLst/>
          </a:prstGeom>
          <a:noFill/>
          <a:ln cap="rnd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70" name="Google Shape;1170;p16"/>
          <p:cNvCxnSpPr/>
          <p:nvPr/>
        </p:nvCxnSpPr>
        <p:spPr>
          <a:xfrm>
            <a:off x="2295850" y="5955067"/>
            <a:ext cx="346077" cy="0"/>
          </a:xfrm>
          <a:prstGeom prst="straightConnector1">
            <a:avLst/>
          </a:prstGeom>
          <a:noFill/>
          <a:ln cap="rnd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71" name="Google Shape;1171;p16"/>
          <p:cNvCxnSpPr/>
          <p:nvPr/>
        </p:nvCxnSpPr>
        <p:spPr>
          <a:xfrm>
            <a:off x="2275879" y="4460425"/>
            <a:ext cx="346077" cy="0"/>
          </a:xfrm>
          <a:prstGeom prst="straightConnector1">
            <a:avLst/>
          </a:prstGeom>
          <a:noFill/>
          <a:ln cap="rnd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72" name="Google Shape;1172;p16"/>
          <p:cNvCxnSpPr/>
          <p:nvPr/>
        </p:nvCxnSpPr>
        <p:spPr>
          <a:xfrm>
            <a:off x="2255907" y="2955825"/>
            <a:ext cx="346077" cy="0"/>
          </a:xfrm>
          <a:prstGeom prst="straightConnector1">
            <a:avLst/>
          </a:prstGeom>
          <a:noFill/>
          <a:ln cap="rnd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73" name="Google Shape;1173;p16"/>
          <p:cNvCxnSpPr/>
          <p:nvPr/>
        </p:nvCxnSpPr>
        <p:spPr>
          <a:xfrm>
            <a:off x="2632142" y="4465868"/>
            <a:ext cx="381000" cy="0"/>
          </a:xfrm>
          <a:prstGeom prst="straightConnector1">
            <a:avLst/>
          </a:prstGeom>
          <a:noFill/>
          <a:ln cap="rnd" cmpd="sng" w="28575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174" name="Google Shape;1174;p16"/>
          <p:cNvCxnSpPr/>
          <p:nvPr/>
        </p:nvCxnSpPr>
        <p:spPr>
          <a:xfrm>
            <a:off x="5375342" y="3274421"/>
            <a:ext cx="381000" cy="0"/>
          </a:xfrm>
          <a:prstGeom prst="straightConnector1">
            <a:avLst/>
          </a:prstGeom>
          <a:noFill/>
          <a:ln cap="rnd" cmpd="sng" w="28575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175" name="Google Shape;1175;p16"/>
          <p:cNvCxnSpPr/>
          <p:nvPr/>
        </p:nvCxnSpPr>
        <p:spPr>
          <a:xfrm>
            <a:off x="5384867" y="5698639"/>
            <a:ext cx="381000" cy="0"/>
          </a:xfrm>
          <a:prstGeom prst="straightConnector1">
            <a:avLst/>
          </a:prstGeom>
          <a:noFill/>
          <a:ln cap="rnd" cmpd="sng" w="28575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176" name="Google Shape;1176;p16"/>
          <p:cNvCxnSpPr/>
          <p:nvPr/>
        </p:nvCxnSpPr>
        <p:spPr>
          <a:xfrm>
            <a:off x="5394392" y="3283152"/>
            <a:ext cx="0" cy="2408198"/>
          </a:xfrm>
          <a:prstGeom prst="straightConnector1">
            <a:avLst/>
          </a:prstGeom>
          <a:noFill/>
          <a:ln cap="rnd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77" name="Google Shape;1177;p16"/>
          <p:cNvCxnSpPr/>
          <p:nvPr/>
        </p:nvCxnSpPr>
        <p:spPr>
          <a:xfrm>
            <a:off x="5161482" y="4384094"/>
            <a:ext cx="204335" cy="0"/>
          </a:xfrm>
          <a:prstGeom prst="straightConnector1">
            <a:avLst/>
          </a:prstGeom>
          <a:noFill/>
          <a:ln cap="rnd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78" name="Google Shape;1178;p16"/>
          <p:cNvCxnSpPr/>
          <p:nvPr/>
        </p:nvCxnSpPr>
        <p:spPr>
          <a:xfrm>
            <a:off x="3971558" y="9526956"/>
            <a:ext cx="285750" cy="0"/>
          </a:xfrm>
          <a:prstGeom prst="straightConnector1">
            <a:avLst/>
          </a:prstGeom>
          <a:noFill/>
          <a:ln cap="flat" cmpd="sng" w="28575">
            <a:solidFill>
              <a:srgbClr val="DC2626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179" name="Google Shape;1179;p16"/>
          <p:cNvCxnSpPr/>
          <p:nvPr/>
        </p:nvCxnSpPr>
        <p:spPr>
          <a:xfrm>
            <a:off x="6162308" y="9526956"/>
            <a:ext cx="285750" cy="0"/>
          </a:xfrm>
          <a:prstGeom prst="straightConnector1">
            <a:avLst/>
          </a:prstGeom>
          <a:noFill/>
          <a:ln cap="flat" cmpd="sng" w="28575">
            <a:solidFill>
              <a:srgbClr val="DC2626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180" name="Google Shape;1180;p16"/>
          <p:cNvCxnSpPr/>
          <p:nvPr/>
        </p:nvCxnSpPr>
        <p:spPr>
          <a:xfrm>
            <a:off x="8353058" y="9526956"/>
            <a:ext cx="285750" cy="0"/>
          </a:xfrm>
          <a:prstGeom prst="straightConnector1">
            <a:avLst/>
          </a:prstGeom>
          <a:noFill/>
          <a:ln cap="flat" cmpd="sng" w="28575">
            <a:solidFill>
              <a:srgbClr val="DC2626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181" name="Google Shape;1181;p16"/>
          <p:cNvCxnSpPr/>
          <p:nvPr/>
        </p:nvCxnSpPr>
        <p:spPr>
          <a:xfrm>
            <a:off x="10543808" y="9526956"/>
            <a:ext cx="285750" cy="0"/>
          </a:xfrm>
          <a:prstGeom prst="straightConnector1">
            <a:avLst/>
          </a:prstGeom>
          <a:noFill/>
          <a:ln cap="flat" cmpd="sng" w="28575">
            <a:solidFill>
              <a:srgbClr val="DC2626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182" name="Google Shape;1182;p16"/>
          <p:cNvSpPr/>
          <p:nvPr/>
        </p:nvSpPr>
        <p:spPr>
          <a:xfrm>
            <a:off x="13242041" y="4248267"/>
            <a:ext cx="1051810" cy="5278689"/>
          </a:xfrm>
          <a:custGeom>
            <a:rect b="b" l="l" r="r" t="t"/>
            <a:pathLst>
              <a:path extrusionOk="0" h="5278689" w="1051810">
                <a:moveTo>
                  <a:pt x="0" y="5278689"/>
                </a:moveTo>
                <a:lnTo>
                  <a:pt x="823211" y="5278689"/>
                </a:lnTo>
                <a:cubicBezTo>
                  <a:pt x="949463" y="5278689"/>
                  <a:pt x="1051811" y="5176341"/>
                  <a:pt x="1051811" y="5050089"/>
                </a:cubicBezTo>
                <a:lnTo>
                  <a:pt x="1051811" y="228600"/>
                </a:lnTo>
                <a:cubicBezTo>
                  <a:pt x="1051811" y="102348"/>
                  <a:pt x="949463" y="0"/>
                  <a:pt x="823211" y="0"/>
                </a:cubicBezTo>
                <a:lnTo>
                  <a:pt x="162876" y="0"/>
                </a:lnTo>
              </a:path>
            </a:pathLst>
          </a:custGeom>
          <a:noFill/>
          <a:ln cap="flat" cmpd="sng" w="28575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3" name="Google Shape;1183;p16"/>
          <p:cNvSpPr/>
          <p:nvPr/>
        </p:nvSpPr>
        <p:spPr>
          <a:xfrm>
            <a:off x="228031" y="2919530"/>
            <a:ext cx="1648027" cy="6607426"/>
          </a:xfrm>
          <a:custGeom>
            <a:rect b="b" l="l" r="r" t="t"/>
            <a:pathLst>
              <a:path extrusionOk="0" h="6607426" w="1648027">
                <a:moveTo>
                  <a:pt x="198570" y="0"/>
                </a:moveTo>
                <a:lnTo>
                  <a:pt x="99285" y="0"/>
                </a:lnTo>
                <a:cubicBezTo>
                  <a:pt x="72953" y="0"/>
                  <a:pt x="47700" y="10461"/>
                  <a:pt x="29080" y="29080"/>
                </a:cubicBezTo>
                <a:cubicBezTo>
                  <a:pt x="10461" y="47700"/>
                  <a:pt x="0" y="72953"/>
                  <a:pt x="0" y="99285"/>
                </a:cubicBezTo>
                <a:lnTo>
                  <a:pt x="0" y="6378826"/>
                </a:lnTo>
                <a:cubicBezTo>
                  <a:pt x="0" y="6439455"/>
                  <a:pt x="24085" y="6497600"/>
                  <a:pt x="66956" y="6540470"/>
                </a:cubicBezTo>
                <a:cubicBezTo>
                  <a:pt x="109826" y="6583341"/>
                  <a:pt x="167972" y="6607426"/>
                  <a:pt x="228600" y="6607426"/>
                </a:cubicBezTo>
                <a:lnTo>
                  <a:pt x="1648027" y="6607426"/>
                </a:lnTo>
              </a:path>
            </a:pathLst>
          </a:custGeom>
          <a:noFill/>
          <a:ln cap="flat" cmpd="sng" w="28575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84" name="Google Shape;1184;p16"/>
          <p:cNvCxnSpPr/>
          <p:nvPr/>
        </p:nvCxnSpPr>
        <p:spPr>
          <a:xfrm>
            <a:off x="7841963" y="5717689"/>
            <a:ext cx="739663" cy="6373"/>
          </a:xfrm>
          <a:prstGeom prst="straightConnector1">
            <a:avLst/>
          </a:prstGeom>
          <a:noFill/>
          <a:ln cap="rnd" cmpd="sng" w="28575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185" name="Google Shape;1185;p16"/>
          <p:cNvSpPr/>
          <p:nvPr/>
        </p:nvSpPr>
        <p:spPr>
          <a:xfrm>
            <a:off x="6466352" y="3906351"/>
            <a:ext cx="476250" cy="297656"/>
          </a:xfrm>
          <a:custGeom>
            <a:rect b="b" l="l" r="r" t="t"/>
            <a:pathLst>
              <a:path extrusionOk="0" h="297656" w="476250">
                <a:moveTo>
                  <a:pt x="0" y="0"/>
                </a:moveTo>
                <a:lnTo>
                  <a:pt x="476250" y="0"/>
                </a:lnTo>
                <a:lnTo>
                  <a:pt x="476250" y="297657"/>
                </a:lnTo>
                <a:lnTo>
                  <a:pt x="0" y="29765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 amt="55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86" name="Google Shape;1186;p16"/>
          <p:cNvSpPr txBox="1"/>
          <p:nvPr/>
        </p:nvSpPr>
        <p:spPr>
          <a:xfrm>
            <a:off x="2476500" y="-47625"/>
            <a:ext cx="13335000" cy="8055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283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Arquitectura de Solución – SmartBids</a:t>
            </a:r>
            <a:endParaRPr/>
          </a:p>
        </p:txBody>
      </p:sp>
      <p:sp>
        <p:nvSpPr>
          <p:cNvPr id="1187" name="Google Shape;1187;p16"/>
          <p:cNvSpPr txBox="1"/>
          <p:nvPr/>
        </p:nvSpPr>
        <p:spPr>
          <a:xfrm>
            <a:off x="288992" y="1809791"/>
            <a:ext cx="2381250" cy="3238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3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76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FUENTES DE DATOS</a:t>
            </a:r>
            <a:endParaRPr/>
          </a:p>
        </p:txBody>
      </p:sp>
      <p:sp>
        <p:nvSpPr>
          <p:cNvPr id="1188" name="Google Shape;1188;p16"/>
          <p:cNvSpPr txBox="1"/>
          <p:nvPr/>
        </p:nvSpPr>
        <p:spPr>
          <a:xfrm>
            <a:off x="2939550" y="1885950"/>
            <a:ext cx="2381250" cy="3307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8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INTEGRACIÓN</a:t>
            </a:r>
            <a:endParaRPr/>
          </a:p>
        </p:txBody>
      </p:sp>
      <p:sp>
        <p:nvSpPr>
          <p:cNvPr id="1189" name="Google Shape;1189;p16"/>
          <p:cNvSpPr txBox="1"/>
          <p:nvPr/>
        </p:nvSpPr>
        <p:spPr>
          <a:xfrm>
            <a:off x="5613467" y="1897817"/>
            <a:ext cx="2381250" cy="2964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8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DATOS (Cloud)</a:t>
            </a:r>
            <a:endParaRPr/>
          </a:p>
        </p:txBody>
      </p:sp>
      <p:sp>
        <p:nvSpPr>
          <p:cNvPr id="1190" name="Google Shape;1190;p16"/>
          <p:cNvSpPr txBox="1"/>
          <p:nvPr/>
        </p:nvSpPr>
        <p:spPr>
          <a:xfrm>
            <a:off x="9058770" y="6963809"/>
            <a:ext cx="4304310" cy="3397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98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APLICACIÓN SMARTBIDS (Cloud)</a:t>
            </a:r>
            <a:endParaRPr/>
          </a:p>
        </p:txBody>
      </p:sp>
      <p:sp>
        <p:nvSpPr>
          <p:cNvPr id="1191" name="Google Shape;1191;p16"/>
          <p:cNvSpPr txBox="1"/>
          <p:nvPr/>
        </p:nvSpPr>
        <p:spPr>
          <a:xfrm>
            <a:off x="15621000" y="1466490"/>
            <a:ext cx="2286000" cy="3190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USUARIOS</a:t>
            </a:r>
            <a:endParaRPr/>
          </a:p>
        </p:txBody>
      </p:sp>
      <p:sp>
        <p:nvSpPr>
          <p:cNvPr id="1192" name="Google Shape;1192;p16"/>
          <p:cNvSpPr txBox="1"/>
          <p:nvPr/>
        </p:nvSpPr>
        <p:spPr>
          <a:xfrm>
            <a:off x="8172002" y="963615"/>
            <a:ext cx="5715000" cy="3565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6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87" u="none" cap="none" strike="noStrike">
                <a:solidFill>
                  <a:srgbClr val="4338CA"/>
                </a:solidFill>
                <a:latin typeface="Inter"/>
                <a:ea typeface="Inter"/>
                <a:cs typeface="Inter"/>
                <a:sym typeface="Inter"/>
              </a:rPr>
              <a:t>SmartBids – Aplicación Web</a:t>
            </a:r>
            <a:endParaRPr/>
          </a:p>
        </p:txBody>
      </p:sp>
      <p:sp>
        <p:nvSpPr>
          <p:cNvPr id="1193" name="Google Shape;1193;p16"/>
          <p:cNvSpPr txBox="1"/>
          <p:nvPr/>
        </p:nvSpPr>
        <p:spPr>
          <a:xfrm>
            <a:off x="15716250" y="2133600"/>
            <a:ext cx="2095500" cy="7185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6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87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MiPyMEs /</a:t>
            </a:r>
            <a:endParaRPr/>
          </a:p>
          <a:p>
            <a:pPr indent="0" lvl="0" marL="0" marR="0" rtl="0" algn="ctr">
              <a:lnSpc>
                <a:spcPct val="13996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87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Suscriptores</a:t>
            </a:r>
            <a:endParaRPr/>
          </a:p>
        </p:txBody>
      </p:sp>
      <p:grpSp>
        <p:nvGrpSpPr>
          <p:cNvPr id="1194" name="Google Shape;1194;p16"/>
          <p:cNvGrpSpPr/>
          <p:nvPr/>
        </p:nvGrpSpPr>
        <p:grpSpPr>
          <a:xfrm>
            <a:off x="8695958" y="1377327"/>
            <a:ext cx="2133600" cy="1064870"/>
            <a:chOff x="0" y="-38100"/>
            <a:chExt cx="2844800" cy="1419827"/>
          </a:xfrm>
        </p:grpSpPr>
        <p:grpSp>
          <p:nvGrpSpPr>
            <p:cNvPr id="1195" name="Google Shape;1195;p16"/>
            <p:cNvGrpSpPr/>
            <p:nvPr/>
          </p:nvGrpSpPr>
          <p:grpSpPr>
            <a:xfrm>
              <a:off x="0" y="-38100"/>
              <a:ext cx="2835349" cy="1419827"/>
              <a:chOff x="0" y="-38100"/>
              <a:chExt cx="2835349" cy="1419827"/>
            </a:xfrm>
          </p:grpSpPr>
          <p:sp>
            <p:nvSpPr>
              <p:cNvPr id="1196" name="Google Shape;1196;p16"/>
              <p:cNvSpPr/>
              <p:nvPr/>
            </p:nvSpPr>
            <p:spPr>
              <a:xfrm>
                <a:off x="0" y="0"/>
                <a:ext cx="2835349" cy="1381727"/>
              </a:xfrm>
              <a:custGeom>
                <a:rect b="b" l="l" r="r" t="t"/>
                <a:pathLst>
                  <a:path extrusionOk="0" h="1381727" w="2835349">
                    <a:moveTo>
                      <a:pt x="85060" y="0"/>
                    </a:moveTo>
                    <a:lnTo>
                      <a:pt x="2750288" y="0"/>
                    </a:lnTo>
                    <a:cubicBezTo>
                      <a:pt x="2797266" y="0"/>
                      <a:pt x="2835349" y="61862"/>
                      <a:pt x="2835349" y="138173"/>
                    </a:cubicBezTo>
                    <a:lnTo>
                      <a:pt x="2835349" y="1243555"/>
                    </a:lnTo>
                    <a:cubicBezTo>
                      <a:pt x="2835349" y="1319865"/>
                      <a:pt x="2797266" y="1381727"/>
                      <a:pt x="2750288" y="1381727"/>
                    </a:cubicBezTo>
                    <a:lnTo>
                      <a:pt x="85060" y="1381727"/>
                    </a:lnTo>
                    <a:cubicBezTo>
                      <a:pt x="38083" y="1381727"/>
                      <a:pt x="0" y="1319865"/>
                      <a:pt x="0" y="1243555"/>
                    </a:cubicBezTo>
                    <a:lnTo>
                      <a:pt x="0" y="138173"/>
                    </a:lnTo>
                    <a:cubicBezTo>
                      <a:pt x="0" y="61862"/>
                      <a:pt x="38083" y="0"/>
                      <a:pt x="85060" y="0"/>
                    </a:cubicBezTo>
                    <a:close/>
                  </a:path>
                </a:pathLst>
              </a:custGeom>
              <a:solidFill>
                <a:srgbClr val="FEF2F2"/>
              </a:solidFill>
              <a:ln cap="sq" cmpd="sng" w="19050">
                <a:solidFill>
                  <a:srgbClr val="DC2626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97" name="Google Shape;1197;p16"/>
              <p:cNvSpPr txBox="1"/>
              <p:nvPr/>
            </p:nvSpPr>
            <p:spPr>
              <a:xfrm>
                <a:off x="0" y="-38100"/>
                <a:ext cx="2835349" cy="14198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l">
                  <a:lnSpc>
                    <a:spcPct val="93277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198" name="Google Shape;1198;p16"/>
            <p:cNvSpPr/>
            <p:nvPr/>
          </p:nvSpPr>
          <p:spPr>
            <a:xfrm>
              <a:off x="127000" y="270372"/>
              <a:ext cx="646284" cy="646284"/>
            </a:xfrm>
            <a:custGeom>
              <a:rect b="b" l="l" r="r" t="t"/>
              <a:pathLst>
                <a:path extrusionOk="0" h="646284" w="646284">
                  <a:moveTo>
                    <a:pt x="0" y="0"/>
                  </a:moveTo>
                  <a:lnTo>
                    <a:pt x="646284" y="0"/>
                  </a:lnTo>
                  <a:lnTo>
                    <a:pt x="646284" y="646284"/>
                  </a:lnTo>
                  <a:lnTo>
                    <a:pt x="0" y="646284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11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1199" name="Google Shape;1199;p16"/>
            <p:cNvSpPr txBox="1"/>
            <p:nvPr/>
          </p:nvSpPr>
          <p:spPr>
            <a:xfrm>
              <a:off x="381000" y="105272"/>
              <a:ext cx="2463800" cy="12344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800" u="none" cap="none" strike="noStrike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Firebase Auth</a:t>
              </a:r>
              <a:endParaRPr/>
            </a:p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800" u="none" cap="none" strike="noStrike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(Servicio externo)</a:t>
              </a:r>
              <a:endParaRPr/>
            </a:p>
          </p:txBody>
        </p:sp>
      </p:grpSp>
      <p:grpSp>
        <p:nvGrpSpPr>
          <p:cNvPr id="1200" name="Google Shape;1200;p16"/>
          <p:cNvGrpSpPr/>
          <p:nvPr/>
        </p:nvGrpSpPr>
        <p:grpSpPr>
          <a:xfrm>
            <a:off x="11190018" y="1377327"/>
            <a:ext cx="2126512" cy="1064870"/>
            <a:chOff x="0" y="-38100"/>
            <a:chExt cx="2835349" cy="1419827"/>
          </a:xfrm>
        </p:grpSpPr>
        <p:grpSp>
          <p:nvGrpSpPr>
            <p:cNvPr id="1201" name="Google Shape;1201;p16"/>
            <p:cNvGrpSpPr/>
            <p:nvPr/>
          </p:nvGrpSpPr>
          <p:grpSpPr>
            <a:xfrm>
              <a:off x="0" y="-38100"/>
              <a:ext cx="2835349" cy="1419827"/>
              <a:chOff x="0" y="-38100"/>
              <a:chExt cx="2835349" cy="1419827"/>
            </a:xfrm>
          </p:grpSpPr>
          <p:sp>
            <p:nvSpPr>
              <p:cNvPr id="1202" name="Google Shape;1202;p16"/>
              <p:cNvSpPr/>
              <p:nvPr/>
            </p:nvSpPr>
            <p:spPr>
              <a:xfrm>
                <a:off x="0" y="0"/>
                <a:ext cx="2835349" cy="1381727"/>
              </a:xfrm>
              <a:custGeom>
                <a:rect b="b" l="l" r="r" t="t"/>
                <a:pathLst>
                  <a:path extrusionOk="0" h="1381727" w="2835349">
                    <a:moveTo>
                      <a:pt x="85060" y="0"/>
                    </a:moveTo>
                    <a:lnTo>
                      <a:pt x="2750288" y="0"/>
                    </a:lnTo>
                    <a:cubicBezTo>
                      <a:pt x="2797266" y="0"/>
                      <a:pt x="2835349" y="61862"/>
                      <a:pt x="2835349" y="138173"/>
                    </a:cubicBezTo>
                    <a:lnTo>
                      <a:pt x="2835349" y="1243555"/>
                    </a:lnTo>
                    <a:cubicBezTo>
                      <a:pt x="2835349" y="1319865"/>
                      <a:pt x="2797266" y="1381727"/>
                      <a:pt x="2750288" y="1381727"/>
                    </a:cubicBezTo>
                    <a:lnTo>
                      <a:pt x="85060" y="1381727"/>
                    </a:lnTo>
                    <a:cubicBezTo>
                      <a:pt x="38083" y="1381727"/>
                      <a:pt x="0" y="1319865"/>
                      <a:pt x="0" y="1243555"/>
                    </a:cubicBezTo>
                    <a:lnTo>
                      <a:pt x="0" y="138173"/>
                    </a:lnTo>
                    <a:cubicBezTo>
                      <a:pt x="0" y="61862"/>
                      <a:pt x="38083" y="0"/>
                      <a:pt x="85060" y="0"/>
                    </a:cubicBezTo>
                    <a:close/>
                  </a:path>
                </a:pathLst>
              </a:custGeom>
              <a:solidFill>
                <a:srgbClr val="FEF2F2"/>
              </a:solidFill>
              <a:ln cap="sq" cmpd="sng" w="19050">
                <a:solidFill>
                  <a:srgbClr val="DC2626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3" name="Google Shape;1203;p16"/>
              <p:cNvSpPr txBox="1"/>
              <p:nvPr/>
            </p:nvSpPr>
            <p:spPr>
              <a:xfrm>
                <a:off x="0" y="-38100"/>
                <a:ext cx="2835349" cy="14198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l">
                  <a:lnSpc>
                    <a:spcPct val="93277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204" name="Google Shape;1204;p16"/>
            <p:cNvSpPr txBox="1"/>
            <p:nvPr/>
          </p:nvSpPr>
          <p:spPr>
            <a:xfrm>
              <a:off x="38100" y="105272"/>
              <a:ext cx="2654300" cy="12344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800" u="none" cap="none" strike="noStrike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Correo / Notificaciones</a:t>
              </a:r>
              <a:endParaRPr/>
            </a:p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800" u="none" cap="none" strike="noStrike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(Servicio externo)</a:t>
              </a:r>
              <a:endParaRPr/>
            </a:p>
          </p:txBody>
        </p:sp>
      </p:grpSp>
      <p:grpSp>
        <p:nvGrpSpPr>
          <p:cNvPr id="1205" name="Google Shape;1205;p16"/>
          <p:cNvGrpSpPr/>
          <p:nvPr/>
        </p:nvGrpSpPr>
        <p:grpSpPr>
          <a:xfrm>
            <a:off x="8818629" y="3113935"/>
            <a:ext cx="4572000" cy="1833483"/>
            <a:chOff x="0" y="-38100"/>
            <a:chExt cx="6096000" cy="2444645"/>
          </a:xfrm>
        </p:grpSpPr>
        <p:grpSp>
          <p:nvGrpSpPr>
            <p:cNvPr id="1206" name="Google Shape;1206;p16"/>
            <p:cNvGrpSpPr/>
            <p:nvPr/>
          </p:nvGrpSpPr>
          <p:grpSpPr>
            <a:xfrm>
              <a:off x="0" y="-38100"/>
              <a:ext cx="6096000" cy="2444645"/>
              <a:chOff x="0" y="-38100"/>
              <a:chExt cx="6096000" cy="2444645"/>
            </a:xfrm>
          </p:grpSpPr>
          <p:sp>
            <p:nvSpPr>
              <p:cNvPr id="1207" name="Google Shape;1207;p16"/>
              <p:cNvSpPr/>
              <p:nvPr/>
            </p:nvSpPr>
            <p:spPr>
              <a:xfrm>
                <a:off x="0" y="0"/>
                <a:ext cx="6096000" cy="2406545"/>
              </a:xfrm>
              <a:custGeom>
                <a:rect b="b" l="l" r="r" t="t"/>
                <a:pathLst>
                  <a:path extrusionOk="0" h="2406545" w="6096000">
                    <a:moveTo>
                      <a:pt x="226828" y="0"/>
                    </a:moveTo>
                    <a:lnTo>
                      <a:pt x="5869172" y="0"/>
                    </a:lnTo>
                    <a:cubicBezTo>
                      <a:pt x="5994446" y="0"/>
                      <a:pt x="6096000" y="107745"/>
                      <a:pt x="6096000" y="240654"/>
                    </a:cubicBezTo>
                    <a:lnTo>
                      <a:pt x="6096000" y="2165890"/>
                    </a:lnTo>
                    <a:cubicBezTo>
                      <a:pt x="6096000" y="2298800"/>
                      <a:pt x="5994446" y="2406545"/>
                      <a:pt x="5869172" y="2406545"/>
                    </a:cubicBezTo>
                    <a:lnTo>
                      <a:pt x="226828" y="2406545"/>
                    </a:lnTo>
                    <a:cubicBezTo>
                      <a:pt x="101554" y="2406545"/>
                      <a:pt x="0" y="2298800"/>
                      <a:pt x="0" y="2165890"/>
                    </a:cubicBezTo>
                    <a:lnTo>
                      <a:pt x="0" y="240654"/>
                    </a:lnTo>
                    <a:cubicBezTo>
                      <a:pt x="0" y="107745"/>
                      <a:pt x="101554" y="0"/>
                      <a:pt x="226828" y="0"/>
                    </a:cubicBezTo>
                    <a:close/>
                  </a:path>
                </a:pathLst>
              </a:custGeom>
              <a:solidFill>
                <a:srgbClr val="EDE9FE"/>
              </a:solidFill>
              <a:ln cap="sq" cmpd="sng" w="19050">
                <a:solidFill>
                  <a:srgbClr val="7C3AED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8" name="Google Shape;1208;p16"/>
              <p:cNvSpPr txBox="1"/>
              <p:nvPr/>
            </p:nvSpPr>
            <p:spPr>
              <a:xfrm>
                <a:off x="0" y="-38100"/>
                <a:ext cx="6096000" cy="244464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l">
                  <a:lnSpc>
                    <a:spcPct val="93277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209" name="Google Shape;1209;p16"/>
            <p:cNvSpPr/>
            <p:nvPr/>
          </p:nvSpPr>
          <p:spPr>
            <a:xfrm>
              <a:off x="2149255" y="517916"/>
              <a:ext cx="1575388" cy="551386"/>
            </a:xfrm>
            <a:custGeom>
              <a:rect b="b" l="l" r="r" t="t"/>
              <a:pathLst>
                <a:path extrusionOk="0" h="551386" w="1575388">
                  <a:moveTo>
                    <a:pt x="0" y="0"/>
                  </a:moveTo>
                  <a:lnTo>
                    <a:pt x="1575388" y="0"/>
                  </a:lnTo>
                  <a:lnTo>
                    <a:pt x="1575388" y="551386"/>
                  </a:lnTo>
                  <a:lnTo>
                    <a:pt x="0" y="55138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12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1210" name="Google Shape;1210;p16"/>
            <p:cNvSpPr txBox="1"/>
            <p:nvPr/>
          </p:nvSpPr>
          <p:spPr>
            <a:xfrm>
              <a:off x="212651" y="43135"/>
              <a:ext cx="5670698" cy="41128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996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087" u="none" cap="none" strike="noStrike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Backend – Django / Python</a:t>
              </a:r>
              <a:endParaRPr/>
            </a:p>
          </p:txBody>
        </p:sp>
        <p:sp>
          <p:nvSpPr>
            <p:cNvPr id="1211" name="Google Shape;1211;p16"/>
            <p:cNvSpPr txBox="1"/>
            <p:nvPr/>
          </p:nvSpPr>
          <p:spPr>
            <a:xfrm>
              <a:off x="212651" y="1079828"/>
              <a:ext cx="5670698" cy="107079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646" u="none" cap="none" strike="noStrike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Motor de oportunidades· Seguimiento</a:t>
              </a:r>
              <a:endParaRPr/>
            </a:p>
            <a:p>
              <a:pPr indent="0" lvl="0" marL="0" marR="0" rtl="0" algn="ctr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646" u="none" cap="none" strike="noStrike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Suscriptores · Dashboards</a:t>
              </a:r>
              <a:endParaRPr/>
            </a:p>
            <a:p>
              <a:pPr indent="0" lvl="0" marL="0" marR="0" rtl="0" algn="ctr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646" u="none" cap="none" strike="noStrike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Notificaciones · Evaluación predictiva</a:t>
              </a:r>
              <a:endParaRPr/>
            </a:p>
          </p:txBody>
        </p:sp>
      </p:grpSp>
      <p:grpSp>
        <p:nvGrpSpPr>
          <p:cNvPr id="1212" name="Google Shape;1212;p16"/>
          <p:cNvGrpSpPr/>
          <p:nvPr/>
        </p:nvGrpSpPr>
        <p:grpSpPr>
          <a:xfrm>
            <a:off x="8832917" y="5310350"/>
            <a:ext cx="4572000" cy="1606756"/>
            <a:chOff x="0" y="-38100"/>
            <a:chExt cx="6096000" cy="2142341"/>
          </a:xfrm>
        </p:grpSpPr>
        <p:grpSp>
          <p:nvGrpSpPr>
            <p:cNvPr id="1213" name="Google Shape;1213;p16"/>
            <p:cNvGrpSpPr/>
            <p:nvPr/>
          </p:nvGrpSpPr>
          <p:grpSpPr>
            <a:xfrm>
              <a:off x="0" y="-38100"/>
              <a:ext cx="6096000" cy="2142341"/>
              <a:chOff x="0" y="-38100"/>
              <a:chExt cx="6096000" cy="2142341"/>
            </a:xfrm>
          </p:grpSpPr>
          <p:sp>
            <p:nvSpPr>
              <p:cNvPr id="1214" name="Google Shape;1214;p16"/>
              <p:cNvSpPr/>
              <p:nvPr/>
            </p:nvSpPr>
            <p:spPr>
              <a:xfrm>
                <a:off x="0" y="0"/>
                <a:ext cx="6096000" cy="2104241"/>
              </a:xfrm>
              <a:custGeom>
                <a:rect b="b" l="l" r="r" t="t"/>
                <a:pathLst>
                  <a:path extrusionOk="0" h="2104241" w="6096000">
                    <a:moveTo>
                      <a:pt x="155944" y="0"/>
                    </a:moveTo>
                    <a:lnTo>
                      <a:pt x="5940056" y="0"/>
                    </a:lnTo>
                    <a:cubicBezTo>
                      <a:pt x="6026181" y="0"/>
                      <a:pt x="6096000" y="94210"/>
                      <a:pt x="6096000" y="210424"/>
                    </a:cubicBezTo>
                    <a:lnTo>
                      <a:pt x="6096000" y="1893817"/>
                    </a:lnTo>
                    <a:cubicBezTo>
                      <a:pt x="6096000" y="2010031"/>
                      <a:pt x="6026181" y="2104241"/>
                      <a:pt x="5940056" y="2104241"/>
                    </a:cubicBezTo>
                    <a:lnTo>
                      <a:pt x="155944" y="2104241"/>
                    </a:lnTo>
                    <a:cubicBezTo>
                      <a:pt x="69819" y="2104241"/>
                      <a:pt x="0" y="2010031"/>
                      <a:pt x="0" y="1893817"/>
                    </a:cubicBezTo>
                    <a:lnTo>
                      <a:pt x="0" y="210424"/>
                    </a:lnTo>
                    <a:cubicBezTo>
                      <a:pt x="0" y="94210"/>
                      <a:pt x="69819" y="0"/>
                      <a:pt x="155944" y="0"/>
                    </a:cubicBezTo>
                    <a:close/>
                  </a:path>
                </a:pathLst>
              </a:custGeom>
              <a:solidFill>
                <a:srgbClr val="E0F2FE"/>
              </a:solidFill>
              <a:ln cap="sq" cmpd="sng" w="19050">
                <a:solidFill>
                  <a:srgbClr val="0284C7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5" name="Google Shape;1215;p16"/>
              <p:cNvSpPr txBox="1"/>
              <p:nvPr/>
            </p:nvSpPr>
            <p:spPr>
              <a:xfrm>
                <a:off x="0" y="-38100"/>
                <a:ext cx="6096000" cy="214234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l">
                  <a:lnSpc>
                    <a:spcPct val="93277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216" name="Google Shape;1216;p16"/>
            <p:cNvSpPr txBox="1"/>
            <p:nvPr/>
          </p:nvSpPr>
          <p:spPr>
            <a:xfrm>
              <a:off x="212651" y="125939"/>
              <a:ext cx="5670698" cy="77295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3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926" u="none" cap="none" strike="noStrike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Frontend Web Responsivo</a:t>
              </a:r>
              <a:endParaRPr/>
            </a:p>
            <a:p>
              <a:pPr indent="0" lvl="0" marL="0" marR="0" rtl="0" algn="ctr">
                <a:lnSpc>
                  <a:spcPct val="14003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926" u="none" cap="none" strike="noStrike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HTML / CSS / JS / HTMX</a:t>
              </a:r>
              <a:endParaRPr/>
            </a:p>
          </p:txBody>
        </p:sp>
        <p:sp>
          <p:nvSpPr>
            <p:cNvPr id="1217" name="Google Shape;1217;p16"/>
            <p:cNvSpPr txBox="1"/>
            <p:nvPr/>
          </p:nvSpPr>
          <p:spPr>
            <a:xfrm>
              <a:off x="287588" y="1144256"/>
              <a:ext cx="5676900" cy="7205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2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599" u="none" cap="none" strike="noStrike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Oportunidades · Seguimiento · Dashboards · Perfil</a:t>
              </a:r>
              <a:endParaRPr/>
            </a:p>
          </p:txBody>
        </p:sp>
      </p:grpSp>
      <p:sp>
        <p:nvSpPr>
          <p:cNvPr id="1218" name="Google Shape;1218;p16"/>
          <p:cNvSpPr txBox="1"/>
          <p:nvPr/>
        </p:nvSpPr>
        <p:spPr>
          <a:xfrm>
            <a:off x="3218128" y="2428874"/>
            <a:ext cx="1856354" cy="3045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8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ETL </a:t>
            </a:r>
            <a:endParaRPr/>
          </a:p>
        </p:txBody>
      </p:sp>
      <p:sp>
        <p:nvSpPr>
          <p:cNvPr id="1219" name="Google Shape;1219;p16"/>
          <p:cNvSpPr txBox="1"/>
          <p:nvPr/>
        </p:nvSpPr>
        <p:spPr>
          <a:xfrm>
            <a:off x="3523786" y="2712252"/>
            <a:ext cx="1112312" cy="3063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6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Python</a:t>
            </a:r>
            <a:endParaRPr/>
          </a:p>
        </p:txBody>
      </p:sp>
      <p:sp>
        <p:nvSpPr>
          <p:cNvPr id="1220" name="Google Shape;1220;p16"/>
          <p:cNvSpPr txBox="1"/>
          <p:nvPr/>
        </p:nvSpPr>
        <p:spPr>
          <a:xfrm>
            <a:off x="3269694" y="3980679"/>
            <a:ext cx="1753223" cy="2675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65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• Extracción</a:t>
            </a:r>
            <a:endParaRPr/>
          </a:p>
        </p:txBody>
      </p:sp>
      <p:sp>
        <p:nvSpPr>
          <p:cNvPr id="1221" name="Google Shape;1221;p16"/>
          <p:cNvSpPr txBox="1"/>
          <p:nvPr/>
        </p:nvSpPr>
        <p:spPr>
          <a:xfrm>
            <a:off x="3269694" y="4326944"/>
            <a:ext cx="1753223" cy="2675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65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• Limpieza</a:t>
            </a:r>
            <a:endParaRPr/>
          </a:p>
        </p:txBody>
      </p:sp>
      <p:sp>
        <p:nvSpPr>
          <p:cNvPr id="1222" name="Google Shape;1222;p16"/>
          <p:cNvSpPr txBox="1"/>
          <p:nvPr/>
        </p:nvSpPr>
        <p:spPr>
          <a:xfrm>
            <a:off x="3269694" y="4642004"/>
            <a:ext cx="1753223" cy="2750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1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• Transformación</a:t>
            </a:r>
            <a:endParaRPr/>
          </a:p>
        </p:txBody>
      </p:sp>
      <p:sp>
        <p:nvSpPr>
          <p:cNvPr id="1223" name="Google Shape;1223;p16"/>
          <p:cNvSpPr txBox="1"/>
          <p:nvPr/>
        </p:nvSpPr>
        <p:spPr>
          <a:xfrm>
            <a:off x="3269694" y="4979414"/>
            <a:ext cx="1753223" cy="2754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94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• Estandarización</a:t>
            </a:r>
            <a:endParaRPr/>
          </a:p>
        </p:txBody>
      </p:sp>
      <p:sp>
        <p:nvSpPr>
          <p:cNvPr id="1224" name="Google Shape;1224;p16"/>
          <p:cNvSpPr txBox="1"/>
          <p:nvPr/>
        </p:nvSpPr>
        <p:spPr>
          <a:xfrm>
            <a:off x="3269694" y="5304382"/>
            <a:ext cx="1753223" cy="2917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65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• Carga</a:t>
            </a:r>
            <a:endParaRPr/>
          </a:p>
        </p:txBody>
      </p:sp>
      <p:sp>
        <p:nvSpPr>
          <p:cNvPr id="1225" name="Google Shape;1225;p16"/>
          <p:cNvSpPr txBox="1"/>
          <p:nvPr/>
        </p:nvSpPr>
        <p:spPr>
          <a:xfrm>
            <a:off x="5832542" y="2632383"/>
            <a:ext cx="1943100" cy="3488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14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BD Operacional</a:t>
            </a:r>
            <a:endParaRPr/>
          </a:p>
        </p:txBody>
      </p:sp>
      <p:sp>
        <p:nvSpPr>
          <p:cNvPr id="1226" name="Google Shape;1226;p16"/>
          <p:cNvSpPr txBox="1"/>
          <p:nvPr/>
        </p:nvSpPr>
        <p:spPr>
          <a:xfrm>
            <a:off x="5832542" y="2994333"/>
            <a:ext cx="1943100" cy="3307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8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PostgreSQL</a:t>
            </a:r>
            <a:endParaRPr/>
          </a:p>
        </p:txBody>
      </p:sp>
      <p:sp>
        <p:nvSpPr>
          <p:cNvPr id="1227" name="Google Shape;1227;p16"/>
          <p:cNvSpPr txBox="1"/>
          <p:nvPr/>
        </p:nvSpPr>
        <p:spPr>
          <a:xfrm>
            <a:off x="5832542" y="5080308"/>
            <a:ext cx="1943100" cy="323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7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71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Data Warehouse</a:t>
            </a:r>
            <a:endParaRPr/>
          </a:p>
        </p:txBody>
      </p:sp>
      <p:sp>
        <p:nvSpPr>
          <p:cNvPr id="1228" name="Google Shape;1228;p16"/>
          <p:cNvSpPr txBox="1"/>
          <p:nvPr/>
        </p:nvSpPr>
        <p:spPr>
          <a:xfrm>
            <a:off x="5832542" y="5432733"/>
            <a:ext cx="1943100" cy="3307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8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PostgreSQL</a:t>
            </a:r>
            <a:endParaRPr/>
          </a:p>
        </p:txBody>
      </p:sp>
      <p:sp>
        <p:nvSpPr>
          <p:cNvPr id="1229" name="Google Shape;1229;p16"/>
          <p:cNvSpPr txBox="1"/>
          <p:nvPr/>
        </p:nvSpPr>
        <p:spPr>
          <a:xfrm>
            <a:off x="1971308" y="9126906"/>
            <a:ext cx="1905000" cy="8257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28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Datos históricos</a:t>
            </a:r>
            <a:endParaRPr/>
          </a:p>
          <a:p>
            <a:pPr indent="0" lvl="0" marL="0" marR="0" rtl="0" algn="ctr">
              <a:lnSpc>
                <a:spcPct val="1300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28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Mercado Público</a:t>
            </a:r>
            <a:endParaRPr/>
          </a:p>
          <a:p>
            <a:pPr indent="0" lvl="0" marL="0" marR="0" rtl="0" algn="ctr">
              <a:lnSpc>
                <a:spcPct val="1300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28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(mín. 2 años)</a:t>
            </a:r>
            <a:endParaRPr/>
          </a:p>
        </p:txBody>
      </p:sp>
      <p:sp>
        <p:nvSpPr>
          <p:cNvPr id="1230" name="Google Shape;1230;p16"/>
          <p:cNvSpPr txBox="1"/>
          <p:nvPr/>
        </p:nvSpPr>
        <p:spPr>
          <a:xfrm>
            <a:off x="4352558" y="9126906"/>
            <a:ext cx="1714500" cy="8257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28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Preparación y</a:t>
            </a:r>
            <a:endParaRPr/>
          </a:p>
          <a:p>
            <a:pPr indent="0" lvl="0" marL="0" marR="0" rtl="0" algn="ctr">
              <a:lnSpc>
                <a:spcPct val="1300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28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limpieza</a:t>
            </a:r>
            <a:endParaRPr/>
          </a:p>
          <a:p>
            <a:pPr indent="0" lvl="0" marL="0" marR="0" rtl="0" algn="ctr">
              <a:lnSpc>
                <a:spcPct val="1300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28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del dataset</a:t>
            </a:r>
            <a:endParaRPr/>
          </a:p>
        </p:txBody>
      </p:sp>
      <p:sp>
        <p:nvSpPr>
          <p:cNvPr id="1231" name="Google Shape;1231;p16"/>
          <p:cNvSpPr txBox="1"/>
          <p:nvPr/>
        </p:nvSpPr>
        <p:spPr>
          <a:xfrm>
            <a:off x="6543308" y="9117381"/>
            <a:ext cx="1714500" cy="5678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86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Entrenamiento</a:t>
            </a:r>
            <a:endParaRPr/>
          </a:p>
          <a:p>
            <a:pPr indent="0" lvl="0" marL="0" marR="0" rtl="0" algn="ctr">
              <a:lnSpc>
                <a:spcPct val="13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86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de modelos ML</a:t>
            </a:r>
            <a:endParaRPr/>
          </a:p>
        </p:txBody>
      </p:sp>
      <p:sp>
        <p:nvSpPr>
          <p:cNvPr id="1232" name="Google Shape;1232;p16"/>
          <p:cNvSpPr txBox="1"/>
          <p:nvPr/>
        </p:nvSpPr>
        <p:spPr>
          <a:xfrm>
            <a:off x="8734058" y="9126906"/>
            <a:ext cx="1714500" cy="8257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28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Evaluación y</a:t>
            </a:r>
            <a:endParaRPr/>
          </a:p>
          <a:p>
            <a:pPr indent="0" lvl="0" marL="0" marR="0" rtl="0" algn="ctr">
              <a:lnSpc>
                <a:spcPct val="1300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28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selección</a:t>
            </a:r>
            <a:endParaRPr/>
          </a:p>
          <a:p>
            <a:pPr indent="0" lvl="0" marL="0" marR="0" rtl="0" algn="ctr">
              <a:lnSpc>
                <a:spcPct val="1300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28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del modelo</a:t>
            </a:r>
            <a:endParaRPr/>
          </a:p>
        </p:txBody>
      </p:sp>
      <p:sp>
        <p:nvSpPr>
          <p:cNvPr id="1233" name="Google Shape;1233;p16"/>
          <p:cNvSpPr/>
          <p:nvPr/>
        </p:nvSpPr>
        <p:spPr>
          <a:xfrm>
            <a:off x="6490350" y="6277788"/>
            <a:ext cx="476250" cy="297656"/>
          </a:xfrm>
          <a:custGeom>
            <a:rect b="b" l="l" r="r" t="t"/>
            <a:pathLst>
              <a:path extrusionOk="0" h="297656" w="476250">
                <a:moveTo>
                  <a:pt x="0" y="0"/>
                </a:moveTo>
                <a:lnTo>
                  <a:pt x="476250" y="0"/>
                </a:lnTo>
                <a:lnTo>
                  <a:pt x="476250" y="297656"/>
                </a:lnTo>
                <a:lnTo>
                  <a:pt x="0" y="29765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 amt="55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34" name="Google Shape;1234;p16"/>
          <p:cNvSpPr/>
          <p:nvPr/>
        </p:nvSpPr>
        <p:spPr>
          <a:xfrm>
            <a:off x="13021577" y="2787947"/>
            <a:ext cx="476250" cy="297656"/>
          </a:xfrm>
          <a:custGeom>
            <a:rect b="b" l="l" r="r" t="t"/>
            <a:pathLst>
              <a:path extrusionOk="0" h="297656" w="476250">
                <a:moveTo>
                  <a:pt x="0" y="0"/>
                </a:moveTo>
                <a:lnTo>
                  <a:pt x="476250" y="0"/>
                </a:lnTo>
                <a:lnTo>
                  <a:pt x="476250" y="297656"/>
                </a:lnTo>
                <a:lnTo>
                  <a:pt x="0" y="29765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 amt="55000"/>
            </a:blip>
            <a:stretch>
              <a:fillRect b="0" l="0" r="0" t="0"/>
            </a:stretch>
          </a:blipFill>
          <a:ln>
            <a:noFill/>
          </a:ln>
        </p:spPr>
      </p:sp>
      <p:cxnSp>
        <p:nvCxnSpPr>
          <p:cNvPr id="1235" name="Google Shape;1235;p16"/>
          <p:cNvCxnSpPr/>
          <p:nvPr/>
        </p:nvCxnSpPr>
        <p:spPr>
          <a:xfrm>
            <a:off x="15166494" y="2695575"/>
            <a:ext cx="454506" cy="0"/>
          </a:xfrm>
          <a:prstGeom prst="straightConnector1">
            <a:avLst/>
          </a:prstGeom>
          <a:noFill/>
          <a:ln cap="rnd" cmpd="sng" w="28575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236" name="Google Shape;1236;p16"/>
          <p:cNvCxnSpPr/>
          <p:nvPr/>
        </p:nvCxnSpPr>
        <p:spPr>
          <a:xfrm>
            <a:off x="15166494" y="4752975"/>
            <a:ext cx="454506" cy="0"/>
          </a:xfrm>
          <a:prstGeom prst="straightConnector1">
            <a:avLst/>
          </a:prstGeom>
          <a:noFill/>
          <a:ln cap="rnd" cmpd="sng" w="28575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237" name="Google Shape;1237;p16"/>
          <p:cNvCxnSpPr/>
          <p:nvPr/>
        </p:nvCxnSpPr>
        <p:spPr>
          <a:xfrm>
            <a:off x="15185544" y="2695575"/>
            <a:ext cx="0" cy="2057400"/>
          </a:xfrm>
          <a:prstGeom prst="straightConnector1">
            <a:avLst/>
          </a:prstGeom>
          <a:noFill/>
          <a:ln cap="rnd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38" name="Google Shape;1238;p16"/>
          <p:cNvCxnSpPr/>
          <p:nvPr/>
        </p:nvCxnSpPr>
        <p:spPr>
          <a:xfrm>
            <a:off x="9762758" y="2442198"/>
            <a:ext cx="0" cy="700313"/>
          </a:xfrm>
          <a:prstGeom prst="straightConnector1">
            <a:avLst/>
          </a:prstGeom>
          <a:noFill/>
          <a:ln cap="flat" cmpd="sng" w="19050">
            <a:solidFill>
              <a:srgbClr val="475569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239" name="Google Shape;1239;p16"/>
          <p:cNvCxnSpPr/>
          <p:nvPr/>
        </p:nvCxnSpPr>
        <p:spPr>
          <a:xfrm>
            <a:off x="12253274" y="2442198"/>
            <a:ext cx="0" cy="700313"/>
          </a:xfrm>
          <a:prstGeom prst="straightConnector1">
            <a:avLst/>
          </a:prstGeom>
          <a:noFill/>
          <a:ln cap="flat" cmpd="sng" w="19050">
            <a:solidFill>
              <a:srgbClr val="475569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240" name="Google Shape;1240;p16"/>
          <p:cNvCxnSpPr/>
          <p:nvPr/>
        </p:nvCxnSpPr>
        <p:spPr>
          <a:xfrm>
            <a:off x="13881937" y="3700518"/>
            <a:ext cx="1284557" cy="0"/>
          </a:xfrm>
          <a:prstGeom prst="straightConnector1">
            <a:avLst/>
          </a:prstGeom>
          <a:noFill/>
          <a:ln cap="rnd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41" name="Google Shape;1241;p16"/>
          <p:cNvSpPr txBox="1"/>
          <p:nvPr/>
        </p:nvSpPr>
        <p:spPr>
          <a:xfrm>
            <a:off x="2126694" y="2393850"/>
            <a:ext cx="1143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API REST </a:t>
            </a:r>
            <a:endParaRPr/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HTTPS</a:t>
            </a:r>
            <a:endParaRPr/>
          </a:p>
        </p:txBody>
      </p:sp>
      <p:sp>
        <p:nvSpPr>
          <p:cNvPr id="1242" name="Google Shape;1242;p16"/>
          <p:cNvSpPr txBox="1"/>
          <p:nvPr/>
        </p:nvSpPr>
        <p:spPr>
          <a:xfrm>
            <a:off x="14126606" y="3364286"/>
            <a:ext cx="8572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99" u="none" cap="none" strike="noStrike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HTTPS</a:t>
            </a:r>
            <a:endParaRPr/>
          </a:p>
        </p:txBody>
      </p:sp>
      <p:cxnSp>
        <p:nvCxnSpPr>
          <p:cNvPr id="1243" name="Google Shape;1243;p16"/>
          <p:cNvCxnSpPr/>
          <p:nvPr/>
        </p:nvCxnSpPr>
        <p:spPr>
          <a:xfrm>
            <a:off x="11104629" y="4842257"/>
            <a:ext cx="0" cy="509750"/>
          </a:xfrm>
          <a:prstGeom prst="straightConnector1">
            <a:avLst/>
          </a:prstGeom>
          <a:noFill/>
          <a:ln cap="rnd" cmpd="sng" w="28575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244" name="Google Shape;1244;p16"/>
          <p:cNvSpPr txBox="1"/>
          <p:nvPr/>
        </p:nvSpPr>
        <p:spPr>
          <a:xfrm>
            <a:off x="11337992" y="5024001"/>
            <a:ext cx="13335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99" u="none" cap="none" strike="noStrike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HTTP/HTTPS</a:t>
            </a:r>
            <a:endParaRPr/>
          </a:p>
        </p:txBody>
      </p:sp>
      <p:sp>
        <p:nvSpPr>
          <p:cNvPr id="1245" name="Google Shape;1245;p16"/>
          <p:cNvSpPr txBox="1"/>
          <p:nvPr/>
        </p:nvSpPr>
        <p:spPr>
          <a:xfrm>
            <a:off x="14478000" y="8349071"/>
            <a:ext cx="1333500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99" u="none" cap="none" strike="noStrike">
                <a:solidFill>
                  <a:srgbClr val="991B1B"/>
                </a:solidFill>
                <a:latin typeface="Inter"/>
                <a:ea typeface="Inter"/>
                <a:cs typeface="Inter"/>
                <a:sym typeface="Inter"/>
              </a:rPr>
              <a:t>Transferencia</a:t>
            </a:r>
            <a:endParaRPr/>
          </a:p>
          <a:p>
            <a:pPr indent="0" lvl="0" marL="0" marR="0" rtl="0" algn="ctr">
              <a:lnSpc>
                <a:spcPct val="1200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99" u="none" cap="none" strike="noStrike">
                <a:solidFill>
                  <a:srgbClr val="991B1B"/>
                </a:solidFill>
                <a:latin typeface="Inter"/>
                <a:ea typeface="Inter"/>
                <a:cs typeface="Inter"/>
                <a:sym typeface="Inter"/>
              </a:rPr>
              <a:t>de archivo</a:t>
            </a:r>
            <a:endParaRPr/>
          </a:p>
        </p:txBody>
      </p:sp>
      <p:sp>
        <p:nvSpPr>
          <p:cNvPr id="1246" name="Google Shape;1246;p16"/>
          <p:cNvSpPr txBox="1"/>
          <p:nvPr/>
        </p:nvSpPr>
        <p:spPr>
          <a:xfrm>
            <a:off x="17663375" y="9579067"/>
            <a:ext cx="1524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56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16</a:t>
            </a:r>
            <a:endParaRPr/>
          </a:p>
        </p:txBody>
      </p:sp>
      <p:cxnSp>
        <p:nvCxnSpPr>
          <p:cNvPr id="1247" name="Google Shape;1247;p16"/>
          <p:cNvCxnSpPr/>
          <p:nvPr/>
        </p:nvCxnSpPr>
        <p:spPr>
          <a:xfrm>
            <a:off x="7828750" y="3581472"/>
            <a:ext cx="767764" cy="6373"/>
          </a:xfrm>
          <a:prstGeom prst="straightConnector1">
            <a:avLst/>
          </a:prstGeom>
          <a:noFill/>
          <a:ln cap="rnd" cmpd="sng" w="28575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  <p:transition spd="slow">
    <p:push/>
  </p:transition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1" name="Shape 1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52" name="Google Shape;1252;p17"/>
          <p:cNvGrpSpPr/>
          <p:nvPr/>
        </p:nvGrpSpPr>
        <p:grpSpPr>
          <a:xfrm>
            <a:off x="0" y="-28575"/>
            <a:ext cx="18288000" cy="923925"/>
            <a:chOff x="0" y="-38100"/>
            <a:chExt cx="24384000" cy="1231900"/>
          </a:xfrm>
        </p:grpSpPr>
        <p:sp>
          <p:nvSpPr>
            <p:cNvPr id="1253" name="Google Shape;1253;p17"/>
            <p:cNvSpPr/>
            <p:nvPr/>
          </p:nvSpPr>
          <p:spPr>
            <a:xfrm>
              <a:off x="0" y="0"/>
              <a:ext cx="24384000" cy="1193800"/>
            </a:xfrm>
            <a:custGeom>
              <a:rect b="b" l="l" r="r" t="t"/>
              <a:pathLst>
                <a:path extrusionOk="0" h="11938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193800"/>
                  </a:lnTo>
                  <a:lnTo>
                    <a:pt x="0" y="1193800"/>
                  </a:lnTo>
                  <a:close/>
                </a:path>
              </a:pathLst>
            </a:custGeom>
            <a:solidFill>
              <a:srgbClr val="1E293B"/>
            </a:solidFill>
            <a:ln>
              <a:noFill/>
            </a:ln>
          </p:spPr>
        </p:sp>
        <p:sp>
          <p:nvSpPr>
            <p:cNvPr id="1254" name="Google Shape;1254;p17"/>
            <p:cNvSpPr txBox="1"/>
            <p:nvPr/>
          </p:nvSpPr>
          <p:spPr>
            <a:xfrm>
              <a:off x="0" y="-38100"/>
              <a:ext cx="24384000" cy="1231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932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55" name="Google Shape;1255;p17"/>
          <p:cNvSpPr/>
          <p:nvPr/>
        </p:nvSpPr>
        <p:spPr>
          <a:xfrm>
            <a:off x="430629" y="895350"/>
            <a:ext cx="10272132" cy="9391650"/>
          </a:xfrm>
          <a:custGeom>
            <a:rect b="b" l="l" r="r" t="t"/>
            <a:pathLst>
              <a:path extrusionOk="0" h="9391650" w="10272132">
                <a:moveTo>
                  <a:pt x="0" y="0"/>
                </a:moveTo>
                <a:lnTo>
                  <a:pt x="10272132" y="0"/>
                </a:lnTo>
                <a:lnTo>
                  <a:pt x="10272132" y="9391650"/>
                </a:lnTo>
                <a:lnTo>
                  <a:pt x="0" y="93916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-17215" t="0"/>
            </a:stretch>
          </a:blipFill>
          <a:ln>
            <a:noFill/>
          </a:ln>
        </p:spPr>
      </p:sp>
      <p:sp>
        <p:nvSpPr>
          <p:cNvPr id="1256" name="Google Shape;1256;p17"/>
          <p:cNvSpPr txBox="1"/>
          <p:nvPr/>
        </p:nvSpPr>
        <p:spPr>
          <a:xfrm>
            <a:off x="2476500" y="-47625"/>
            <a:ext cx="13335000" cy="8055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283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Modelo de Base de Datos – SmartBids</a:t>
            </a:r>
            <a:endParaRPr/>
          </a:p>
        </p:txBody>
      </p:sp>
      <p:sp>
        <p:nvSpPr>
          <p:cNvPr id="1257" name="Google Shape;1257;p17"/>
          <p:cNvSpPr txBox="1"/>
          <p:nvPr/>
        </p:nvSpPr>
        <p:spPr>
          <a:xfrm>
            <a:off x="11299936" y="1420328"/>
            <a:ext cx="6381977" cy="82121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936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Modelo relacional en PostgreSQL, organizado en cinco esquemas funcionales.</a:t>
            </a:r>
            <a:endParaRPr/>
          </a:p>
          <a:p>
            <a:pPr indent="0" lvl="0" marL="0" marR="0" rtl="0" algn="l">
              <a:lnSpc>
                <a:spcPct val="140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936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17031" lvl="1" marL="634061" marR="0" rtl="0" algn="l">
              <a:lnSpc>
                <a:spcPct val="14002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36"/>
              <a:buFont typeface="Arial"/>
              <a:buChar char="•"/>
            </a:pPr>
            <a:r>
              <a:rPr b="1" i="0" lang="en-US" sz="2936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core: </a:t>
            </a:r>
            <a:r>
              <a:rPr b="0" i="0" lang="en-US" sz="2936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suscriptores, empresas y preferencias.</a:t>
            </a:r>
            <a:endParaRPr/>
          </a:p>
          <a:p>
            <a:pPr indent="-317031" lvl="1" marL="634061" marR="0" rtl="0" algn="l">
              <a:lnSpc>
                <a:spcPct val="14002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36"/>
              <a:buFont typeface="Arial"/>
              <a:buChar char="•"/>
            </a:pPr>
            <a:r>
              <a:rPr b="1" i="0" lang="en-US" sz="2936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catalog: </a:t>
            </a:r>
            <a:r>
              <a:rPr b="0" i="0" lang="en-US" sz="2936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catálogos territoriales, económicos y de productos.</a:t>
            </a:r>
            <a:endParaRPr/>
          </a:p>
          <a:p>
            <a:pPr indent="-317031" lvl="1" marL="634061" marR="0" rtl="0" algn="l">
              <a:lnSpc>
                <a:spcPct val="14002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36"/>
              <a:buFont typeface="Arial"/>
              <a:buChar char="•"/>
            </a:pPr>
            <a:r>
              <a:rPr b="1" i="0" lang="en-US" sz="2936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procurement: </a:t>
            </a:r>
            <a:r>
              <a:rPr b="0" i="0" lang="en-US" sz="2936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licitaciones, unidades compradoras y productos asociados.</a:t>
            </a:r>
            <a:endParaRPr/>
          </a:p>
          <a:p>
            <a:pPr indent="-317031" lvl="1" marL="634061" marR="0" rtl="0" algn="l">
              <a:lnSpc>
                <a:spcPct val="14002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36"/>
              <a:buFont typeface="Arial"/>
              <a:buChar char="•"/>
            </a:pPr>
            <a:r>
              <a:rPr b="1" i="0" lang="en-US" sz="2936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tracking: </a:t>
            </a:r>
            <a:r>
              <a:rPr b="0" i="0" lang="en-US" sz="2936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seguimiento, notificaciones, documentos y preguntas.</a:t>
            </a:r>
            <a:endParaRPr/>
          </a:p>
          <a:p>
            <a:pPr indent="-317031" lvl="1" marL="634061" marR="0" rtl="0" algn="l">
              <a:lnSpc>
                <a:spcPct val="14002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36"/>
              <a:buFont typeface="Arial"/>
              <a:buChar char="•"/>
            </a:pPr>
            <a:r>
              <a:rPr b="1" i="0" lang="en-US" sz="2936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config: </a:t>
            </a:r>
            <a:r>
              <a:rPr b="0" i="0" lang="en-US" sz="2936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parámetros globales, estados y mensajería.</a:t>
            </a:r>
            <a:endParaRPr/>
          </a:p>
        </p:txBody>
      </p:sp>
      <p:sp>
        <p:nvSpPr>
          <p:cNvPr id="1258" name="Google Shape;1258;p17"/>
          <p:cNvSpPr txBox="1"/>
          <p:nvPr/>
        </p:nvSpPr>
        <p:spPr>
          <a:xfrm>
            <a:off x="17663375" y="9579067"/>
            <a:ext cx="1524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56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17</a:t>
            </a:r>
            <a:endParaRPr/>
          </a:p>
        </p:txBody>
      </p:sp>
    </p:spTree>
  </p:cSld>
  <p:clrMapOvr>
    <a:masterClrMapping/>
  </p:clrMapOvr>
  <p:transition spd="slow">
    <p:push/>
  </p:transition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2" name="Shape 1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63" name="Google Shape;1263;p18"/>
          <p:cNvGrpSpPr/>
          <p:nvPr/>
        </p:nvGrpSpPr>
        <p:grpSpPr>
          <a:xfrm>
            <a:off x="0" y="-28575"/>
            <a:ext cx="18288000" cy="923925"/>
            <a:chOff x="0" y="-38100"/>
            <a:chExt cx="24384000" cy="1231900"/>
          </a:xfrm>
        </p:grpSpPr>
        <p:sp>
          <p:nvSpPr>
            <p:cNvPr id="1264" name="Google Shape;1264;p18"/>
            <p:cNvSpPr/>
            <p:nvPr/>
          </p:nvSpPr>
          <p:spPr>
            <a:xfrm>
              <a:off x="0" y="0"/>
              <a:ext cx="24384000" cy="1193800"/>
            </a:xfrm>
            <a:custGeom>
              <a:rect b="b" l="l" r="r" t="t"/>
              <a:pathLst>
                <a:path extrusionOk="0" h="11938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193800"/>
                  </a:lnTo>
                  <a:lnTo>
                    <a:pt x="0" y="1193800"/>
                  </a:lnTo>
                  <a:close/>
                </a:path>
              </a:pathLst>
            </a:custGeom>
            <a:solidFill>
              <a:srgbClr val="1E293B"/>
            </a:solidFill>
            <a:ln>
              <a:noFill/>
            </a:ln>
          </p:spPr>
        </p:sp>
        <p:sp>
          <p:nvSpPr>
            <p:cNvPr id="1265" name="Google Shape;1265;p18"/>
            <p:cNvSpPr txBox="1"/>
            <p:nvPr/>
          </p:nvSpPr>
          <p:spPr>
            <a:xfrm>
              <a:off x="0" y="-38100"/>
              <a:ext cx="24384000" cy="1231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932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66" name="Google Shape;1266;p18"/>
          <p:cNvSpPr/>
          <p:nvPr/>
        </p:nvSpPr>
        <p:spPr>
          <a:xfrm>
            <a:off x="8763254" y="1674971"/>
            <a:ext cx="9126022" cy="7961246"/>
          </a:xfrm>
          <a:custGeom>
            <a:rect b="b" l="l" r="r" t="t"/>
            <a:pathLst>
              <a:path extrusionOk="0" h="7961246" w="9126022">
                <a:moveTo>
                  <a:pt x="0" y="0"/>
                </a:moveTo>
                <a:lnTo>
                  <a:pt x="9126023" y="0"/>
                </a:lnTo>
                <a:lnTo>
                  <a:pt x="9126023" y="7961246"/>
                </a:lnTo>
                <a:lnTo>
                  <a:pt x="0" y="796124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31786" l="0" r="-106975" t="-3351"/>
            </a:stretch>
          </a:blipFill>
          <a:ln>
            <a:noFill/>
          </a:ln>
        </p:spPr>
      </p:sp>
      <p:sp>
        <p:nvSpPr>
          <p:cNvPr id="1267" name="Google Shape;1267;p18"/>
          <p:cNvSpPr txBox="1"/>
          <p:nvPr/>
        </p:nvSpPr>
        <p:spPr>
          <a:xfrm>
            <a:off x="2476500" y="-47625"/>
            <a:ext cx="13335000" cy="8055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283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Modelo de Base de Datos – SmartBids</a:t>
            </a:r>
            <a:endParaRPr/>
          </a:p>
        </p:txBody>
      </p:sp>
      <p:sp>
        <p:nvSpPr>
          <p:cNvPr id="1268" name="Google Shape;1268;p18"/>
          <p:cNvSpPr txBox="1"/>
          <p:nvPr/>
        </p:nvSpPr>
        <p:spPr>
          <a:xfrm>
            <a:off x="17663375" y="9579067"/>
            <a:ext cx="1524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56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18</a:t>
            </a:r>
            <a:endParaRPr/>
          </a:p>
        </p:txBody>
      </p:sp>
      <p:sp>
        <p:nvSpPr>
          <p:cNvPr id="1269" name="Google Shape;1269;p18"/>
          <p:cNvSpPr txBox="1"/>
          <p:nvPr/>
        </p:nvSpPr>
        <p:spPr>
          <a:xfrm>
            <a:off x="466804" y="2316203"/>
            <a:ext cx="7761416" cy="69202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Núcleo de la plataforma: esquema core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42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Gestiona los suscriptores y la personalización de su experiencia.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2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61795" lvl="1" marL="523589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25"/>
              <a:buFont typeface="Arial"/>
              <a:buChar char="•"/>
            </a:pPr>
            <a:r>
              <a:rPr b="1" i="0" lang="en-US" sz="24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Suscriptores: </a:t>
            </a:r>
            <a:r>
              <a:rPr b="0" i="0" lang="en-US" sz="24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datos personales y estado de la cuenta.</a:t>
            </a:r>
            <a:endParaRPr/>
          </a:p>
          <a:p>
            <a:pPr indent="-261795" lvl="1" marL="523589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25"/>
              <a:buFont typeface="Arial"/>
              <a:buChar char="•"/>
            </a:pPr>
            <a:r>
              <a:rPr b="1" i="0" lang="en-US" sz="24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Empresas: </a:t>
            </a:r>
            <a:r>
              <a:rPr b="0" i="0" lang="en-US" sz="24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vinculación del suscriptor con su empresa.</a:t>
            </a:r>
            <a:endParaRPr/>
          </a:p>
          <a:p>
            <a:pPr indent="-261795" lvl="1" marL="523589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25"/>
              <a:buFont typeface="Arial"/>
              <a:buChar char="•"/>
            </a:pPr>
            <a:r>
              <a:rPr b="1" i="0" lang="en-US" sz="24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Preferencias: filtros de productos, comunas y tipos de licitación.</a:t>
            </a:r>
            <a:endParaRPr/>
          </a:p>
          <a:p>
            <a:pPr indent="-261795" lvl="1" marL="523589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25"/>
              <a:buFont typeface="Arial"/>
              <a:buChar char="•"/>
            </a:pPr>
            <a:r>
              <a:rPr b="1" i="0" lang="en-US" sz="24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Relaciones: </a:t>
            </a:r>
            <a:r>
              <a:rPr b="0" i="0" lang="en-US" sz="24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cada suscriptor puede asociarse a una empresa y tener un registro de preferencias; las claves foráneas mantienen la integridad de estos vínculos.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2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push/>
  </p:transition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3" name="Shape 1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74" name="Google Shape;1274;p19"/>
          <p:cNvGrpSpPr/>
          <p:nvPr/>
        </p:nvGrpSpPr>
        <p:grpSpPr>
          <a:xfrm>
            <a:off x="0" y="-28575"/>
            <a:ext cx="18288000" cy="923925"/>
            <a:chOff x="0" y="-38100"/>
            <a:chExt cx="24384000" cy="1231900"/>
          </a:xfrm>
        </p:grpSpPr>
        <p:sp>
          <p:nvSpPr>
            <p:cNvPr id="1275" name="Google Shape;1275;p19"/>
            <p:cNvSpPr/>
            <p:nvPr/>
          </p:nvSpPr>
          <p:spPr>
            <a:xfrm>
              <a:off x="0" y="0"/>
              <a:ext cx="24384000" cy="1193800"/>
            </a:xfrm>
            <a:custGeom>
              <a:rect b="b" l="l" r="r" t="t"/>
              <a:pathLst>
                <a:path extrusionOk="0" h="11938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193800"/>
                  </a:lnTo>
                  <a:lnTo>
                    <a:pt x="0" y="1193800"/>
                  </a:lnTo>
                  <a:close/>
                </a:path>
              </a:pathLst>
            </a:custGeom>
            <a:solidFill>
              <a:srgbClr val="1E293B"/>
            </a:solidFill>
            <a:ln>
              <a:noFill/>
            </a:ln>
          </p:spPr>
        </p:sp>
        <p:sp>
          <p:nvSpPr>
            <p:cNvPr id="1276" name="Google Shape;1276;p19"/>
            <p:cNvSpPr txBox="1"/>
            <p:nvPr/>
          </p:nvSpPr>
          <p:spPr>
            <a:xfrm>
              <a:off x="0" y="-38100"/>
              <a:ext cx="24384000" cy="1231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932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77" name="Google Shape;1277;p19"/>
          <p:cNvSpPr/>
          <p:nvPr/>
        </p:nvSpPr>
        <p:spPr>
          <a:xfrm>
            <a:off x="9144000" y="1280200"/>
            <a:ext cx="8348224" cy="8724104"/>
          </a:xfrm>
          <a:custGeom>
            <a:rect b="b" l="l" r="r" t="t"/>
            <a:pathLst>
              <a:path extrusionOk="0" h="8724104" w="8348224">
                <a:moveTo>
                  <a:pt x="0" y="0"/>
                </a:moveTo>
                <a:lnTo>
                  <a:pt x="8348224" y="0"/>
                </a:lnTo>
                <a:lnTo>
                  <a:pt x="8348224" y="8724104"/>
                </a:lnTo>
                <a:lnTo>
                  <a:pt x="0" y="872410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-61163" t="-436"/>
            </a:stretch>
          </a:blipFill>
          <a:ln>
            <a:noFill/>
          </a:ln>
        </p:spPr>
      </p:sp>
      <p:sp>
        <p:nvSpPr>
          <p:cNvPr id="1278" name="Google Shape;1278;p19"/>
          <p:cNvSpPr txBox="1"/>
          <p:nvPr/>
        </p:nvSpPr>
        <p:spPr>
          <a:xfrm>
            <a:off x="2476500" y="-47625"/>
            <a:ext cx="13335000" cy="8055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283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Modelo de Data Warehouse – SmartBids</a:t>
            </a:r>
            <a:endParaRPr/>
          </a:p>
        </p:txBody>
      </p:sp>
      <p:sp>
        <p:nvSpPr>
          <p:cNvPr id="1279" name="Google Shape;1279;p19"/>
          <p:cNvSpPr txBox="1"/>
          <p:nvPr/>
        </p:nvSpPr>
        <p:spPr>
          <a:xfrm>
            <a:off x="17663375" y="9579067"/>
            <a:ext cx="1524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56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19</a:t>
            </a:r>
            <a:endParaRPr/>
          </a:p>
        </p:txBody>
      </p:sp>
      <p:sp>
        <p:nvSpPr>
          <p:cNvPr id="1280" name="Google Shape;1280;p19"/>
          <p:cNvSpPr txBox="1"/>
          <p:nvPr/>
        </p:nvSpPr>
        <p:spPr>
          <a:xfrm>
            <a:off x="588331" y="1711412"/>
            <a:ext cx="7690369" cy="7149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34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b="1" i="0" lang="en-US" sz="3134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Data Warehouse: Modelo Dimensional</a:t>
            </a:r>
            <a:endParaRPr/>
          </a:p>
          <a:p>
            <a:pPr indent="0" lvl="0" marL="0" marR="0" rtl="0" algn="l">
              <a:lnSpc>
                <a:spcPct val="1400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3134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just">
              <a:lnSpc>
                <a:spcPct val="14002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81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Organiza y consolida las órdenes de compra mediante un modelo en estrella, compuesto por una tabla de hechos y cinco dimensiones.</a:t>
            </a:r>
            <a:endParaRPr/>
          </a:p>
          <a:p>
            <a:pPr indent="0" lvl="0" marL="0" marR="0" rtl="0" algn="l">
              <a:lnSpc>
                <a:spcPct val="14002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581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4002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581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278683" lvl="1" marL="557367" marR="0" rtl="0" algn="l">
              <a:lnSpc>
                <a:spcPct val="1400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81"/>
              <a:buFont typeface="Arial"/>
              <a:buChar char="•"/>
            </a:pPr>
            <a:r>
              <a:rPr b="1" i="0" lang="en-US" sz="2581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Granularidad: </a:t>
            </a:r>
            <a:r>
              <a:rPr b="0" i="0" lang="en-US" sz="2581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compras agrupadas por fecha, proveedor, comprador, tipo de OC y producto.</a:t>
            </a:r>
            <a:endParaRPr/>
          </a:p>
          <a:p>
            <a:pPr indent="-278683" lvl="1" marL="557367" marR="0" rtl="0" algn="l">
              <a:lnSpc>
                <a:spcPct val="1400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81"/>
              <a:buFont typeface="Arial"/>
              <a:buChar char="•"/>
            </a:pPr>
            <a:r>
              <a:rPr b="1" i="0" lang="en-US" sz="2581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Medidas: </a:t>
            </a:r>
            <a:r>
              <a:rPr b="0" i="0" lang="en-US" sz="2581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montos en CLP, cantidades, precio unitario y conteos por grupo.</a:t>
            </a:r>
            <a:endParaRPr/>
          </a:p>
          <a:p>
            <a:pPr indent="-278683" lvl="1" marL="557367" marR="0" rtl="0" algn="l">
              <a:lnSpc>
                <a:spcPct val="1400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81"/>
              <a:buFont typeface="Arial"/>
              <a:buChar char="•"/>
            </a:pPr>
            <a:r>
              <a:rPr b="1" i="0" lang="en-US" sz="2581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Propósito:</a:t>
            </a:r>
            <a:r>
              <a:rPr b="0" i="0" lang="en-US" sz="2581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alimentar rankings, tendencias y filtros de los dashboards.</a:t>
            </a:r>
            <a:endParaRPr/>
          </a:p>
          <a:p>
            <a:pPr indent="0" lvl="0" marL="0" marR="0" rtl="0" algn="ctr">
              <a:lnSpc>
                <a:spcPct val="17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581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  <p:transition spd="slow">
    <p:push/>
  </p:transition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4" name="Shape 1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5" name="Google Shape;1285;p20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9333" l="0" r="0" t="-9333"/>
            </a:stretch>
          </a:blipFill>
          <a:ln>
            <a:noFill/>
          </a:ln>
        </p:spPr>
      </p:sp>
      <p:sp>
        <p:nvSpPr>
          <p:cNvPr id="1286" name="Google Shape;1286;p20"/>
          <p:cNvSpPr/>
          <p:nvPr/>
        </p:nvSpPr>
        <p:spPr>
          <a:xfrm>
            <a:off x="10129019" y="2057400"/>
            <a:ext cx="11765602" cy="8229600"/>
          </a:xfrm>
          <a:custGeom>
            <a:rect b="b" l="l" r="r" t="t"/>
            <a:pathLst>
              <a:path extrusionOk="0" h="8229600" w="11765602">
                <a:moveTo>
                  <a:pt x="0" y="0"/>
                </a:moveTo>
                <a:lnTo>
                  <a:pt x="11765601" y="0"/>
                </a:lnTo>
                <a:lnTo>
                  <a:pt x="11765601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-9506" r="-15397" t="0"/>
            </a:stretch>
          </a:blipFill>
          <a:ln>
            <a:noFill/>
          </a:ln>
        </p:spPr>
      </p:sp>
      <p:grpSp>
        <p:nvGrpSpPr>
          <p:cNvPr id="1287" name="Google Shape;1287;p20"/>
          <p:cNvGrpSpPr/>
          <p:nvPr/>
        </p:nvGrpSpPr>
        <p:grpSpPr>
          <a:xfrm>
            <a:off x="7008681" y="385642"/>
            <a:ext cx="5816332" cy="11149647"/>
            <a:chOff x="0" y="-104775"/>
            <a:chExt cx="406400" cy="779050"/>
          </a:xfrm>
        </p:grpSpPr>
        <p:sp>
          <p:nvSpPr>
            <p:cNvPr id="1288" name="Google Shape;1288;p20"/>
            <p:cNvSpPr/>
            <p:nvPr/>
          </p:nvSpPr>
          <p:spPr>
            <a:xfrm>
              <a:off x="0" y="0"/>
              <a:ext cx="406400" cy="674275"/>
            </a:xfrm>
            <a:custGeom>
              <a:rect b="b" l="l" r="r" t="t"/>
              <a:pathLst>
                <a:path extrusionOk="0" h="674275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674275"/>
                  </a:lnTo>
                  <a:lnTo>
                    <a:pt x="0" y="674275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393E46"/>
            </a:solidFill>
            <a:ln>
              <a:noFill/>
            </a:ln>
          </p:spPr>
        </p:sp>
        <p:sp>
          <p:nvSpPr>
            <p:cNvPr id="1289" name="Google Shape;1289;p20"/>
            <p:cNvSpPr txBox="1"/>
            <p:nvPr/>
          </p:nvSpPr>
          <p:spPr>
            <a:xfrm>
              <a:off x="101600" y="-104775"/>
              <a:ext cx="203200" cy="7790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90" name="Google Shape;1290;p20"/>
          <p:cNvGrpSpPr/>
          <p:nvPr/>
        </p:nvGrpSpPr>
        <p:grpSpPr>
          <a:xfrm>
            <a:off x="7688344" y="-234854"/>
            <a:ext cx="6070754" cy="11149647"/>
            <a:chOff x="0" y="-104775"/>
            <a:chExt cx="424177" cy="779050"/>
          </a:xfrm>
        </p:grpSpPr>
        <p:sp>
          <p:nvSpPr>
            <p:cNvPr id="1291" name="Google Shape;1291;p20"/>
            <p:cNvSpPr/>
            <p:nvPr/>
          </p:nvSpPr>
          <p:spPr>
            <a:xfrm>
              <a:off x="0" y="0"/>
              <a:ext cx="424177" cy="674275"/>
            </a:xfrm>
            <a:custGeom>
              <a:rect b="b" l="l" r="r" t="t"/>
              <a:pathLst>
                <a:path extrusionOk="0" h="674275" w="424177">
                  <a:moveTo>
                    <a:pt x="203200" y="0"/>
                  </a:moveTo>
                  <a:lnTo>
                    <a:pt x="424177" y="0"/>
                  </a:lnTo>
                  <a:lnTo>
                    <a:pt x="220977" y="674275"/>
                  </a:lnTo>
                  <a:lnTo>
                    <a:pt x="0" y="674275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393E46">
                <a:alpha val="46667"/>
              </a:srgbClr>
            </a:solidFill>
            <a:ln>
              <a:noFill/>
            </a:ln>
          </p:spPr>
        </p:sp>
        <p:sp>
          <p:nvSpPr>
            <p:cNvPr id="1292" name="Google Shape;1292;p20"/>
            <p:cNvSpPr txBox="1"/>
            <p:nvPr/>
          </p:nvSpPr>
          <p:spPr>
            <a:xfrm>
              <a:off x="101600" y="-104775"/>
              <a:ext cx="220977" cy="7790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93" name="Google Shape;1293;p20"/>
          <p:cNvGrpSpPr/>
          <p:nvPr/>
        </p:nvGrpSpPr>
        <p:grpSpPr>
          <a:xfrm>
            <a:off x="-22436" y="-1368585"/>
            <a:ext cx="18332871" cy="3373138"/>
            <a:chOff x="0" y="-276225"/>
            <a:chExt cx="4828411" cy="888399"/>
          </a:xfrm>
        </p:grpSpPr>
        <p:sp>
          <p:nvSpPr>
            <p:cNvPr id="1294" name="Google Shape;1294;p20"/>
            <p:cNvSpPr/>
            <p:nvPr/>
          </p:nvSpPr>
          <p:spPr>
            <a:xfrm>
              <a:off x="0" y="0"/>
              <a:ext cx="4828411" cy="612174"/>
            </a:xfrm>
            <a:custGeom>
              <a:rect b="b" l="l" r="r" t="t"/>
              <a:pathLst>
                <a:path extrusionOk="0" h="612174" w="4828411">
                  <a:moveTo>
                    <a:pt x="0" y="0"/>
                  </a:moveTo>
                  <a:lnTo>
                    <a:pt x="4828411" y="0"/>
                  </a:lnTo>
                  <a:lnTo>
                    <a:pt x="4828411" y="612174"/>
                  </a:lnTo>
                  <a:lnTo>
                    <a:pt x="0" y="612174"/>
                  </a:lnTo>
                  <a:close/>
                </a:path>
              </a:pathLst>
            </a:custGeom>
            <a:solidFill>
              <a:srgbClr val="CB6CE6"/>
            </a:solidFill>
            <a:ln>
              <a:noFill/>
            </a:ln>
          </p:spPr>
        </p:sp>
        <p:sp>
          <p:nvSpPr>
            <p:cNvPr id="1295" name="Google Shape;1295;p20"/>
            <p:cNvSpPr txBox="1"/>
            <p:nvPr/>
          </p:nvSpPr>
          <p:spPr>
            <a:xfrm>
              <a:off x="0" y="-276225"/>
              <a:ext cx="4828411" cy="8883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96" name="Google Shape;1296;p20"/>
          <p:cNvSpPr/>
          <p:nvPr/>
        </p:nvSpPr>
        <p:spPr>
          <a:xfrm>
            <a:off x="17789121" y="9481948"/>
            <a:ext cx="1699256" cy="1019554"/>
          </a:xfrm>
          <a:custGeom>
            <a:rect b="b" l="l" r="r" t="t"/>
            <a:pathLst>
              <a:path extrusionOk="0" h="1019554" w="1699256">
                <a:moveTo>
                  <a:pt x="0" y="0"/>
                </a:moveTo>
                <a:lnTo>
                  <a:pt x="1699257" y="0"/>
                </a:lnTo>
                <a:lnTo>
                  <a:pt x="1699257" y="1019554"/>
                </a:lnTo>
                <a:lnTo>
                  <a:pt x="0" y="101955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97" name="Google Shape;1297;p20"/>
          <p:cNvSpPr/>
          <p:nvPr/>
        </p:nvSpPr>
        <p:spPr>
          <a:xfrm rot="-5400000">
            <a:off x="17062944" y="-566905"/>
            <a:ext cx="2304785" cy="2333959"/>
          </a:xfrm>
          <a:custGeom>
            <a:rect b="b" l="l" r="r" t="t"/>
            <a:pathLst>
              <a:path extrusionOk="0" h="2333959" w="2304785">
                <a:moveTo>
                  <a:pt x="0" y="0"/>
                </a:moveTo>
                <a:lnTo>
                  <a:pt x="2304785" y="0"/>
                </a:lnTo>
                <a:lnTo>
                  <a:pt x="2304785" y="2333960"/>
                </a:lnTo>
                <a:lnTo>
                  <a:pt x="0" y="233396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98" name="Google Shape;1298;p20"/>
          <p:cNvSpPr/>
          <p:nvPr/>
        </p:nvSpPr>
        <p:spPr>
          <a:xfrm rot="5400000">
            <a:off x="-1855846" y="2765782"/>
            <a:ext cx="2304785" cy="2333959"/>
          </a:xfrm>
          <a:custGeom>
            <a:rect b="b" l="l" r="r" t="t"/>
            <a:pathLst>
              <a:path extrusionOk="0" h="2333959" w="2304785">
                <a:moveTo>
                  <a:pt x="2304785" y="2333959"/>
                </a:moveTo>
                <a:lnTo>
                  <a:pt x="0" y="2333959"/>
                </a:lnTo>
                <a:lnTo>
                  <a:pt x="0" y="0"/>
                </a:lnTo>
                <a:lnTo>
                  <a:pt x="2304785" y="0"/>
                </a:lnTo>
                <a:lnTo>
                  <a:pt x="2304785" y="2333959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99" name="Google Shape;1299;p20"/>
          <p:cNvSpPr/>
          <p:nvPr/>
        </p:nvSpPr>
        <p:spPr>
          <a:xfrm>
            <a:off x="-1027496" y="8529558"/>
            <a:ext cx="1491022" cy="952391"/>
          </a:xfrm>
          <a:custGeom>
            <a:rect b="b" l="l" r="r" t="t"/>
            <a:pathLst>
              <a:path extrusionOk="0" h="952391" w="1491022">
                <a:moveTo>
                  <a:pt x="0" y="0"/>
                </a:moveTo>
                <a:lnTo>
                  <a:pt x="1491022" y="0"/>
                </a:lnTo>
                <a:lnTo>
                  <a:pt x="1491022" y="952390"/>
                </a:lnTo>
                <a:lnTo>
                  <a:pt x="0" y="95239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00" name="Google Shape;1300;p20"/>
          <p:cNvSpPr/>
          <p:nvPr/>
        </p:nvSpPr>
        <p:spPr>
          <a:xfrm>
            <a:off x="3653851" y="9982200"/>
            <a:ext cx="10952506" cy="1880464"/>
          </a:xfrm>
          <a:custGeom>
            <a:rect b="b" l="l" r="r" t="t"/>
            <a:pathLst>
              <a:path extrusionOk="0" h="1880464" w="10952506">
                <a:moveTo>
                  <a:pt x="0" y="0"/>
                </a:moveTo>
                <a:lnTo>
                  <a:pt x="10952506" y="0"/>
                </a:lnTo>
                <a:lnTo>
                  <a:pt x="10952506" y="1880464"/>
                </a:lnTo>
                <a:lnTo>
                  <a:pt x="0" y="188046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-2157" r="-2202" t="-59556"/>
            </a:stretch>
          </a:blipFill>
          <a:ln>
            <a:noFill/>
          </a:ln>
        </p:spPr>
      </p:sp>
      <p:sp>
        <p:nvSpPr>
          <p:cNvPr id="1301" name="Google Shape;1301;p20"/>
          <p:cNvSpPr/>
          <p:nvPr/>
        </p:nvSpPr>
        <p:spPr>
          <a:xfrm>
            <a:off x="17869405" y="-1885942"/>
            <a:ext cx="1411048" cy="2914385"/>
          </a:xfrm>
          <a:custGeom>
            <a:rect b="b" l="l" r="r" t="t"/>
            <a:pathLst>
              <a:path extrusionOk="0" h="2914385" w="1411048">
                <a:moveTo>
                  <a:pt x="0" y="0"/>
                </a:moveTo>
                <a:lnTo>
                  <a:pt x="1411048" y="0"/>
                </a:lnTo>
                <a:lnTo>
                  <a:pt x="1411048" y="2914385"/>
                </a:lnTo>
                <a:lnTo>
                  <a:pt x="0" y="291438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cxnSp>
        <p:nvCxnSpPr>
          <p:cNvPr id="1302" name="Google Shape;1302;p20"/>
          <p:cNvCxnSpPr/>
          <p:nvPr/>
        </p:nvCxnSpPr>
        <p:spPr>
          <a:xfrm>
            <a:off x="2584271" y="431862"/>
            <a:ext cx="0" cy="982477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303" name="Google Shape;1303;p20"/>
          <p:cNvGrpSpPr/>
          <p:nvPr/>
        </p:nvGrpSpPr>
        <p:grpSpPr>
          <a:xfrm>
            <a:off x="11028113" y="1048876"/>
            <a:ext cx="5905574" cy="8362375"/>
            <a:chOff x="0" y="-1619021"/>
            <a:chExt cx="7874099" cy="11149832"/>
          </a:xfrm>
        </p:grpSpPr>
        <p:grpSp>
          <p:nvGrpSpPr>
            <p:cNvPr id="1304" name="Google Shape;1304;p20"/>
            <p:cNvGrpSpPr/>
            <p:nvPr/>
          </p:nvGrpSpPr>
          <p:grpSpPr>
            <a:xfrm>
              <a:off x="0" y="-1619021"/>
              <a:ext cx="7874099" cy="11149832"/>
              <a:chOff x="0" y="-123825"/>
              <a:chExt cx="602223" cy="852755"/>
            </a:xfrm>
          </p:grpSpPr>
          <p:sp>
            <p:nvSpPr>
              <p:cNvPr id="1305" name="Google Shape;1305;p20"/>
              <p:cNvSpPr/>
              <p:nvPr/>
            </p:nvSpPr>
            <p:spPr>
              <a:xfrm>
                <a:off x="0" y="0"/>
                <a:ext cx="602223" cy="728930"/>
              </a:xfrm>
              <a:custGeom>
                <a:rect b="b" l="l" r="r" t="t"/>
                <a:pathLst>
                  <a:path extrusionOk="0" h="728930" w="602223">
                    <a:moveTo>
                      <a:pt x="602223" y="0"/>
                    </a:moveTo>
                    <a:lnTo>
                      <a:pt x="602223" y="614630"/>
                    </a:lnTo>
                    <a:lnTo>
                      <a:pt x="301111" y="728930"/>
                    </a:lnTo>
                    <a:lnTo>
                      <a:pt x="0" y="614630"/>
                    </a:lnTo>
                    <a:lnTo>
                      <a:pt x="0" y="0"/>
                    </a:lnTo>
                    <a:lnTo>
                      <a:pt x="602223" y="0"/>
                    </a:lnTo>
                    <a:close/>
                  </a:path>
                </a:pathLst>
              </a:custGeom>
              <a:solidFill>
                <a:srgbClr val="CB6CE6"/>
              </a:solidFill>
              <a:ln>
                <a:noFill/>
              </a:ln>
            </p:spPr>
          </p:sp>
          <p:sp>
            <p:nvSpPr>
              <p:cNvPr id="1306" name="Google Shape;1306;p20"/>
              <p:cNvSpPr txBox="1"/>
              <p:nvPr/>
            </p:nvSpPr>
            <p:spPr>
              <a:xfrm>
                <a:off x="0" y="-123825"/>
                <a:ext cx="602223" cy="7384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75055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307" name="Google Shape;1307;p20"/>
            <p:cNvSpPr txBox="1"/>
            <p:nvPr/>
          </p:nvSpPr>
          <p:spPr>
            <a:xfrm>
              <a:off x="0" y="73903"/>
              <a:ext cx="7448267" cy="119295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1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5363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PRISMA</a:t>
              </a:r>
              <a:endParaRPr/>
            </a:p>
          </p:txBody>
        </p:sp>
        <p:cxnSp>
          <p:nvCxnSpPr>
            <p:cNvPr id="1308" name="Google Shape;1308;p20"/>
            <p:cNvCxnSpPr/>
            <p:nvPr/>
          </p:nvCxnSpPr>
          <p:spPr>
            <a:xfrm rot="10800000">
              <a:off x="636874" y="1285271"/>
              <a:ext cx="6600350" cy="0"/>
            </a:xfrm>
            <a:prstGeom prst="straightConnector1">
              <a:avLst/>
            </a:prstGeom>
            <a:noFill/>
            <a:ln cap="flat" cmpd="sng" w="368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309" name="Google Shape;1309;p20"/>
            <p:cNvSpPr/>
            <p:nvPr/>
          </p:nvSpPr>
          <p:spPr>
            <a:xfrm>
              <a:off x="573830" y="1812138"/>
              <a:ext cx="6726438" cy="6726438"/>
            </a:xfrm>
            <a:custGeom>
              <a:rect b="b" l="l" r="r" t="t"/>
              <a:pathLst>
                <a:path extrusionOk="0" h="6726438" w="6726438">
                  <a:moveTo>
                    <a:pt x="0" y="0"/>
                  </a:moveTo>
                  <a:lnTo>
                    <a:pt x="6726438" y="0"/>
                  </a:lnTo>
                  <a:lnTo>
                    <a:pt x="6726438" y="6726439"/>
                  </a:lnTo>
                  <a:lnTo>
                    <a:pt x="0" y="672643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10">
                <a:alphaModFix/>
              </a:blip>
              <a:stretch>
                <a:fillRect b="-72522" l="-32988" r="-342614" t="-65279"/>
              </a:stretch>
            </a:blipFill>
            <a:ln>
              <a:noFill/>
            </a:ln>
          </p:spPr>
        </p:sp>
      </p:grpSp>
      <p:grpSp>
        <p:nvGrpSpPr>
          <p:cNvPr id="1310" name="Google Shape;1310;p20"/>
          <p:cNvGrpSpPr/>
          <p:nvPr/>
        </p:nvGrpSpPr>
        <p:grpSpPr>
          <a:xfrm>
            <a:off x="583945" y="2190044"/>
            <a:ext cx="8987166" cy="1639285"/>
            <a:chOff x="0" y="-626335"/>
            <a:chExt cx="11982888" cy="2185714"/>
          </a:xfrm>
        </p:grpSpPr>
        <p:grpSp>
          <p:nvGrpSpPr>
            <p:cNvPr id="1311" name="Google Shape;1311;p20"/>
            <p:cNvGrpSpPr/>
            <p:nvPr/>
          </p:nvGrpSpPr>
          <p:grpSpPr>
            <a:xfrm>
              <a:off x="69346" y="-626335"/>
              <a:ext cx="11913542" cy="2185714"/>
              <a:chOff x="0" y="-104775"/>
              <a:chExt cx="1916584" cy="351625"/>
            </a:xfrm>
          </p:grpSpPr>
          <p:sp>
            <p:nvSpPr>
              <p:cNvPr id="1312" name="Google Shape;1312;p20"/>
              <p:cNvSpPr/>
              <p:nvPr/>
            </p:nvSpPr>
            <p:spPr>
              <a:xfrm>
                <a:off x="0" y="0"/>
                <a:ext cx="1916584" cy="246850"/>
              </a:xfrm>
              <a:custGeom>
                <a:rect b="b" l="l" r="r" t="t"/>
                <a:pathLst>
                  <a:path extrusionOk="0" h="246850" w="1916584">
                    <a:moveTo>
                      <a:pt x="0" y="0"/>
                    </a:moveTo>
                    <a:lnTo>
                      <a:pt x="1916584" y="0"/>
                    </a:lnTo>
                    <a:lnTo>
                      <a:pt x="1916584" y="246850"/>
                    </a:lnTo>
                    <a:lnTo>
                      <a:pt x="0" y="24685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313" name="Google Shape;1313;p20"/>
              <p:cNvSpPr txBox="1"/>
              <p:nvPr/>
            </p:nvSpPr>
            <p:spPr>
              <a:xfrm>
                <a:off x="0" y="-104775"/>
                <a:ext cx="1916584" cy="3516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314" name="Google Shape;1314;p20"/>
            <p:cNvGrpSpPr/>
            <p:nvPr/>
          </p:nvGrpSpPr>
          <p:grpSpPr>
            <a:xfrm>
              <a:off x="0" y="-46781"/>
              <a:ext cx="110954" cy="1606160"/>
              <a:chOff x="0" y="-38100"/>
              <a:chExt cx="90364" cy="1308100"/>
            </a:xfrm>
          </p:grpSpPr>
          <p:sp>
            <p:nvSpPr>
              <p:cNvPr id="1315" name="Google Shape;1315;p20"/>
              <p:cNvSpPr/>
              <p:nvPr/>
            </p:nvSpPr>
            <p:spPr>
              <a:xfrm>
                <a:off x="0" y="0"/>
                <a:ext cx="90364" cy="1270000"/>
              </a:xfrm>
              <a:custGeom>
                <a:rect b="b" l="l" r="r" t="t"/>
                <a:pathLst>
                  <a:path extrusionOk="0" h="1270000" w="90364">
                    <a:moveTo>
                      <a:pt x="9036" y="0"/>
                    </a:moveTo>
                    <a:lnTo>
                      <a:pt x="81327" y="0"/>
                    </a:lnTo>
                    <a:cubicBezTo>
                      <a:pt x="83724" y="0"/>
                      <a:pt x="86022" y="1070"/>
                      <a:pt x="87717" y="2976"/>
                    </a:cubicBezTo>
                    <a:cubicBezTo>
                      <a:pt x="89412" y="4881"/>
                      <a:pt x="90364" y="7465"/>
                      <a:pt x="90364" y="10160"/>
                    </a:cubicBezTo>
                    <a:lnTo>
                      <a:pt x="90364" y="1259840"/>
                    </a:lnTo>
                    <a:cubicBezTo>
                      <a:pt x="90364" y="1262535"/>
                      <a:pt x="89412" y="1265119"/>
                      <a:pt x="87717" y="1267024"/>
                    </a:cubicBezTo>
                    <a:cubicBezTo>
                      <a:pt x="86022" y="1268930"/>
                      <a:pt x="83724" y="1270000"/>
                      <a:pt x="81327" y="1270000"/>
                    </a:cubicBezTo>
                    <a:lnTo>
                      <a:pt x="9036" y="1270000"/>
                    </a:lnTo>
                    <a:cubicBezTo>
                      <a:pt x="6640" y="1270000"/>
                      <a:pt x="4341" y="1268930"/>
                      <a:pt x="2647" y="1267024"/>
                    </a:cubicBezTo>
                    <a:cubicBezTo>
                      <a:pt x="952" y="1265119"/>
                      <a:pt x="0" y="1262535"/>
                      <a:pt x="0" y="1259840"/>
                    </a:cubicBezTo>
                    <a:lnTo>
                      <a:pt x="0" y="10160"/>
                    </a:lnTo>
                    <a:cubicBezTo>
                      <a:pt x="0" y="4549"/>
                      <a:pt x="4046" y="0"/>
                      <a:pt x="9036" y="0"/>
                    </a:cubicBezTo>
                    <a:close/>
                  </a:path>
                </a:pathLst>
              </a:custGeom>
              <a:solidFill>
                <a:srgbClr val="F4961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16" name="Google Shape;1316;p20"/>
              <p:cNvSpPr txBox="1"/>
              <p:nvPr/>
            </p:nvSpPr>
            <p:spPr>
              <a:xfrm>
                <a:off x="0" y="-38100"/>
                <a:ext cx="90364" cy="1308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l">
                  <a:lnSpc>
                    <a:spcPct val="93277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317" name="Google Shape;1317;p20"/>
            <p:cNvGrpSpPr/>
            <p:nvPr/>
          </p:nvGrpSpPr>
          <p:grpSpPr>
            <a:xfrm>
              <a:off x="402207" y="249501"/>
              <a:ext cx="693460" cy="920870"/>
              <a:chOff x="0" y="-114300"/>
              <a:chExt cx="564772" cy="749981"/>
            </a:xfrm>
          </p:grpSpPr>
          <p:sp>
            <p:nvSpPr>
              <p:cNvPr id="1318" name="Google Shape;1318;p20"/>
              <p:cNvSpPr/>
              <p:nvPr/>
            </p:nvSpPr>
            <p:spPr>
              <a:xfrm>
                <a:off x="0" y="0"/>
                <a:ext cx="564772" cy="635681"/>
              </a:xfrm>
              <a:custGeom>
                <a:rect b="b" l="l" r="r" t="t"/>
                <a:pathLst>
                  <a:path extrusionOk="0" h="635681" w="564772">
                    <a:moveTo>
                      <a:pt x="282386" y="0"/>
                    </a:moveTo>
                    <a:cubicBezTo>
                      <a:pt x="126429" y="0"/>
                      <a:pt x="0" y="142302"/>
                      <a:pt x="0" y="317840"/>
                    </a:cubicBezTo>
                    <a:cubicBezTo>
                      <a:pt x="0" y="493379"/>
                      <a:pt x="126429" y="635681"/>
                      <a:pt x="282386" y="635681"/>
                    </a:cubicBezTo>
                    <a:cubicBezTo>
                      <a:pt x="438344" y="635681"/>
                      <a:pt x="564772" y="493379"/>
                      <a:pt x="564772" y="317840"/>
                    </a:cubicBezTo>
                    <a:cubicBezTo>
                      <a:pt x="564772" y="142302"/>
                      <a:pt x="438344" y="0"/>
                      <a:pt x="282386" y="0"/>
                    </a:cubicBezTo>
                    <a:close/>
                  </a:path>
                </a:pathLst>
              </a:custGeom>
              <a:solidFill>
                <a:srgbClr val="F4961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19" name="Google Shape;1319;p20"/>
              <p:cNvSpPr txBox="1"/>
              <p:nvPr/>
            </p:nvSpPr>
            <p:spPr>
              <a:xfrm>
                <a:off x="0" y="-114300"/>
                <a:ext cx="564772" cy="7499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4001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i="0" lang="en-US" sz="2499" u="none" cap="none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01</a:t>
                </a:r>
                <a:endParaRPr/>
              </a:p>
            </p:txBody>
          </p:sp>
        </p:grpSp>
        <p:sp>
          <p:nvSpPr>
            <p:cNvPr id="1320" name="Google Shape;1320;p20"/>
            <p:cNvSpPr txBox="1"/>
            <p:nvPr/>
          </p:nvSpPr>
          <p:spPr>
            <a:xfrm>
              <a:off x="1386920" y="-55381"/>
              <a:ext cx="10200083" cy="7196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946" u="none" cap="none" strike="noStrike">
                  <a:solidFill>
                    <a:srgbClr val="1A1A1A"/>
                  </a:solidFill>
                  <a:latin typeface="Arial"/>
                  <a:ea typeface="Arial"/>
                  <a:cs typeface="Arial"/>
                  <a:sym typeface="Arial"/>
                </a:rPr>
                <a:t>Metodología Ágil Scrum</a:t>
              </a:r>
              <a:endParaRPr/>
            </a:p>
          </p:txBody>
        </p:sp>
        <p:sp>
          <p:nvSpPr>
            <p:cNvPr id="1321" name="Google Shape;1321;p20"/>
            <p:cNvSpPr txBox="1"/>
            <p:nvPr/>
          </p:nvSpPr>
          <p:spPr>
            <a:xfrm>
              <a:off x="1386920" y="540470"/>
              <a:ext cx="10200083" cy="9908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964" u="none" cap="none" strike="noStrike">
                  <a:solidFill>
                    <a:srgbClr val="4A4A4A"/>
                  </a:solidFill>
                  <a:latin typeface="Arial"/>
                  <a:ea typeface="Arial"/>
                  <a:cs typeface="Arial"/>
                  <a:sym typeface="Arial"/>
                </a:rPr>
                <a:t>Organización del proyecto mediante iteraciones cortas y entregas incrementales de valor.</a:t>
              </a:r>
              <a:endParaRPr/>
            </a:p>
          </p:txBody>
        </p:sp>
      </p:grpSp>
      <p:grpSp>
        <p:nvGrpSpPr>
          <p:cNvPr id="1322" name="Google Shape;1322;p20"/>
          <p:cNvGrpSpPr/>
          <p:nvPr/>
        </p:nvGrpSpPr>
        <p:grpSpPr>
          <a:xfrm>
            <a:off x="583945" y="3842011"/>
            <a:ext cx="9018372" cy="1639285"/>
            <a:chOff x="0" y="-626335"/>
            <a:chExt cx="12024496" cy="2185714"/>
          </a:xfrm>
        </p:grpSpPr>
        <p:grpSp>
          <p:nvGrpSpPr>
            <p:cNvPr id="1323" name="Google Shape;1323;p20"/>
            <p:cNvGrpSpPr/>
            <p:nvPr/>
          </p:nvGrpSpPr>
          <p:grpSpPr>
            <a:xfrm>
              <a:off x="110954" y="-626335"/>
              <a:ext cx="11913542" cy="2185714"/>
              <a:chOff x="0" y="-104775"/>
              <a:chExt cx="1916584" cy="351625"/>
            </a:xfrm>
          </p:grpSpPr>
          <p:sp>
            <p:nvSpPr>
              <p:cNvPr id="1324" name="Google Shape;1324;p20"/>
              <p:cNvSpPr/>
              <p:nvPr/>
            </p:nvSpPr>
            <p:spPr>
              <a:xfrm>
                <a:off x="0" y="0"/>
                <a:ext cx="1916584" cy="246850"/>
              </a:xfrm>
              <a:custGeom>
                <a:rect b="b" l="l" r="r" t="t"/>
                <a:pathLst>
                  <a:path extrusionOk="0" h="246850" w="1916584">
                    <a:moveTo>
                      <a:pt x="0" y="0"/>
                    </a:moveTo>
                    <a:lnTo>
                      <a:pt x="1916584" y="0"/>
                    </a:lnTo>
                    <a:lnTo>
                      <a:pt x="1916584" y="246850"/>
                    </a:lnTo>
                    <a:lnTo>
                      <a:pt x="0" y="24685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325" name="Google Shape;1325;p20"/>
              <p:cNvSpPr txBox="1"/>
              <p:nvPr/>
            </p:nvSpPr>
            <p:spPr>
              <a:xfrm>
                <a:off x="0" y="-104775"/>
                <a:ext cx="1916584" cy="3516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326" name="Google Shape;1326;p20"/>
            <p:cNvGrpSpPr/>
            <p:nvPr/>
          </p:nvGrpSpPr>
          <p:grpSpPr>
            <a:xfrm>
              <a:off x="0" y="-46781"/>
              <a:ext cx="110954" cy="1606160"/>
              <a:chOff x="0" y="-38100"/>
              <a:chExt cx="90364" cy="1308100"/>
            </a:xfrm>
          </p:grpSpPr>
          <p:sp>
            <p:nvSpPr>
              <p:cNvPr id="1327" name="Google Shape;1327;p20"/>
              <p:cNvSpPr/>
              <p:nvPr/>
            </p:nvSpPr>
            <p:spPr>
              <a:xfrm>
                <a:off x="0" y="0"/>
                <a:ext cx="90364" cy="1270000"/>
              </a:xfrm>
              <a:custGeom>
                <a:rect b="b" l="l" r="r" t="t"/>
                <a:pathLst>
                  <a:path extrusionOk="0" h="1270000" w="90364">
                    <a:moveTo>
                      <a:pt x="9036" y="0"/>
                    </a:moveTo>
                    <a:lnTo>
                      <a:pt x="81327" y="0"/>
                    </a:lnTo>
                    <a:cubicBezTo>
                      <a:pt x="83724" y="0"/>
                      <a:pt x="86022" y="1070"/>
                      <a:pt x="87717" y="2976"/>
                    </a:cubicBezTo>
                    <a:cubicBezTo>
                      <a:pt x="89412" y="4881"/>
                      <a:pt x="90364" y="7465"/>
                      <a:pt x="90364" y="10160"/>
                    </a:cubicBezTo>
                    <a:lnTo>
                      <a:pt x="90364" y="1259840"/>
                    </a:lnTo>
                    <a:cubicBezTo>
                      <a:pt x="90364" y="1262535"/>
                      <a:pt x="89412" y="1265119"/>
                      <a:pt x="87717" y="1267024"/>
                    </a:cubicBezTo>
                    <a:cubicBezTo>
                      <a:pt x="86022" y="1268930"/>
                      <a:pt x="83724" y="1270000"/>
                      <a:pt x="81327" y="1270000"/>
                    </a:cubicBezTo>
                    <a:lnTo>
                      <a:pt x="9036" y="1270000"/>
                    </a:lnTo>
                    <a:cubicBezTo>
                      <a:pt x="6640" y="1270000"/>
                      <a:pt x="4341" y="1268930"/>
                      <a:pt x="2647" y="1267024"/>
                    </a:cubicBezTo>
                    <a:cubicBezTo>
                      <a:pt x="952" y="1265119"/>
                      <a:pt x="0" y="1262535"/>
                      <a:pt x="0" y="1259840"/>
                    </a:cubicBezTo>
                    <a:lnTo>
                      <a:pt x="0" y="10160"/>
                    </a:lnTo>
                    <a:cubicBezTo>
                      <a:pt x="0" y="4549"/>
                      <a:pt x="4046" y="0"/>
                      <a:pt x="9036" y="0"/>
                    </a:cubicBezTo>
                    <a:close/>
                  </a:path>
                </a:pathLst>
              </a:custGeom>
              <a:solidFill>
                <a:srgbClr val="C1FF7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28" name="Google Shape;1328;p20"/>
              <p:cNvSpPr txBox="1"/>
              <p:nvPr/>
            </p:nvSpPr>
            <p:spPr>
              <a:xfrm>
                <a:off x="0" y="-38100"/>
                <a:ext cx="90364" cy="1308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l">
                  <a:lnSpc>
                    <a:spcPct val="93277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329" name="Google Shape;1329;p20"/>
            <p:cNvGrpSpPr/>
            <p:nvPr/>
          </p:nvGrpSpPr>
          <p:grpSpPr>
            <a:xfrm>
              <a:off x="362776" y="261558"/>
              <a:ext cx="772323" cy="920870"/>
              <a:chOff x="0" y="-114300"/>
              <a:chExt cx="629000" cy="749981"/>
            </a:xfrm>
          </p:grpSpPr>
          <p:sp>
            <p:nvSpPr>
              <p:cNvPr id="1330" name="Google Shape;1330;p20"/>
              <p:cNvSpPr/>
              <p:nvPr/>
            </p:nvSpPr>
            <p:spPr>
              <a:xfrm>
                <a:off x="0" y="0"/>
                <a:ext cx="629000" cy="635681"/>
              </a:xfrm>
              <a:custGeom>
                <a:rect b="b" l="l" r="r" t="t"/>
                <a:pathLst>
                  <a:path extrusionOk="0" h="635681" w="629000">
                    <a:moveTo>
                      <a:pt x="314500" y="0"/>
                    </a:moveTo>
                    <a:cubicBezTo>
                      <a:pt x="140807" y="0"/>
                      <a:pt x="0" y="142302"/>
                      <a:pt x="0" y="317840"/>
                    </a:cubicBezTo>
                    <a:cubicBezTo>
                      <a:pt x="0" y="493379"/>
                      <a:pt x="140807" y="635681"/>
                      <a:pt x="314500" y="635681"/>
                    </a:cubicBezTo>
                    <a:cubicBezTo>
                      <a:pt x="488194" y="635681"/>
                      <a:pt x="629000" y="493379"/>
                      <a:pt x="629000" y="317840"/>
                    </a:cubicBezTo>
                    <a:cubicBezTo>
                      <a:pt x="629000" y="142302"/>
                      <a:pt x="488194" y="0"/>
                      <a:pt x="314500" y="0"/>
                    </a:cubicBezTo>
                    <a:close/>
                  </a:path>
                </a:pathLst>
              </a:custGeom>
              <a:solidFill>
                <a:srgbClr val="C1FF7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31" name="Google Shape;1331;p20"/>
              <p:cNvSpPr txBox="1"/>
              <p:nvPr/>
            </p:nvSpPr>
            <p:spPr>
              <a:xfrm>
                <a:off x="0" y="-114300"/>
                <a:ext cx="629000" cy="7499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4001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i="0" lang="en-US" sz="2499" u="none" cap="none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02</a:t>
                </a:r>
                <a:endParaRPr/>
              </a:p>
            </p:txBody>
          </p:sp>
        </p:grpSp>
        <p:sp>
          <p:nvSpPr>
            <p:cNvPr id="1332" name="Google Shape;1332;p20"/>
            <p:cNvSpPr txBox="1"/>
            <p:nvPr/>
          </p:nvSpPr>
          <p:spPr>
            <a:xfrm>
              <a:off x="1386920" y="-55381"/>
              <a:ext cx="10378539" cy="7196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946" u="none" cap="none" strike="noStrike">
                  <a:solidFill>
                    <a:srgbClr val="1A1A1A"/>
                  </a:solidFill>
                  <a:latin typeface="Arial"/>
                  <a:ea typeface="Arial"/>
                  <a:cs typeface="Arial"/>
                  <a:sym typeface="Arial"/>
                </a:rPr>
                <a:t>Planificación por Sprints</a:t>
              </a:r>
              <a:endParaRPr/>
            </a:p>
          </p:txBody>
        </p:sp>
        <p:sp>
          <p:nvSpPr>
            <p:cNvPr id="1333" name="Google Shape;1333;p20"/>
            <p:cNvSpPr txBox="1"/>
            <p:nvPr/>
          </p:nvSpPr>
          <p:spPr>
            <a:xfrm>
              <a:off x="1386920" y="503897"/>
              <a:ext cx="10378539" cy="9908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964" u="none" cap="none" strike="noStrike">
                  <a:solidFill>
                    <a:srgbClr val="4A4A4A"/>
                  </a:solidFill>
                  <a:latin typeface="Arial"/>
                  <a:ea typeface="Arial"/>
                  <a:cs typeface="Arial"/>
                  <a:sym typeface="Arial"/>
                </a:rPr>
                <a:t>Definición y priorización de actividades según los objetivos y alcance comprometido del proyecto.</a:t>
              </a:r>
              <a:endParaRPr/>
            </a:p>
          </p:txBody>
        </p:sp>
      </p:grpSp>
      <p:grpSp>
        <p:nvGrpSpPr>
          <p:cNvPr id="1334" name="Google Shape;1334;p20"/>
          <p:cNvGrpSpPr/>
          <p:nvPr/>
        </p:nvGrpSpPr>
        <p:grpSpPr>
          <a:xfrm>
            <a:off x="583945" y="5475265"/>
            <a:ext cx="9018372" cy="1657998"/>
            <a:chOff x="0" y="-651285"/>
            <a:chExt cx="12024496" cy="2210664"/>
          </a:xfrm>
        </p:grpSpPr>
        <p:grpSp>
          <p:nvGrpSpPr>
            <p:cNvPr id="1335" name="Google Shape;1335;p20"/>
            <p:cNvGrpSpPr/>
            <p:nvPr/>
          </p:nvGrpSpPr>
          <p:grpSpPr>
            <a:xfrm>
              <a:off x="110954" y="-651285"/>
              <a:ext cx="11913542" cy="2185714"/>
              <a:chOff x="0" y="-104775"/>
              <a:chExt cx="1916584" cy="351625"/>
            </a:xfrm>
          </p:grpSpPr>
          <p:sp>
            <p:nvSpPr>
              <p:cNvPr id="1336" name="Google Shape;1336;p20"/>
              <p:cNvSpPr/>
              <p:nvPr/>
            </p:nvSpPr>
            <p:spPr>
              <a:xfrm>
                <a:off x="0" y="0"/>
                <a:ext cx="1916584" cy="246850"/>
              </a:xfrm>
              <a:custGeom>
                <a:rect b="b" l="l" r="r" t="t"/>
                <a:pathLst>
                  <a:path extrusionOk="0" h="246850" w="1916584">
                    <a:moveTo>
                      <a:pt x="0" y="0"/>
                    </a:moveTo>
                    <a:lnTo>
                      <a:pt x="1916584" y="0"/>
                    </a:lnTo>
                    <a:lnTo>
                      <a:pt x="1916584" y="246850"/>
                    </a:lnTo>
                    <a:lnTo>
                      <a:pt x="0" y="24685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337" name="Google Shape;1337;p20"/>
              <p:cNvSpPr txBox="1"/>
              <p:nvPr/>
            </p:nvSpPr>
            <p:spPr>
              <a:xfrm>
                <a:off x="0" y="-104775"/>
                <a:ext cx="1916584" cy="3516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338" name="Google Shape;1338;p20"/>
            <p:cNvGrpSpPr/>
            <p:nvPr/>
          </p:nvGrpSpPr>
          <p:grpSpPr>
            <a:xfrm>
              <a:off x="0" y="-46781"/>
              <a:ext cx="110954" cy="1606160"/>
              <a:chOff x="0" y="-38100"/>
              <a:chExt cx="90364" cy="1308100"/>
            </a:xfrm>
          </p:grpSpPr>
          <p:sp>
            <p:nvSpPr>
              <p:cNvPr id="1339" name="Google Shape;1339;p20"/>
              <p:cNvSpPr/>
              <p:nvPr/>
            </p:nvSpPr>
            <p:spPr>
              <a:xfrm>
                <a:off x="0" y="0"/>
                <a:ext cx="90364" cy="1270000"/>
              </a:xfrm>
              <a:custGeom>
                <a:rect b="b" l="l" r="r" t="t"/>
                <a:pathLst>
                  <a:path extrusionOk="0" h="1270000" w="90364">
                    <a:moveTo>
                      <a:pt x="9036" y="0"/>
                    </a:moveTo>
                    <a:lnTo>
                      <a:pt x="81327" y="0"/>
                    </a:lnTo>
                    <a:cubicBezTo>
                      <a:pt x="83724" y="0"/>
                      <a:pt x="86022" y="1070"/>
                      <a:pt x="87717" y="2976"/>
                    </a:cubicBezTo>
                    <a:cubicBezTo>
                      <a:pt x="89412" y="4881"/>
                      <a:pt x="90364" y="7465"/>
                      <a:pt x="90364" y="10160"/>
                    </a:cubicBezTo>
                    <a:lnTo>
                      <a:pt x="90364" y="1259840"/>
                    </a:lnTo>
                    <a:cubicBezTo>
                      <a:pt x="90364" y="1262535"/>
                      <a:pt x="89412" y="1265119"/>
                      <a:pt x="87717" y="1267024"/>
                    </a:cubicBezTo>
                    <a:cubicBezTo>
                      <a:pt x="86022" y="1268930"/>
                      <a:pt x="83724" y="1270000"/>
                      <a:pt x="81327" y="1270000"/>
                    </a:cubicBezTo>
                    <a:lnTo>
                      <a:pt x="9036" y="1270000"/>
                    </a:lnTo>
                    <a:cubicBezTo>
                      <a:pt x="6640" y="1270000"/>
                      <a:pt x="4341" y="1268930"/>
                      <a:pt x="2647" y="1267024"/>
                    </a:cubicBezTo>
                    <a:cubicBezTo>
                      <a:pt x="952" y="1265119"/>
                      <a:pt x="0" y="1262535"/>
                      <a:pt x="0" y="1259840"/>
                    </a:cubicBezTo>
                    <a:lnTo>
                      <a:pt x="0" y="10160"/>
                    </a:lnTo>
                    <a:cubicBezTo>
                      <a:pt x="0" y="4549"/>
                      <a:pt x="4046" y="0"/>
                      <a:pt x="9036" y="0"/>
                    </a:cubicBezTo>
                    <a:close/>
                  </a:path>
                </a:pathLst>
              </a:custGeom>
              <a:solidFill>
                <a:srgbClr val="C5767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40" name="Google Shape;1340;p20"/>
              <p:cNvSpPr txBox="1"/>
              <p:nvPr/>
            </p:nvSpPr>
            <p:spPr>
              <a:xfrm>
                <a:off x="0" y="-38100"/>
                <a:ext cx="90364" cy="1308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l">
                  <a:lnSpc>
                    <a:spcPct val="93277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341" name="Google Shape;1341;p20"/>
            <p:cNvGrpSpPr/>
            <p:nvPr/>
          </p:nvGrpSpPr>
          <p:grpSpPr>
            <a:xfrm>
              <a:off x="402207" y="227420"/>
              <a:ext cx="710103" cy="942114"/>
              <a:chOff x="0" y="-114300"/>
              <a:chExt cx="564772" cy="749300"/>
            </a:xfrm>
          </p:grpSpPr>
          <p:sp>
            <p:nvSpPr>
              <p:cNvPr id="1342" name="Google Shape;1342;p20"/>
              <p:cNvSpPr/>
              <p:nvPr/>
            </p:nvSpPr>
            <p:spPr>
              <a:xfrm>
                <a:off x="0" y="0"/>
                <a:ext cx="564772" cy="635000"/>
              </a:xfrm>
              <a:custGeom>
                <a:rect b="b" l="l" r="r" t="t"/>
                <a:pathLst>
                  <a:path extrusionOk="0" h="635000" w="564772">
                    <a:moveTo>
                      <a:pt x="282386" y="0"/>
                    </a:moveTo>
                    <a:cubicBezTo>
                      <a:pt x="126429" y="0"/>
                      <a:pt x="0" y="142150"/>
                      <a:pt x="0" y="317500"/>
                    </a:cubicBezTo>
                    <a:cubicBezTo>
                      <a:pt x="0" y="492850"/>
                      <a:pt x="126429" y="635000"/>
                      <a:pt x="282386" y="635000"/>
                    </a:cubicBezTo>
                    <a:cubicBezTo>
                      <a:pt x="438344" y="635000"/>
                      <a:pt x="564772" y="492850"/>
                      <a:pt x="564772" y="317500"/>
                    </a:cubicBezTo>
                    <a:cubicBezTo>
                      <a:pt x="564772" y="142150"/>
                      <a:pt x="438344" y="0"/>
                      <a:pt x="282386" y="0"/>
                    </a:cubicBezTo>
                    <a:close/>
                  </a:path>
                </a:pathLst>
              </a:custGeom>
              <a:solidFill>
                <a:srgbClr val="C5767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43" name="Google Shape;1343;p20"/>
              <p:cNvSpPr txBox="1"/>
              <p:nvPr/>
            </p:nvSpPr>
            <p:spPr>
              <a:xfrm>
                <a:off x="0" y="-114300"/>
                <a:ext cx="564772" cy="74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4001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i="0" lang="en-US" sz="2499" u="none" cap="none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03</a:t>
                </a:r>
                <a:endParaRPr/>
              </a:p>
            </p:txBody>
          </p:sp>
        </p:grpSp>
        <p:sp>
          <p:nvSpPr>
            <p:cNvPr id="1344" name="Google Shape;1344;p20"/>
            <p:cNvSpPr txBox="1"/>
            <p:nvPr/>
          </p:nvSpPr>
          <p:spPr>
            <a:xfrm>
              <a:off x="1386920" y="-55381"/>
              <a:ext cx="10323570" cy="7196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946" u="none" cap="none" strike="noStrike">
                  <a:solidFill>
                    <a:srgbClr val="1A1A1A"/>
                  </a:solidFill>
                  <a:latin typeface="Arial"/>
                  <a:ea typeface="Arial"/>
                  <a:cs typeface="Arial"/>
                  <a:sym typeface="Arial"/>
                </a:rPr>
                <a:t>Seguimiento y Control</a:t>
              </a:r>
              <a:endParaRPr/>
            </a:p>
          </p:txBody>
        </p:sp>
        <p:sp>
          <p:nvSpPr>
            <p:cNvPr id="1345" name="Google Shape;1345;p20"/>
            <p:cNvSpPr txBox="1"/>
            <p:nvPr/>
          </p:nvSpPr>
          <p:spPr>
            <a:xfrm>
              <a:off x="1386920" y="489011"/>
              <a:ext cx="10637576" cy="9908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964" u="none" cap="none" strike="noStrike">
                  <a:solidFill>
                    <a:srgbClr val="4A4A4A"/>
                  </a:solidFill>
                  <a:latin typeface="Arial"/>
                  <a:ea typeface="Arial"/>
                  <a:cs typeface="Arial"/>
                  <a:sym typeface="Arial"/>
                </a:rPr>
                <a:t>Registro de avances, tareas realizadas y dificultades mediante bitácoras semanales.</a:t>
              </a:r>
              <a:endParaRPr/>
            </a:p>
          </p:txBody>
        </p:sp>
      </p:grpSp>
      <p:grpSp>
        <p:nvGrpSpPr>
          <p:cNvPr id="1346" name="Google Shape;1346;p20"/>
          <p:cNvGrpSpPr/>
          <p:nvPr/>
        </p:nvGrpSpPr>
        <p:grpSpPr>
          <a:xfrm>
            <a:off x="583945" y="7127232"/>
            <a:ext cx="9018372" cy="1657998"/>
            <a:chOff x="0" y="-651285"/>
            <a:chExt cx="12024496" cy="2210664"/>
          </a:xfrm>
        </p:grpSpPr>
        <p:grpSp>
          <p:nvGrpSpPr>
            <p:cNvPr id="1347" name="Google Shape;1347;p20"/>
            <p:cNvGrpSpPr/>
            <p:nvPr/>
          </p:nvGrpSpPr>
          <p:grpSpPr>
            <a:xfrm>
              <a:off x="110954" y="-651285"/>
              <a:ext cx="11913542" cy="2185714"/>
              <a:chOff x="0" y="-104775"/>
              <a:chExt cx="1916584" cy="351625"/>
            </a:xfrm>
          </p:grpSpPr>
          <p:sp>
            <p:nvSpPr>
              <p:cNvPr id="1348" name="Google Shape;1348;p20"/>
              <p:cNvSpPr/>
              <p:nvPr/>
            </p:nvSpPr>
            <p:spPr>
              <a:xfrm>
                <a:off x="0" y="0"/>
                <a:ext cx="1916584" cy="246850"/>
              </a:xfrm>
              <a:custGeom>
                <a:rect b="b" l="l" r="r" t="t"/>
                <a:pathLst>
                  <a:path extrusionOk="0" h="246850" w="1916584">
                    <a:moveTo>
                      <a:pt x="0" y="0"/>
                    </a:moveTo>
                    <a:lnTo>
                      <a:pt x="1916584" y="0"/>
                    </a:lnTo>
                    <a:lnTo>
                      <a:pt x="1916584" y="246850"/>
                    </a:lnTo>
                    <a:lnTo>
                      <a:pt x="0" y="24685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349" name="Google Shape;1349;p20"/>
              <p:cNvSpPr txBox="1"/>
              <p:nvPr/>
            </p:nvSpPr>
            <p:spPr>
              <a:xfrm>
                <a:off x="0" y="-104775"/>
                <a:ext cx="1916584" cy="3516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350" name="Google Shape;1350;p20"/>
            <p:cNvGrpSpPr/>
            <p:nvPr/>
          </p:nvGrpSpPr>
          <p:grpSpPr>
            <a:xfrm>
              <a:off x="0" y="-46781"/>
              <a:ext cx="110954" cy="1606160"/>
              <a:chOff x="0" y="-38100"/>
              <a:chExt cx="90364" cy="1308100"/>
            </a:xfrm>
          </p:grpSpPr>
          <p:sp>
            <p:nvSpPr>
              <p:cNvPr id="1351" name="Google Shape;1351;p20"/>
              <p:cNvSpPr/>
              <p:nvPr/>
            </p:nvSpPr>
            <p:spPr>
              <a:xfrm>
                <a:off x="0" y="0"/>
                <a:ext cx="90364" cy="1270000"/>
              </a:xfrm>
              <a:custGeom>
                <a:rect b="b" l="l" r="r" t="t"/>
                <a:pathLst>
                  <a:path extrusionOk="0" h="1270000" w="90364">
                    <a:moveTo>
                      <a:pt x="9036" y="0"/>
                    </a:moveTo>
                    <a:lnTo>
                      <a:pt x="81327" y="0"/>
                    </a:lnTo>
                    <a:cubicBezTo>
                      <a:pt x="83724" y="0"/>
                      <a:pt x="86022" y="1070"/>
                      <a:pt x="87717" y="2976"/>
                    </a:cubicBezTo>
                    <a:cubicBezTo>
                      <a:pt x="89412" y="4881"/>
                      <a:pt x="90364" y="7465"/>
                      <a:pt x="90364" y="10160"/>
                    </a:cubicBezTo>
                    <a:lnTo>
                      <a:pt x="90364" y="1259840"/>
                    </a:lnTo>
                    <a:cubicBezTo>
                      <a:pt x="90364" y="1262535"/>
                      <a:pt x="89412" y="1265119"/>
                      <a:pt x="87717" y="1267024"/>
                    </a:cubicBezTo>
                    <a:cubicBezTo>
                      <a:pt x="86022" y="1268930"/>
                      <a:pt x="83724" y="1270000"/>
                      <a:pt x="81327" y="1270000"/>
                    </a:cubicBezTo>
                    <a:lnTo>
                      <a:pt x="9036" y="1270000"/>
                    </a:lnTo>
                    <a:cubicBezTo>
                      <a:pt x="6640" y="1270000"/>
                      <a:pt x="4341" y="1268930"/>
                      <a:pt x="2647" y="1267024"/>
                    </a:cubicBezTo>
                    <a:cubicBezTo>
                      <a:pt x="952" y="1265119"/>
                      <a:pt x="0" y="1262535"/>
                      <a:pt x="0" y="1259840"/>
                    </a:cubicBezTo>
                    <a:lnTo>
                      <a:pt x="0" y="10160"/>
                    </a:lnTo>
                    <a:cubicBezTo>
                      <a:pt x="0" y="4549"/>
                      <a:pt x="4046" y="0"/>
                      <a:pt x="9036" y="0"/>
                    </a:cubicBezTo>
                    <a:close/>
                  </a:path>
                </a:pathLst>
              </a:custGeom>
              <a:solidFill>
                <a:srgbClr val="CB6CE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52" name="Google Shape;1352;p20"/>
              <p:cNvSpPr txBox="1"/>
              <p:nvPr/>
            </p:nvSpPr>
            <p:spPr>
              <a:xfrm>
                <a:off x="0" y="-38100"/>
                <a:ext cx="90364" cy="1308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l">
                  <a:lnSpc>
                    <a:spcPct val="93277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353" name="Google Shape;1353;p20"/>
            <p:cNvGrpSpPr/>
            <p:nvPr/>
          </p:nvGrpSpPr>
          <p:grpSpPr>
            <a:xfrm>
              <a:off x="358708" y="170628"/>
              <a:ext cx="805801" cy="1069079"/>
              <a:chOff x="0" y="-114300"/>
              <a:chExt cx="564772" cy="749300"/>
            </a:xfrm>
          </p:grpSpPr>
          <p:sp>
            <p:nvSpPr>
              <p:cNvPr id="1354" name="Google Shape;1354;p20"/>
              <p:cNvSpPr/>
              <p:nvPr/>
            </p:nvSpPr>
            <p:spPr>
              <a:xfrm>
                <a:off x="0" y="0"/>
                <a:ext cx="564772" cy="635000"/>
              </a:xfrm>
              <a:custGeom>
                <a:rect b="b" l="l" r="r" t="t"/>
                <a:pathLst>
                  <a:path extrusionOk="0" h="635000" w="564772">
                    <a:moveTo>
                      <a:pt x="282386" y="0"/>
                    </a:moveTo>
                    <a:cubicBezTo>
                      <a:pt x="126429" y="0"/>
                      <a:pt x="0" y="142150"/>
                      <a:pt x="0" y="317500"/>
                    </a:cubicBezTo>
                    <a:cubicBezTo>
                      <a:pt x="0" y="492850"/>
                      <a:pt x="126429" y="635000"/>
                      <a:pt x="282386" y="635000"/>
                    </a:cubicBezTo>
                    <a:cubicBezTo>
                      <a:pt x="438344" y="635000"/>
                      <a:pt x="564772" y="492850"/>
                      <a:pt x="564772" y="317500"/>
                    </a:cubicBezTo>
                    <a:cubicBezTo>
                      <a:pt x="564772" y="142150"/>
                      <a:pt x="438344" y="0"/>
                      <a:pt x="282386" y="0"/>
                    </a:cubicBezTo>
                    <a:close/>
                  </a:path>
                </a:pathLst>
              </a:custGeom>
              <a:solidFill>
                <a:srgbClr val="CB6CE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55" name="Google Shape;1355;p20"/>
              <p:cNvSpPr txBox="1"/>
              <p:nvPr/>
            </p:nvSpPr>
            <p:spPr>
              <a:xfrm>
                <a:off x="0" y="-114300"/>
                <a:ext cx="564772" cy="74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4001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i="0" lang="en-US" sz="2499" u="none" cap="none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04</a:t>
                </a:r>
                <a:endParaRPr/>
              </a:p>
            </p:txBody>
          </p:sp>
        </p:grpSp>
        <p:sp>
          <p:nvSpPr>
            <p:cNvPr id="1356" name="Google Shape;1356;p20"/>
            <p:cNvSpPr txBox="1"/>
            <p:nvPr/>
          </p:nvSpPr>
          <p:spPr>
            <a:xfrm>
              <a:off x="1386920" y="-55381"/>
              <a:ext cx="10107468" cy="7196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946" u="none" cap="none" strike="noStrike">
                  <a:solidFill>
                    <a:srgbClr val="1A1A1A"/>
                  </a:solidFill>
                  <a:latin typeface="Arial"/>
                  <a:ea typeface="Arial"/>
                  <a:cs typeface="Arial"/>
                  <a:sym typeface="Arial"/>
                </a:rPr>
                <a:t> Mejora Continua</a:t>
              </a:r>
              <a:endParaRPr/>
            </a:p>
          </p:txBody>
        </p:sp>
        <p:sp>
          <p:nvSpPr>
            <p:cNvPr id="1357" name="Google Shape;1357;p20"/>
            <p:cNvSpPr txBox="1"/>
            <p:nvPr/>
          </p:nvSpPr>
          <p:spPr>
            <a:xfrm>
              <a:off x="1386920" y="540470"/>
              <a:ext cx="10328859" cy="9908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964" u="none" cap="none" strike="noStrike">
                  <a:solidFill>
                    <a:srgbClr val="4A4A4A"/>
                  </a:solidFill>
                  <a:latin typeface="Arial"/>
                  <a:ea typeface="Arial"/>
                  <a:cs typeface="Arial"/>
                  <a:sym typeface="Arial"/>
                </a:rPr>
                <a:t>Revisión periódica de resultados, ajuste de prioridades y adaptación a nuevos requerimientos.</a:t>
              </a:r>
              <a:endParaRPr/>
            </a:p>
          </p:txBody>
        </p:sp>
      </p:grpSp>
      <p:grpSp>
        <p:nvGrpSpPr>
          <p:cNvPr id="1358" name="Google Shape;1358;p20"/>
          <p:cNvGrpSpPr/>
          <p:nvPr/>
        </p:nvGrpSpPr>
        <p:grpSpPr>
          <a:xfrm>
            <a:off x="13980900" y="3078938"/>
            <a:ext cx="3332442" cy="3276114"/>
            <a:chOff x="0" y="0"/>
            <a:chExt cx="4443255" cy="4368152"/>
          </a:xfrm>
        </p:grpSpPr>
        <p:sp>
          <p:nvSpPr>
            <p:cNvPr id="1359" name="Google Shape;1359;p20"/>
            <p:cNvSpPr/>
            <p:nvPr/>
          </p:nvSpPr>
          <p:spPr>
            <a:xfrm>
              <a:off x="0" y="0"/>
              <a:ext cx="3355302" cy="3355302"/>
            </a:xfrm>
            <a:custGeom>
              <a:rect b="b" l="l" r="r" t="t"/>
              <a:pathLst>
                <a:path extrusionOk="0" h="3282950" w="3282950">
                  <a:moveTo>
                    <a:pt x="0" y="0"/>
                  </a:moveTo>
                  <a:lnTo>
                    <a:pt x="2532380" y="0"/>
                  </a:lnTo>
                  <a:cubicBezTo>
                    <a:pt x="2946400" y="0"/>
                    <a:pt x="3282950" y="336550"/>
                    <a:pt x="3282950" y="750570"/>
                  </a:cubicBezTo>
                  <a:lnTo>
                    <a:pt x="3282950" y="3282950"/>
                  </a:lnTo>
                  <a:lnTo>
                    <a:pt x="0" y="328295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11">
                <a:alphaModFix/>
              </a:blip>
              <a:stretch>
                <a:fillRect b="-10433" l="-6646" r="-12103" t="-6363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0" name="Google Shape;1360;p20"/>
            <p:cNvSpPr/>
            <p:nvPr/>
          </p:nvSpPr>
          <p:spPr>
            <a:xfrm>
              <a:off x="8526" y="3355302"/>
              <a:ext cx="4434729" cy="1012850"/>
            </a:xfrm>
            <a:custGeom>
              <a:rect b="b" l="l" r="r" t="t"/>
              <a:pathLst>
                <a:path extrusionOk="0" h="310401" w="1359079">
                  <a:moveTo>
                    <a:pt x="0" y="0"/>
                  </a:moveTo>
                  <a:lnTo>
                    <a:pt x="1359079" y="0"/>
                  </a:lnTo>
                  <a:lnTo>
                    <a:pt x="1359079" y="310401"/>
                  </a:lnTo>
                  <a:lnTo>
                    <a:pt x="0" y="31040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361" name="Google Shape;1361;p20"/>
            <p:cNvSpPr txBox="1"/>
            <p:nvPr/>
          </p:nvSpPr>
          <p:spPr>
            <a:xfrm>
              <a:off x="267011" y="3483548"/>
              <a:ext cx="2821280" cy="44142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4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1" lang="en-US" sz="1733" u="none" cap="none" strike="noStrike">
                  <a:solidFill>
                    <a:srgbClr val="1E1E1E"/>
                  </a:solidFill>
                  <a:latin typeface="Arial"/>
                  <a:ea typeface="Arial"/>
                  <a:cs typeface="Arial"/>
                  <a:sym typeface="Arial"/>
                </a:rPr>
                <a:t>Matías González</a:t>
              </a:r>
              <a:endParaRPr/>
            </a:p>
          </p:txBody>
        </p:sp>
        <p:sp>
          <p:nvSpPr>
            <p:cNvPr id="1362" name="Google Shape;1362;p20"/>
            <p:cNvSpPr txBox="1"/>
            <p:nvPr/>
          </p:nvSpPr>
          <p:spPr>
            <a:xfrm>
              <a:off x="267011" y="3829720"/>
              <a:ext cx="2456152" cy="4009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4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733" u="none" cap="none" strike="noStrike">
                  <a:solidFill>
                    <a:srgbClr val="1800AD"/>
                  </a:solidFill>
                  <a:latin typeface="Arial"/>
                  <a:ea typeface="Arial"/>
                  <a:cs typeface="Arial"/>
                  <a:sym typeface="Arial"/>
                </a:rPr>
                <a:t>Scrum Master</a:t>
              </a:r>
              <a:endParaRPr/>
            </a:p>
          </p:txBody>
        </p:sp>
      </p:grpSp>
      <p:grpSp>
        <p:nvGrpSpPr>
          <p:cNvPr id="1363" name="Google Shape;1363;p20"/>
          <p:cNvGrpSpPr/>
          <p:nvPr/>
        </p:nvGrpSpPr>
        <p:grpSpPr>
          <a:xfrm>
            <a:off x="10437302" y="6355052"/>
            <a:ext cx="3332442" cy="3374606"/>
            <a:chOff x="0" y="0"/>
            <a:chExt cx="4443255" cy="4499474"/>
          </a:xfrm>
        </p:grpSpPr>
        <p:sp>
          <p:nvSpPr>
            <p:cNvPr id="1364" name="Google Shape;1364;p20"/>
            <p:cNvSpPr/>
            <p:nvPr/>
          </p:nvSpPr>
          <p:spPr>
            <a:xfrm>
              <a:off x="0" y="0"/>
              <a:ext cx="3434449" cy="3434449"/>
            </a:xfrm>
            <a:custGeom>
              <a:rect b="b" l="l" r="r" t="t"/>
              <a:pathLst>
                <a:path extrusionOk="0" h="3282950" w="3282950">
                  <a:moveTo>
                    <a:pt x="0" y="0"/>
                  </a:moveTo>
                  <a:lnTo>
                    <a:pt x="2532380" y="0"/>
                  </a:lnTo>
                  <a:cubicBezTo>
                    <a:pt x="2946400" y="0"/>
                    <a:pt x="3282950" y="336550"/>
                    <a:pt x="3282950" y="750570"/>
                  </a:cubicBezTo>
                  <a:lnTo>
                    <a:pt x="3282950" y="3282950"/>
                  </a:lnTo>
                  <a:lnTo>
                    <a:pt x="0" y="328295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12">
                <a:alphaModFix/>
              </a:blip>
              <a:stretch>
                <a:fillRect b="-19593" l="-19500" r="0" t="-159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5" name="Google Shape;1365;p20"/>
            <p:cNvSpPr/>
            <p:nvPr/>
          </p:nvSpPr>
          <p:spPr>
            <a:xfrm>
              <a:off x="8727" y="3434449"/>
              <a:ext cx="4434528" cy="1065025"/>
            </a:xfrm>
            <a:custGeom>
              <a:rect b="b" l="l" r="r" t="t"/>
              <a:pathLst>
                <a:path extrusionOk="0" h="318869" w="1327699">
                  <a:moveTo>
                    <a:pt x="0" y="0"/>
                  </a:moveTo>
                  <a:lnTo>
                    <a:pt x="1327699" y="0"/>
                  </a:lnTo>
                  <a:lnTo>
                    <a:pt x="1327699" y="318869"/>
                  </a:lnTo>
                  <a:lnTo>
                    <a:pt x="0" y="31886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366" name="Google Shape;1366;p20"/>
            <p:cNvSpPr txBox="1"/>
            <p:nvPr/>
          </p:nvSpPr>
          <p:spPr>
            <a:xfrm>
              <a:off x="385179" y="3569515"/>
              <a:ext cx="2907795" cy="4495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1" lang="en-US" sz="1774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Flavia Oneto</a:t>
              </a:r>
              <a:endParaRPr/>
            </a:p>
          </p:txBody>
        </p:sp>
        <p:sp>
          <p:nvSpPr>
            <p:cNvPr id="1367" name="Google Shape;1367;p20"/>
            <p:cNvSpPr txBox="1"/>
            <p:nvPr/>
          </p:nvSpPr>
          <p:spPr>
            <a:xfrm>
              <a:off x="385179" y="3942025"/>
              <a:ext cx="2622078" cy="40814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774" u="none" cap="none" strike="noStrike">
                  <a:solidFill>
                    <a:srgbClr val="1800AD"/>
                  </a:solidFill>
                  <a:latin typeface="Arial"/>
                  <a:ea typeface="Arial"/>
                  <a:cs typeface="Arial"/>
                  <a:sym typeface="Arial"/>
                </a:rPr>
                <a:t>Team Developer</a:t>
              </a:r>
              <a:endParaRPr/>
            </a:p>
          </p:txBody>
        </p:sp>
      </p:grpSp>
      <p:grpSp>
        <p:nvGrpSpPr>
          <p:cNvPr id="1368" name="Google Shape;1368;p20"/>
          <p:cNvGrpSpPr/>
          <p:nvPr/>
        </p:nvGrpSpPr>
        <p:grpSpPr>
          <a:xfrm>
            <a:off x="14063553" y="6253272"/>
            <a:ext cx="3417549" cy="3471667"/>
            <a:chOff x="0" y="0"/>
            <a:chExt cx="4556731" cy="4628889"/>
          </a:xfrm>
        </p:grpSpPr>
        <p:sp>
          <p:nvSpPr>
            <p:cNvPr id="1369" name="Google Shape;1369;p20"/>
            <p:cNvSpPr/>
            <p:nvPr/>
          </p:nvSpPr>
          <p:spPr>
            <a:xfrm>
              <a:off x="0" y="0"/>
              <a:ext cx="3522161" cy="3522161"/>
            </a:xfrm>
            <a:custGeom>
              <a:rect b="b" l="l" r="r" t="t"/>
              <a:pathLst>
                <a:path extrusionOk="0" h="3282950" w="3282950">
                  <a:moveTo>
                    <a:pt x="0" y="0"/>
                  </a:moveTo>
                  <a:lnTo>
                    <a:pt x="2532380" y="0"/>
                  </a:lnTo>
                  <a:cubicBezTo>
                    <a:pt x="2946400" y="0"/>
                    <a:pt x="3282950" y="336550"/>
                    <a:pt x="3282950" y="750570"/>
                  </a:cubicBezTo>
                  <a:lnTo>
                    <a:pt x="3282950" y="3282950"/>
                  </a:lnTo>
                  <a:lnTo>
                    <a:pt x="0" y="328295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13">
                <a:alphaModFix/>
              </a:blip>
              <a:stretch>
                <a:fillRect b="-70430" l="-4634" r="-6596" t="-27312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0" name="Google Shape;1370;p20"/>
            <p:cNvSpPr/>
            <p:nvPr/>
          </p:nvSpPr>
          <p:spPr>
            <a:xfrm>
              <a:off x="8950" y="3522161"/>
              <a:ext cx="4547781" cy="1106728"/>
            </a:xfrm>
            <a:custGeom>
              <a:rect b="b" l="l" r="r" t="t"/>
              <a:pathLst>
                <a:path extrusionOk="0" h="323103" w="1327699">
                  <a:moveTo>
                    <a:pt x="0" y="0"/>
                  </a:moveTo>
                  <a:lnTo>
                    <a:pt x="1327699" y="0"/>
                  </a:lnTo>
                  <a:lnTo>
                    <a:pt x="1327699" y="323103"/>
                  </a:lnTo>
                  <a:lnTo>
                    <a:pt x="0" y="32310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371" name="Google Shape;1371;p20"/>
            <p:cNvSpPr txBox="1"/>
            <p:nvPr/>
          </p:nvSpPr>
          <p:spPr>
            <a:xfrm>
              <a:off x="423252" y="3664888"/>
              <a:ext cx="2982056" cy="45863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1" lang="en-US" sz="182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Nicolás Muñoz</a:t>
              </a:r>
              <a:endParaRPr/>
            </a:p>
          </p:txBody>
        </p:sp>
        <p:sp>
          <p:nvSpPr>
            <p:cNvPr id="1372" name="Google Shape;1372;p20"/>
            <p:cNvSpPr txBox="1"/>
            <p:nvPr/>
          </p:nvSpPr>
          <p:spPr>
            <a:xfrm>
              <a:off x="423252" y="4028274"/>
              <a:ext cx="4015208" cy="41613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820" u="none" cap="none" strike="noStrike">
                  <a:solidFill>
                    <a:srgbClr val="1800AD"/>
                  </a:solidFill>
                  <a:latin typeface="Arial"/>
                  <a:ea typeface="Arial"/>
                  <a:cs typeface="Arial"/>
                  <a:sym typeface="Arial"/>
                </a:rPr>
                <a:t>Team Developer</a:t>
              </a:r>
              <a:endParaRPr/>
            </a:p>
          </p:txBody>
        </p:sp>
      </p:grpSp>
      <p:grpSp>
        <p:nvGrpSpPr>
          <p:cNvPr id="1373" name="Google Shape;1373;p20"/>
          <p:cNvGrpSpPr/>
          <p:nvPr/>
        </p:nvGrpSpPr>
        <p:grpSpPr>
          <a:xfrm>
            <a:off x="10437302" y="3016144"/>
            <a:ext cx="3412750" cy="3338907"/>
            <a:chOff x="0" y="0"/>
            <a:chExt cx="4550333" cy="4451877"/>
          </a:xfrm>
        </p:grpSpPr>
        <p:sp>
          <p:nvSpPr>
            <p:cNvPr id="1374" name="Google Shape;1374;p20"/>
            <p:cNvSpPr/>
            <p:nvPr/>
          </p:nvSpPr>
          <p:spPr>
            <a:xfrm>
              <a:off x="0" y="3356552"/>
              <a:ext cx="4550333" cy="1095325"/>
            </a:xfrm>
            <a:custGeom>
              <a:rect b="b" l="l" r="r" t="t"/>
              <a:pathLst>
                <a:path extrusionOk="0" h="319595" w="1327699">
                  <a:moveTo>
                    <a:pt x="0" y="0"/>
                  </a:moveTo>
                  <a:lnTo>
                    <a:pt x="1327699" y="0"/>
                  </a:lnTo>
                  <a:lnTo>
                    <a:pt x="1327699" y="319595"/>
                  </a:lnTo>
                  <a:lnTo>
                    <a:pt x="0" y="31959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375" name="Google Shape;1375;p20"/>
            <p:cNvSpPr txBox="1"/>
            <p:nvPr/>
          </p:nvSpPr>
          <p:spPr>
            <a:xfrm>
              <a:off x="345822" y="3436841"/>
              <a:ext cx="2983730" cy="4588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997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1" lang="en-US" sz="1821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Andrés Santoro</a:t>
              </a:r>
              <a:endParaRPr/>
            </a:p>
          </p:txBody>
        </p:sp>
        <p:sp>
          <p:nvSpPr>
            <p:cNvPr id="1376" name="Google Shape;1376;p20"/>
            <p:cNvSpPr txBox="1"/>
            <p:nvPr/>
          </p:nvSpPr>
          <p:spPr>
            <a:xfrm>
              <a:off x="345822" y="3819079"/>
              <a:ext cx="3499773" cy="4588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997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821" u="none" cap="none" strike="noStrike">
                  <a:solidFill>
                    <a:srgbClr val="1800AD"/>
                  </a:solidFill>
                  <a:latin typeface="Arial"/>
                  <a:ea typeface="Arial"/>
                  <a:cs typeface="Arial"/>
                  <a:sym typeface="Arial"/>
                </a:rPr>
                <a:t>Product Owner - CEO</a:t>
              </a:r>
              <a:endParaRPr/>
            </a:p>
          </p:txBody>
        </p:sp>
        <p:sp>
          <p:nvSpPr>
            <p:cNvPr id="1377" name="Google Shape;1377;p20"/>
            <p:cNvSpPr/>
            <p:nvPr/>
          </p:nvSpPr>
          <p:spPr>
            <a:xfrm>
              <a:off x="0" y="0"/>
              <a:ext cx="4015934" cy="3346436"/>
            </a:xfrm>
            <a:custGeom>
              <a:rect b="b" l="l" r="r" t="t"/>
              <a:pathLst>
                <a:path extrusionOk="0" h="3346436" w="4015934">
                  <a:moveTo>
                    <a:pt x="0" y="0"/>
                  </a:moveTo>
                  <a:lnTo>
                    <a:pt x="4015934" y="0"/>
                  </a:lnTo>
                  <a:lnTo>
                    <a:pt x="4015934" y="3346436"/>
                  </a:lnTo>
                  <a:lnTo>
                    <a:pt x="0" y="334643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14">
                <a:alphaModFix/>
              </a:blip>
              <a:stretch>
                <a:fillRect b="-33284" l="-11064" r="0" t="0"/>
              </a:stretch>
            </a:blipFill>
            <a:ln>
              <a:noFill/>
            </a:ln>
          </p:spPr>
        </p:sp>
      </p:grpSp>
      <p:sp>
        <p:nvSpPr>
          <p:cNvPr id="1378" name="Google Shape;1378;p20"/>
          <p:cNvSpPr txBox="1"/>
          <p:nvPr/>
        </p:nvSpPr>
        <p:spPr>
          <a:xfrm>
            <a:off x="2765333" y="85642"/>
            <a:ext cx="11679472" cy="16065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99" u="none" cap="none" strike="noStrike">
                <a:solidFill>
                  <a:srgbClr val="000000"/>
                </a:solidFill>
                <a:latin typeface="Ultra"/>
                <a:ea typeface="Ultra"/>
                <a:cs typeface="Ultra"/>
                <a:sym typeface="Ultra"/>
              </a:rPr>
              <a:t>METODOLOGÍA</a:t>
            </a:r>
            <a:endParaRPr/>
          </a:p>
          <a:p>
            <a:pPr indent="0" lvl="0" marL="0" marR="0" rtl="0" algn="l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8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SCRUM Y FORMAS DE TRABAJO</a:t>
            </a:r>
            <a:endParaRPr/>
          </a:p>
        </p:txBody>
      </p:sp>
      <p:sp>
        <p:nvSpPr>
          <p:cNvPr id="1379" name="Google Shape;1379;p20"/>
          <p:cNvSpPr txBox="1"/>
          <p:nvPr/>
        </p:nvSpPr>
        <p:spPr>
          <a:xfrm>
            <a:off x="299918" y="-177912"/>
            <a:ext cx="2465414" cy="18580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347" u="none" cap="none" strike="noStrike">
                <a:solidFill>
                  <a:srgbClr val="000000"/>
                </a:solidFill>
                <a:latin typeface="Ultra"/>
                <a:ea typeface="Ultra"/>
                <a:cs typeface="Ultra"/>
                <a:sym typeface="Ultra"/>
              </a:rPr>
              <a:t>IX.-</a:t>
            </a:r>
            <a:endParaRPr/>
          </a:p>
        </p:txBody>
      </p:sp>
      <p:sp>
        <p:nvSpPr>
          <p:cNvPr id="1380" name="Google Shape;1380;p20"/>
          <p:cNvSpPr txBox="1"/>
          <p:nvPr/>
        </p:nvSpPr>
        <p:spPr>
          <a:xfrm>
            <a:off x="17663375" y="9579067"/>
            <a:ext cx="1524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56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20</a:t>
            </a:r>
            <a:endParaRPr/>
          </a:p>
        </p:txBody>
      </p:sp>
    </p:spTree>
  </p:cSld>
  <p:clrMapOvr>
    <a:masterClrMapping/>
  </p:clrMapOvr>
  <p:transition spd="slow">
    <p:push/>
  </p:transition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4" name="Shape 1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5" name="Google Shape;1385;p21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9333" l="0" r="0" t="-9333"/>
            </a:stretch>
          </a:blipFill>
          <a:ln>
            <a:noFill/>
          </a:ln>
        </p:spPr>
      </p:sp>
      <p:grpSp>
        <p:nvGrpSpPr>
          <p:cNvPr id="1386" name="Google Shape;1386;p21"/>
          <p:cNvGrpSpPr/>
          <p:nvPr/>
        </p:nvGrpSpPr>
        <p:grpSpPr>
          <a:xfrm>
            <a:off x="7008681" y="385642"/>
            <a:ext cx="5816332" cy="11149647"/>
            <a:chOff x="0" y="-104775"/>
            <a:chExt cx="406400" cy="779050"/>
          </a:xfrm>
        </p:grpSpPr>
        <p:sp>
          <p:nvSpPr>
            <p:cNvPr id="1387" name="Google Shape;1387;p21"/>
            <p:cNvSpPr/>
            <p:nvPr/>
          </p:nvSpPr>
          <p:spPr>
            <a:xfrm>
              <a:off x="0" y="0"/>
              <a:ext cx="406400" cy="674275"/>
            </a:xfrm>
            <a:custGeom>
              <a:rect b="b" l="l" r="r" t="t"/>
              <a:pathLst>
                <a:path extrusionOk="0" h="674275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674275"/>
                  </a:lnTo>
                  <a:lnTo>
                    <a:pt x="0" y="674275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393E46"/>
            </a:solidFill>
            <a:ln>
              <a:noFill/>
            </a:ln>
          </p:spPr>
        </p:sp>
        <p:sp>
          <p:nvSpPr>
            <p:cNvPr id="1388" name="Google Shape;1388;p21"/>
            <p:cNvSpPr txBox="1"/>
            <p:nvPr/>
          </p:nvSpPr>
          <p:spPr>
            <a:xfrm>
              <a:off x="101600" y="-104775"/>
              <a:ext cx="203200" cy="7790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89" name="Google Shape;1389;p21"/>
          <p:cNvGrpSpPr/>
          <p:nvPr/>
        </p:nvGrpSpPr>
        <p:grpSpPr>
          <a:xfrm>
            <a:off x="7610531" y="-227214"/>
            <a:ext cx="6070754" cy="11149647"/>
            <a:chOff x="0" y="-104775"/>
            <a:chExt cx="424177" cy="779050"/>
          </a:xfrm>
        </p:grpSpPr>
        <p:sp>
          <p:nvSpPr>
            <p:cNvPr id="1390" name="Google Shape;1390;p21"/>
            <p:cNvSpPr/>
            <p:nvPr/>
          </p:nvSpPr>
          <p:spPr>
            <a:xfrm>
              <a:off x="0" y="0"/>
              <a:ext cx="424177" cy="674275"/>
            </a:xfrm>
            <a:custGeom>
              <a:rect b="b" l="l" r="r" t="t"/>
              <a:pathLst>
                <a:path extrusionOk="0" h="674275" w="424177">
                  <a:moveTo>
                    <a:pt x="203200" y="0"/>
                  </a:moveTo>
                  <a:lnTo>
                    <a:pt x="424177" y="0"/>
                  </a:lnTo>
                  <a:lnTo>
                    <a:pt x="220977" y="674275"/>
                  </a:lnTo>
                  <a:lnTo>
                    <a:pt x="0" y="674275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393E46">
                <a:alpha val="46667"/>
              </a:srgbClr>
            </a:solidFill>
            <a:ln>
              <a:noFill/>
            </a:ln>
          </p:spPr>
        </p:sp>
        <p:sp>
          <p:nvSpPr>
            <p:cNvPr id="1391" name="Google Shape;1391;p21"/>
            <p:cNvSpPr txBox="1"/>
            <p:nvPr/>
          </p:nvSpPr>
          <p:spPr>
            <a:xfrm>
              <a:off x="101600" y="-104775"/>
              <a:ext cx="220977" cy="7790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92" name="Google Shape;1392;p21"/>
          <p:cNvGrpSpPr/>
          <p:nvPr/>
        </p:nvGrpSpPr>
        <p:grpSpPr>
          <a:xfrm>
            <a:off x="-22436" y="-1368585"/>
            <a:ext cx="18332871" cy="3373138"/>
            <a:chOff x="0" y="-276225"/>
            <a:chExt cx="4828411" cy="888399"/>
          </a:xfrm>
        </p:grpSpPr>
        <p:sp>
          <p:nvSpPr>
            <p:cNvPr id="1393" name="Google Shape;1393;p21"/>
            <p:cNvSpPr/>
            <p:nvPr/>
          </p:nvSpPr>
          <p:spPr>
            <a:xfrm>
              <a:off x="0" y="0"/>
              <a:ext cx="4828411" cy="612174"/>
            </a:xfrm>
            <a:custGeom>
              <a:rect b="b" l="l" r="r" t="t"/>
              <a:pathLst>
                <a:path extrusionOk="0" h="612174" w="4828411">
                  <a:moveTo>
                    <a:pt x="0" y="0"/>
                  </a:moveTo>
                  <a:lnTo>
                    <a:pt x="4828411" y="0"/>
                  </a:lnTo>
                  <a:lnTo>
                    <a:pt x="4828411" y="612174"/>
                  </a:lnTo>
                  <a:lnTo>
                    <a:pt x="0" y="612174"/>
                  </a:lnTo>
                  <a:close/>
                </a:path>
              </a:pathLst>
            </a:custGeom>
            <a:solidFill>
              <a:srgbClr val="CB6CE6"/>
            </a:solidFill>
            <a:ln>
              <a:noFill/>
            </a:ln>
          </p:spPr>
        </p:sp>
        <p:sp>
          <p:nvSpPr>
            <p:cNvPr id="1394" name="Google Shape;1394;p21"/>
            <p:cNvSpPr txBox="1"/>
            <p:nvPr/>
          </p:nvSpPr>
          <p:spPr>
            <a:xfrm>
              <a:off x="0" y="-276225"/>
              <a:ext cx="4828411" cy="8883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95" name="Google Shape;1395;p21"/>
          <p:cNvSpPr/>
          <p:nvPr/>
        </p:nvSpPr>
        <p:spPr>
          <a:xfrm>
            <a:off x="17883643" y="8190159"/>
            <a:ext cx="1699256" cy="1019554"/>
          </a:xfrm>
          <a:custGeom>
            <a:rect b="b" l="l" r="r" t="t"/>
            <a:pathLst>
              <a:path extrusionOk="0" h="1019554" w="1699256">
                <a:moveTo>
                  <a:pt x="0" y="0"/>
                </a:moveTo>
                <a:lnTo>
                  <a:pt x="1699256" y="0"/>
                </a:lnTo>
                <a:lnTo>
                  <a:pt x="1699256" y="1019554"/>
                </a:lnTo>
                <a:lnTo>
                  <a:pt x="0" y="101955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96" name="Google Shape;1396;p21"/>
          <p:cNvSpPr/>
          <p:nvPr/>
        </p:nvSpPr>
        <p:spPr>
          <a:xfrm rot="-5400000">
            <a:off x="17062944" y="-566905"/>
            <a:ext cx="2304785" cy="2333959"/>
          </a:xfrm>
          <a:custGeom>
            <a:rect b="b" l="l" r="r" t="t"/>
            <a:pathLst>
              <a:path extrusionOk="0" h="2333959" w="2304785">
                <a:moveTo>
                  <a:pt x="0" y="0"/>
                </a:moveTo>
                <a:lnTo>
                  <a:pt x="2304785" y="0"/>
                </a:lnTo>
                <a:lnTo>
                  <a:pt x="2304785" y="2333960"/>
                </a:lnTo>
                <a:lnTo>
                  <a:pt x="0" y="233396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97" name="Google Shape;1397;p21"/>
          <p:cNvSpPr/>
          <p:nvPr/>
        </p:nvSpPr>
        <p:spPr>
          <a:xfrm rot="5400000">
            <a:off x="-1855846" y="2765782"/>
            <a:ext cx="2304785" cy="2333959"/>
          </a:xfrm>
          <a:custGeom>
            <a:rect b="b" l="l" r="r" t="t"/>
            <a:pathLst>
              <a:path extrusionOk="0" h="2333959" w="2304785">
                <a:moveTo>
                  <a:pt x="2304785" y="2333959"/>
                </a:moveTo>
                <a:lnTo>
                  <a:pt x="0" y="2333959"/>
                </a:lnTo>
                <a:lnTo>
                  <a:pt x="0" y="0"/>
                </a:lnTo>
                <a:lnTo>
                  <a:pt x="2304785" y="0"/>
                </a:lnTo>
                <a:lnTo>
                  <a:pt x="2304785" y="2333959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98" name="Google Shape;1398;p21"/>
          <p:cNvSpPr/>
          <p:nvPr/>
        </p:nvSpPr>
        <p:spPr>
          <a:xfrm>
            <a:off x="-1027496" y="8529558"/>
            <a:ext cx="1491022" cy="952391"/>
          </a:xfrm>
          <a:custGeom>
            <a:rect b="b" l="l" r="r" t="t"/>
            <a:pathLst>
              <a:path extrusionOk="0" h="952391" w="1491022">
                <a:moveTo>
                  <a:pt x="0" y="0"/>
                </a:moveTo>
                <a:lnTo>
                  <a:pt x="1491022" y="0"/>
                </a:lnTo>
                <a:lnTo>
                  <a:pt x="1491022" y="952390"/>
                </a:lnTo>
                <a:lnTo>
                  <a:pt x="0" y="95239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99" name="Google Shape;1399;p21"/>
          <p:cNvSpPr/>
          <p:nvPr/>
        </p:nvSpPr>
        <p:spPr>
          <a:xfrm>
            <a:off x="3653851" y="9982200"/>
            <a:ext cx="10952506" cy="1880464"/>
          </a:xfrm>
          <a:custGeom>
            <a:rect b="b" l="l" r="r" t="t"/>
            <a:pathLst>
              <a:path extrusionOk="0" h="1880464" w="10952506">
                <a:moveTo>
                  <a:pt x="0" y="0"/>
                </a:moveTo>
                <a:lnTo>
                  <a:pt x="10952506" y="0"/>
                </a:lnTo>
                <a:lnTo>
                  <a:pt x="10952506" y="1880464"/>
                </a:lnTo>
                <a:lnTo>
                  <a:pt x="0" y="188046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-2157" r="-2202" t="-59556"/>
            </a:stretch>
          </a:blipFill>
          <a:ln>
            <a:noFill/>
          </a:ln>
        </p:spPr>
      </p:sp>
      <p:sp>
        <p:nvSpPr>
          <p:cNvPr id="1400" name="Google Shape;1400;p21"/>
          <p:cNvSpPr/>
          <p:nvPr/>
        </p:nvSpPr>
        <p:spPr>
          <a:xfrm>
            <a:off x="17869405" y="-1885942"/>
            <a:ext cx="1411048" cy="2914385"/>
          </a:xfrm>
          <a:custGeom>
            <a:rect b="b" l="l" r="r" t="t"/>
            <a:pathLst>
              <a:path extrusionOk="0" h="2914385" w="1411048">
                <a:moveTo>
                  <a:pt x="0" y="0"/>
                </a:moveTo>
                <a:lnTo>
                  <a:pt x="1411048" y="0"/>
                </a:lnTo>
                <a:lnTo>
                  <a:pt x="1411048" y="2914385"/>
                </a:lnTo>
                <a:lnTo>
                  <a:pt x="0" y="291438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cxnSp>
        <p:nvCxnSpPr>
          <p:cNvPr id="1401" name="Google Shape;1401;p21"/>
          <p:cNvCxnSpPr/>
          <p:nvPr/>
        </p:nvCxnSpPr>
        <p:spPr>
          <a:xfrm>
            <a:off x="2584271" y="431862"/>
            <a:ext cx="0" cy="982477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02" name="Google Shape;1402;p21"/>
          <p:cNvSpPr txBox="1"/>
          <p:nvPr/>
        </p:nvSpPr>
        <p:spPr>
          <a:xfrm>
            <a:off x="2765333" y="85642"/>
            <a:ext cx="11679472" cy="16065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99" u="none" cap="none" strike="noStrike">
                <a:solidFill>
                  <a:srgbClr val="000000"/>
                </a:solidFill>
                <a:latin typeface="Ultra"/>
                <a:ea typeface="Ultra"/>
                <a:cs typeface="Ultra"/>
                <a:sym typeface="Ultra"/>
              </a:rPr>
              <a:t>SPRINTS</a:t>
            </a:r>
            <a:endParaRPr/>
          </a:p>
          <a:p>
            <a:pPr indent="0" lvl="0" marL="0" marR="0" rtl="0" algn="l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8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EVIDENCIAS DE SCRUM</a:t>
            </a:r>
            <a:endParaRPr/>
          </a:p>
        </p:txBody>
      </p:sp>
      <p:grpSp>
        <p:nvGrpSpPr>
          <p:cNvPr id="1403" name="Google Shape;1403;p21"/>
          <p:cNvGrpSpPr/>
          <p:nvPr/>
        </p:nvGrpSpPr>
        <p:grpSpPr>
          <a:xfrm>
            <a:off x="647594" y="2148499"/>
            <a:ext cx="4752164" cy="1784262"/>
            <a:chOff x="0" y="-708884"/>
            <a:chExt cx="6336218" cy="2379016"/>
          </a:xfrm>
        </p:grpSpPr>
        <p:grpSp>
          <p:nvGrpSpPr>
            <p:cNvPr id="1404" name="Google Shape;1404;p21"/>
            <p:cNvGrpSpPr/>
            <p:nvPr/>
          </p:nvGrpSpPr>
          <p:grpSpPr>
            <a:xfrm>
              <a:off x="0" y="-708884"/>
              <a:ext cx="6303434" cy="2379016"/>
              <a:chOff x="0" y="-104775"/>
              <a:chExt cx="931666" cy="351625"/>
            </a:xfrm>
          </p:grpSpPr>
          <p:sp>
            <p:nvSpPr>
              <p:cNvPr id="1405" name="Google Shape;1405;p21"/>
              <p:cNvSpPr/>
              <p:nvPr/>
            </p:nvSpPr>
            <p:spPr>
              <a:xfrm>
                <a:off x="0" y="0"/>
                <a:ext cx="931666" cy="246850"/>
              </a:xfrm>
              <a:custGeom>
                <a:rect b="b" l="l" r="r" t="t"/>
                <a:pathLst>
                  <a:path extrusionOk="0" h="246850" w="931666">
                    <a:moveTo>
                      <a:pt x="0" y="0"/>
                    </a:moveTo>
                    <a:lnTo>
                      <a:pt x="931666" y="0"/>
                    </a:lnTo>
                    <a:lnTo>
                      <a:pt x="931666" y="246850"/>
                    </a:lnTo>
                    <a:lnTo>
                      <a:pt x="0" y="24685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406" name="Google Shape;1406;p21"/>
              <p:cNvSpPr txBox="1"/>
              <p:nvPr/>
            </p:nvSpPr>
            <p:spPr>
              <a:xfrm>
                <a:off x="0" y="-104775"/>
                <a:ext cx="931666" cy="3516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67875" lIns="67875" spcFirstLastPara="1" rIns="67875" wrap="square" tIns="67875">
                <a:noAutofit/>
              </a:bodyPr>
              <a:lstStyle/>
              <a:p>
                <a:pPr indent="0" lvl="0" marL="0" marR="0" rtl="0" algn="ctr">
                  <a:lnSpc>
                    <a:spcPct val="147777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407" name="Google Shape;1407;p21"/>
            <p:cNvGrpSpPr/>
            <p:nvPr/>
          </p:nvGrpSpPr>
          <p:grpSpPr>
            <a:xfrm>
              <a:off x="407349" y="244410"/>
              <a:ext cx="848645" cy="1002311"/>
              <a:chOff x="0" y="-114300"/>
              <a:chExt cx="635000" cy="749981"/>
            </a:xfrm>
          </p:grpSpPr>
          <p:sp>
            <p:nvSpPr>
              <p:cNvPr id="1408" name="Google Shape;1408;p21"/>
              <p:cNvSpPr/>
              <p:nvPr/>
            </p:nvSpPr>
            <p:spPr>
              <a:xfrm>
                <a:off x="0" y="0"/>
                <a:ext cx="635000" cy="635681"/>
              </a:xfrm>
              <a:custGeom>
                <a:rect b="b" l="l" r="r" t="t"/>
                <a:pathLst>
                  <a:path extrusionOk="0" h="635681" w="635000">
                    <a:moveTo>
                      <a:pt x="317500" y="0"/>
                    </a:moveTo>
                    <a:cubicBezTo>
                      <a:pt x="142150" y="0"/>
                      <a:pt x="0" y="142302"/>
                      <a:pt x="0" y="317840"/>
                    </a:cubicBezTo>
                    <a:cubicBezTo>
                      <a:pt x="0" y="493379"/>
                      <a:pt x="142150" y="635681"/>
                      <a:pt x="317500" y="635681"/>
                    </a:cubicBezTo>
                    <a:cubicBezTo>
                      <a:pt x="492850" y="635681"/>
                      <a:pt x="635000" y="493379"/>
                      <a:pt x="635000" y="317840"/>
                    </a:cubicBezTo>
                    <a:cubicBezTo>
                      <a:pt x="635000" y="142302"/>
                      <a:pt x="492850" y="0"/>
                      <a:pt x="317500" y="0"/>
                    </a:cubicBezTo>
                    <a:close/>
                  </a:path>
                </a:pathLst>
              </a:custGeom>
              <a:solidFill>
                <a:srgbClr val="F4961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09" name="Google Shape;1409;p21"/>
              <p:cNvSpPr txBox="1"/>
              <p:nvPr/>
            </p:nvSpPr>
            <p:spPr>
              <a:xfrm>
                <a:off x="0" y="-114300"/>
                <a:ext cx="635000" cy="7499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67875" lIns="67875" spcFirstLastPara="1" rIns="67875" wrap="square" tIns="67875">
                <a:noAutofit/>
              </a:bodyPr>
              <a:lstStyle/>
              <a:p>
                <a:pPr indent="0" lvl="0" marL="0" marR="0" rtl="0" algn="ctr">
                  <a:lnSpc>
                    <a:spcPct val="14001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i="0" lang="en-US" sz="2499" u="none" cap="none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01</a:t>
                </a:r>
                <a:endParaRPr/>
              </a:p>
            </p:txBody>
          </p:sp>
        </p:grpSp>
        <p:sp>
          <p:nvSpPr>
            <p:cNvPr id="1410" name="Google Shape;1410;p21"/>
            <p:cNvSpPr txBox="1"/>
            <p:nvPr/>
          </p:nvSpPr>
          <p:spPr>
            <a:xfrm>
              <a:off x="1612425" y="396863"/>
              <a:ext cx="4691010" cy="7063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0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207" u="none" cap="none" strike="noStrike">
                  <a:solidFill>
                    <a:srgbClr val="1A1A1A"/>
                  </a:solidFill>
                  <a:latin typeface="Arial"/>
                  <a:ea typeface="Arial"/>
                  <a:cs typeface="Arial"/>
                  <a:sym typeface="Arial"/>
                </a:rPr>
                <a:t>Tablero Kanban</a:t>
              </a:r>
              <a:endParaRPr/>
            </a:p>
          </p:txBody>
        </p:sp>
        <p:sp>
          <p:nvSpPr>
            <p:cNvPr id="1411" name="Google Shape;1411;p21"/>
            <p:cNvSpPr txBox="1"/>
            <p:nvPr/>
          </p:nvSpPr>
          <p:spPr>
            <a:xfrm>
              <a:off x="1612425" y="842401"/>
              <a:ext cx="4723793" cy="5077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781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12" name="Google Shape;1412;p21"/>
          <p:cNvSpPr txBox="1"/>
          <p:nvPr/>
        </p:nvSpPr>
        <p:spPr>
          <a:xfrm>
            <a:off x="299918" y="-112423"/>
            <a:ext cx="2599423" cy="18345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147" u="none" cap="none" strike="noStrike">
                <a:solidFill>
                  <a:srgbClr val="000000"/>
                </a:solidFill>
                <a:latin typeface="Ultra"/>
                <a:ea typeface="Ultra"/>
                <a:cs typeface="Ultra"/>
                <a:sym typeface="Ultra"/>
              </a:rPr>
              <a:t>IX.-</a:t>
            </a:r>
            <a:endParaRPr/>
          </a:p>
        </p:txBody>
      </p:sp>
      <p:grpSp>
        <p:nvGrpSpPr>
          <p:cNvPr id="1413" name="Google Shape;1413;p21"/>
          <p:cNvGrpSpPr/>
          <p:nvPr/>
        </p:nvGrpSpPr>
        <p:grpSpPr>
          <a:xfrm>
            <a:off x="647594" y="3985537"/>
            <a:ext cx="4752164" cy="1784262"/>
            <a:chOff x="0" y="-708884"/>
            <a:chExt cx="6336218" cy="2379016"/>
          </a:xfrm>
        </p:grpSpPr>
        <p:grpSp>
          <p:nvGrpSpPr>
            <p:cNvPr id="1414" name="Google Shape;1414;p21"/>
            <p:cNvGrpSpPr/>
            <p:nvPr/>
          </p:nvGrpSpPr>
          <p:grpSpPr>
            <a:xfrm>
              <a:off x="0" y="-708884"/>
              <a:ext cx="6303434" cy="2379016"/>
              <a:chOff x="0" y="-104775"/>
              <a:chExt cx="931666" cy="351625"/>
            </a:xfrm>
          </p:grpSpPr>
          <p:sp>
            <p:nvSpPr>
              <p:cNvPr id="1415" name="Google Shape;1415;p21"/>
              <p:cNvSpPr/>
              <p:nvPr/>
            </p:nvSpPr>
            <p:spPr>
              <a:xfrm>
                <a:off x="0" y="0"/>
                <a:ext cx="931666" cy="246850"/>
              </a:xfrm>
              <a:custGeom>
                <a:rect b="b" l="l" r="r" t="t"/>
                <a:pathLst>
                  <a:path extrusionOk="0" h="246850" w="931666">
                    <a:moveTo>
                      <a:pt x="0" y="0"/>
                    </a:moveTo>
                    <a:lnTo>
                      <a:pt x="931666" y="0"/>
                    </a:lnTo>
                    <a:lnTo>
                      <a:pt x="931666" y="246850"/>
                    </a:lnTo>
                    <a:lnTo>
                      <a:pt x="0" y="24685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416" name="Google Shape;1416;p21"/>
              <p:cNvSpPr txBox="1"/>
              <p:nvPr/>
            </p:nvSpPr>
            <p:spPr>
              <a:xfrm>
                <a:off x="0" y="-104775"/>
                <a:ext cx="931666" cy="3516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67875" lIns="67875" spcFirstLastPara="1" rIns="67875" wrap="square" tIns="67875">
                <a:noAutofit/>
              </a:bodyPr>
              <a:lstStyle/>
              <a:p>
                <a:pPr indent="0" lvl="0" marL="0" marR="0" rtl="0" algn="ctr">
                  <a:lnSpc>
                    <a:spcPct val="147777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417" name="Google Shape;1417;p21"/>
            <p:cNvGrpSpPr/>
            <p:nvPr/>
          </p:nvGrpSpPr>
          <p:grpSpPr>
            <a:xfrm>
              <a:off x="407349" y="244410"/>
              <a:ext cx="848645" cy="1002311"/>
              <a:chOff x="0" y="-114300"/>
              <a:chExt cx="635000" cy="749981"/>
            </a:xfrm>
          </p:grpSpPr>
          <p:sp>
            <p:nvSpPr>
              <p:cNvPr id="1418" name="Google Shape;1418;p21"/>
              <p:cNvSpPr/>
              <p:nvPr/>
            </p:nvSpPr>
            <p:spPr>
              <a:xfrm>
                <a:off x="0" y="0"/>
                <a:ext cx="635000" cy="635681"/>
              </a:xfrm>
              <a:custGeom>
                <a:rect b="b" l="l" r="r" t="t"/>
                <a:pathLst>
                  <a:path extrusionOk="0" h="635681" w="635000">
                    <a:moveTo>
                      <a:pt x="317500" y="0"/>
                    </a:moveTo>
                    <a:cubicBezTo>
                      <a:pt x="142150" y="0"/>
                      <a:pt x="0" y="142302"/>
                      <a:pt x="0" y="317840"/>
                    </a:cubicBezTo>
                    <a:cubicBezTo>
                      <a:pt x="0" y="493379"/>
                      <a:pt x="142150" y="635681"/>
                      <a:pt x="317500" y="635681"/>
                    </a:cubicBezTo>
                    <a:cubicBezTo>
                      <a:pt x="492850" y="635681"/>
                      <a:pt x="635000" y="493379"/>
                      <a:pt x="635000" y="317840"/>
                    </a:cubicBezTo>
                    <a:cubicBezTo>
                      <a:pt x="635000" y="142302"/>
                      <a:pt x="492850" y="0"/>
                      <a:pt x="317500" y="0"/>
                    </a:cubicBezTo>
                    <a:close/>
                  </a:path>
                </a:pathLst>
              </a:custGeom>
              <a:solidFill>
                <a:srgbClr val="F4961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9" name="Google Shape;1419;p21"/>
              <p:cNvSpPr txBox="1"/>
              <p:nvPr/>
            </p:nvSpPr>
            <p:spPr>
              <a:xfrm>
                <a:off x="0" y="-114300"/>
                <a:ext cx="635000" cy="7499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67875" lIns="67875" spcFirstLastPara="1" rIns="67875" wrap="square" tIns="67875">
                <a:noAutofit/>
              </a:bodyPr>
              <a:lstStyle/>
              <a:p>
                <a:pPr indent="0" lvl="0" marL="0" marR="0" rtl="0" algn="ctr">
                  <a:lnSpc>
                    <a:spcPct val="14001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i="0" lang="en-US" sz="2499" u="none" cap="none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04</a:t>
                </a:r>
                <a:endParaRPr/>
              </a:p>
            </p:txBody>
          </p:sp>
        </p:grpSp>
        <p:sp>
          <p:nvSpPr>
            <p:cNvPr id="1420" name="Google Shape;1420;p21"/>
            <p:cNvSpPr txBox="1"/>
            <p:nvPr/>
          </p:nvSpPr>
          <p:spPr>
            <a:xfrm>
              <a:off x="1612425" y="396863"/>
              <a:ext cx="4691010" cy="7063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0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207" u="none" cap="none" strike="noStrike">
                  <a:solidFill>
                    <a:srgbClr val="1A1A1A"/>
                  </a:solidFill>
                  <a:latin typeface="Arial"/>
                  <a:ea typeface="Arial"/>
                  <a:cs typeface="Arial"/>
                  <a:sym typeface="Arial"/>
                </a:rPr>
                <a:t>Sprint backlog</a:t>
              </a:r>
              <a:endParaRPr/>
            </a:p>
          </p:txBody>
        </p:sp>
        <p:sp>
          <p:nvSpPr>
            <p:cNvPr id="1421" name="Google Shape;1421;p21"/>
            <p:cNvSpPr txBox="1"/>
            <p:nvPr/>
          </p:nvSpPr>
          <p:spPr>
            <a:xfrm>
              <a:off x="1612425" y="842401"/>
              <a:ext cx="4723793" cy="5077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781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22" name="Google Shape;1422;p21"/>
          <p:cNvGrpSpPr/>
          <p:nvPr/>
        </p:nvGrpSpPr>
        <p:grpSpPr>
          <a:xfrm>
            <a:off x="647594" y="5822576"/>
            <a:ext cx="4752164" cy="1784262"/>
            <a:chOff x="0" y="-708884"/>
            <a:chExt cx="6336218" cy="2379016"/>
          </a:xfrm>
        </p:grpSpPr>
        <p:grpSp>
          <p:nvGrpSpPr>
            <p:cNvPr id="1423" name="Google Shape;1423;p21"/>
            <p:cNvGrpSpPr/>
            <p:nvPr/>
          </p:nvGrpSpPr>
          <p:grpSpPr>
            <a:xfrm>
              <a:off x="0" y="-708884"/>
              <a:ext cx="6303434" cy="2379016"/>
              <a:chOff x="0" y="-104775"/>
              <a:chExt cx="931666" cy="351625"/>
            </a:xfrm>
          </p:grpSpPr>
          <p:sp>
            <p:nvSpPr>
              <p:cNvPr id="1424" name="Google Shape;1424;p21"/>
              <p:cNvSpPr/>
              <p:nvPr/>
            </p:nvSpPr>
            <p:spPr>
              <a:xfrm>
                <a:off x="0" y="0"/>
                <a:ext cx="931666" cy="246850"/>
              </a:xfrm>
              <a:custGeom>
                <a:rect b="b" l="l" r="r" t="t"/>
                <a:pathLst>
                  <a:path extrusionOk="0" h="246850" w="931666">
                    <a:moveTo>
                      <a:pt x="0" y="0"/>
                    </a:moveTo>
                    <a:lnTo>
                      <a:pt x="931666" y="0"/>
                    </a:lnTo>
                    <a:lnTo>
                      <a:pt x="931666" y="246850"/>
                    </a:lnTo>
                    <a:lnTo>
                      <a:pt x="0" y="24685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425" name="Google Shape;1425;p21"/>
              <p:cNvSpPr txBox="1"/>
              <p:nvPr/>
            </p:nvSpPr>
            <p:spPr>
              <a:xfrm>
                <a:off x="0" y="-104775"/>
                <a:ext cx="931666" cy="3516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67875" lIns="67875" spcFirstLastPara="1" rIns="67875" wrap="square" tIns="67875">
                <a:noAutofit/>
              </a:bodyPr>
              <a:lstStyle/>
              <a:p>
                <a:pPr indent="0" lvl="0" marL="0" marR="0" rtl="0" algn="ctr">
                  <a:lnSpc>
                    <a:spcPct val="147777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426" name="Google Shape;1426;p21"/>
            <p:cNvGrpSpPr/>
            <p:nvPr/>
          </p:nvGrpSpPr>
          <p:grpSpPr>
            <a:xfrm>
              <a:off x="407349" y="244410"/>
              <a:ext cx="848645" cy="1002311"/>
              <a:chOff x="0" y="-114300"/>
              <a:chExt cx="635000" cy="749981"/>
            </a:xfrm>
          </p:grpSpPr>
          <p:sp>
            <p:nvSpPr>
              <p:cNvPr id="1427" name="Google Shape;1427;p21"/>
              <p:cNvSpPr/>
              <p:nvPr/>
            </p:nvSpPr>
            <p:spPr>
              <a:xfrm>
                <a:off x="0" y="0"/>
                <a:ext cx="635000" cy="635681"/>
              </a:xfrm>
              <a:custGeom>
                <a:rect b="b" l="l" r="r" t="t"/>
                <a:pathLst>
                  <a:path extrusionOk="0" h="635681" w="635000">
                    <a:moveTo>
                      <a:pt x="317500" y="0"/>
                    </a:moveTo>
                    <a:cubicBezTo>
                      <a:pt x="142150" y="0"/>
                      <a:pt x="0" y="142302"/>
                      <a:pt x="0" y="317840"/>
                    </a:cubicBezTo>
                    <a:cubicBezTo>
                      <a:pt x="0" y="493379"/>
                      <a:pt x="142150" y="635681"/>
                      <a:pt x="317500" y="635681"/>
                    </a:cubicBezTo>
                    <a:cubicBezTo>
                      <a:pt x="492850" y="635681"/>
                      <a:pt x="635000" y="493379"/>
                      <a:pt x="635000" y="317840"/>
                    </a:cubicBezTo>
                    <a:cubicBezTo>
                      <a:pt x="635000" y="142302"/>
                      <a:pt x="492850" y="0"/>
                      <a:pt x="317500" y="0"/>
                    </a:cubicBezTo>
                    <a:close/>
                  </a:path>
                </a:pathLst>
              </a:custGeom>
              <a:solidFill>
                <a:srgbClr val="F4961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8" name="Google Shape;1428;p21"/>
              <p:cNvSpPr txBox="1"/>
              <p:nvPr/>
            </p:nvSpPr>
            <p:spPr>
              <a:xfrm>
                <a:off x="0" y="-114300"/>
                <a:ext cx="635000" cy="7499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67875" lIns="67875" spcFirstLastPara="1" rIns="67875" wrap="square" tIns="67875">
                <a:noAutofit/>
              </a:bodyPr>
              <a:lstStyle/>
              <a:p>
                <a:pPr indent="0" lvl="0" marL="0" marR="0" rtl="0" algn="ctr">
                  <a:lnSpc>
                    <a:spcPct val="14001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i="0" lang="en-US" sz="2499" u="none" cap="none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07</a:t>
                </a:r>
                <a:endParaRPr/>
              </a:p>
            </p:txBody>
          </p:sp>
        </p:grpSp>
        <p:sp>
          <p:nvSpPr>
            <p:cNvPr id="1429" name="Google Shape;1429;p21"/>
            <p:cNvSpPr txBox="1"/>
            <p:nvPr/>
          </p:nvSpPr>
          <p:spPr>
            <a:xfrm>
              <a:off x="1612425" y="-13881"/>
              <a:ext cx="4691010" cy="15278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0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207" u="none" cap="none" strike="noStrike">
                  <a:solidFill>
                    <a:srgbClr val="1A1A1A"/>
                  </a:solidFill>
                  <a:latin typeface="Arial"/>
                  <a:ea typeface="Arial"/>
                  <a:cs typeface="Arial"/>
                  <a:sym typeface="Arial"/>
                </a:rPr>
                <a:t>Bi- Weekly Meetings</a:t>
              </a:r>
              <a:endParaRPr/>
            </a:p>
          </p:txBody>
        </p:sp>
        <p:sp>
          <p:nvSpPr>
            <p:cNvPr id="1430" name="Google Shape;1430;p21"/>
            <p:cNvSpPr txBox="1"/>
            <p:nvPr/>
          </p:nvSpPr>
          <p:spPr>
            <a:xfrm>
              <a:off x="1612425" y="816093"/>
              <a:ext cx="4723793" cy="56040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781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31" name="Google Shape;1431;p21"/>
          <p:cNvGrpSpPr/>
          <p:nvPr/>
        </p:nvGrpSpPr>
        <p:grpSpPr>
          <a:xfrm>
            <a:off x="6446744" y="2171584"/>
            <a:ext cx="4752164" cy="1784262"/>
            <a:chOff x="0" y="-708884"/>
            <a:chExt cx="6336218" cy="2379016"/>
          </a:xfrm>
        </p:grpSpPr>
        <p:grpSp>
          <p:nvGrpSpPr>
            <p:cNvPr id="1432" name="Google Shape;1432;p21"/>
            <p:cNvGrpSpPr/>
            <p:nvPr/>
          </p:nvGrpSpPr>
          <p:grpSpPr>
            <a:xfrm>
              <a:off x="0" y="-708884"/>
              <a:ext cx="6303434" cy="2379016"/>
              <a:chOff x="0" y="-104775"/>
              <a:chExt cx="931666" cy="351625"/>
            </a:xfrm>
          </p:grpSpPr>
          <p:sp>
            <p:nvSpPr>
              <p:cNvPr id="1433" name="Google Shape;1433;p21"/>
              <p:cNvSpPr/>
              <p:nvPr/>
            </p:nvSpPr>
            <p:spPr>
              <a:xfrm>
                <a:off x="0" y="0"/>
                <a:ext cx="931666" cy="246850"/>
              </a:xfrm>
              <a:custGeom>
                <a:rect b="b" l="l" r="r" t="t"/>
                <a:pathLst>
                  <a:path extrusionOk="0" h="246850" w="931666">
                    <a:moveTo>
                      <a:pt x="0" y="0"/>
                    </a:moveTo>
                    <a:lnTo>
                      <a:pt x="931666" y="0"/>
                    </a:lnTo>
                    <a:lnTo>
                      <a:pt x="931666" y="246850"/>
                    </a:lnTo>
                    <a:lnTo>
                      <a:pt x="0" y="24685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434" name="Google Shape;1434;p21"/>
              <p:cNvSpPr txBox="1"/>
              <p:nvPr/>
            </p:nvSpPr>
            <p:spPr>
              <a:xfrm>
                <a:off x="0" y="-104775"/>
                <a:ext cx="931666" cy="3516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67875" lIns="67875" spcFirstLastPara="1" rIns="67875" wrap="square" tIns="67875">
                <a:noAutofit/>
              </a:bodyPr>
              <a:lstStyle/>
              <a:p>
                <a:pPr indent="0" lvl="0" marL="0" marR="0" rtl="0" algn="ctr">
                  <a:lnSpc>
                    <a:spcPct val="147777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435" name="Google Shape;1435;p21"/>
            <p:cNvGrpSpPr/>
            <p:nvPr/>
          </p:nvGrpSpPr>
          <p:grpSpPr>
            <a:xfrm>
              <a:off x="407349" y="244410"/>
              <a:ext cx="848645" cy="1002311"/>
              <a:chOff x="0" y="-114300"/>
              <a:chExt cx="635000" cy="749981"/>
            </a:xfrm>
          </p:grpSpPr>
          <p:sp>
            <p:nvSpPr>
              <p:cNvPr id="1436" name="Google Shape;1436;p21"/>
              <p:cNvSpPr/>
              <p:nvPr/>
            </p:nvSpPr>
            <p:spPr>
              <a:xfrm>
                <a:off x="0" y="0"/>
                <a:ext cx="635000" cy="635681"/>
              </a:xfrm>
              <a:custGeom>
                <a:rect b="b" l="l" r="r" t="t"/>
                <a:pathLst>
                  <a:path extrusionOk="0" h="635681" w="635000">
                    <a:moveTo>
                      <a:pt x="317500" y="0"/>
                    </a:moveTo>
                    <a:cubicBezTo>
                      <a:pt x="142150" y="0"/>
                      <a:pt x="0" y="142302"/>
                      <a:pt x="0" y="317840"/>
                    </a:cubicBezTo>
                    <a:cubicBezTo>
                      <a:pt x="0" y="493379"/>
                      <a:pt x="142150" y="635681"/>
                      <a:pt x="317500" y="635681"/>
                    </a:cubicBezTo>
                    <a:cubicBezTo>
                      <a:pt x="492850" y="635681"/>
                      <a:pt x="635000" y="493379"/>
                      <a:pt x="635000" y="317840"/>
                    </a:cubicBezTo>
                    <a:cubicBezTo>
                      <a:pt x="635000" y="142302"/>
                      <a:pt x="492850" y="0"/>
                      <a:pt x="317500" y="0"/>
                    </a:cubicBezTo>
                    <a:close/>
                  </a:path>
                </a:pathLst>
              </a:custGeom>
              <a:solidFill>
                <a:srgbClr val="F4961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37" name="Google Shape;1437;p21"/>
              <p:cNvSpPr txBox="1"/>
              <p:nvPr/>
            </p:nvSpPr>
            <p:spPr>
              <a:xfrm>
                <a:off x="0" y="-114300"/>
                <a:ext cx="635000" cy="7499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67875" lIns="67875" spcFirstLastPara="1" rIns="67875" wrap="square" tIns="67875">
                <a:noAutofit/>
              </a:bodyPr>
              <a:lstStyle/>
              <a:p>
                <a:pPr indent="0" lvl="0" marL="0" marR="0" rtl="0" algn="ctr">
                  <a:lnSpc>
                    <a:spcPct val="14001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i="0" lang="en-US" sz="2499" u="none" cap="none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02</a:t>
                </a:r>
                <a:endParaRPr/>
              </a:p>
            </p:txBody>
          </p:sp>
        </p:grpSp>
        <p:sp>
          <p:nvSpPr>
            <p:cNvPr id="1438" name="Google Shape;1438;p21"/>
            <p:cNvSpPr txBox="1"/>
            <p:nvPr/>
          </p:nvSpPr>
          <p:spPr>
            <a:xfrm>
              <a:off x="1612425" y="396863"/>
              <a:ext cx="4691010" cy="7063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0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207" u="none" cap="none" strike="noStrike">
                  <a:solidFill>
                    <a:srgbClr val="1A1A1A"/>
                  </a:solidFill>
                  <a:latin typeface="Arial"/>
                  <a:ea typeface="Arial"/>
                  <a:cs typeface="Arial"/>
                  <a:sym typeface="Arial"/>
                </a:rPr>
                <a:t>Sprint Review</a:t>
              </a:r>
              <a:endParaRPr/>
            </a:p>
          </p:txBody>
        </p:sp>
        <p:sp>
          <p:nvSpPr>
            <p:cNvPr id="1439" name="Google Shape;1439;p21"/>
            <p:cNvSpPr txBox="1"/>
            <p:nvPr/>
          </p:nvSpPr>
          <p:spPr>
            <a:xfrm>
              <a:off x="1612425" y="842401"/>
              <a:ext cx="4723793" cy="5077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781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40" name="Google Shape;1440;p21"/>
          <p:cNvGrpSpPr/>
          <p:nvPr/>
        </p:nvGrpSpPr>
        <p:grpSpPr>
          <a:xfrm>
            <a:off x="6446744" y="3985537"/>
            <a:ext cx="4752164" cy="1784262"/>
            <a:chOff x="0" y="-708884"/>
            <a:chExt cx="6336218" cy="2379016"/>
          </a:xfrm>
        </p:grpSpPr>
        <p:grpSp>
          <p:nvGrpSpPr>
            <p:cNvPr id="1441" name="Google Shape;1441;p21"/>
            <p:cNvGrpSpPr/>
            <p:nvPr/>
          </p:nvGrpSpPr>
          <p:grpSpPr>
            <a:xfrm>
              <a:off x="0" y="-708884"/>
              <a:ext cx="6303434" cy="2379016"/>
              <a:chOff x="0" y="-104775"/>
              <a:chExt cx="931666" cy="351625"/>
            </a:xfrm>
          </p:grpSpPr>
          <p:sp>
            <p:nvSpPr>
              <p:cNvPr id="1442" name="Google Shape;1442;p21"/>
              <p:cNvSpPr/>
              <p:nvPr/>
            </p:nvSpPr>
            <p:spPr>
              <a:xfrm>
                <a:off x="0" y="0"/>
                <a:ext cx="931666" cy="246850"/>
              </a:xfrm>
              <a:custGeom>
                <a:rect b="b" l="l" r="r" t="t"/>
                <a:pathLst>
                  <a:path extrusionOk="0" h="246850" w="931666">
                    <a:moveTo>
                      <a:pt x="0" y="0"/>
                    </a:moveTo>
                    <a:lnTo>
                      <a:pt x="931666" y="0"/>
                    </a:lnTo>
                    <a:lnTo>
                      <a:pt x="931666" y="246850"/>
                    </a:lnTo>
                    <a:lnTo>
                      <a:pt x="0" y="24685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443" name="Google Shape;1443;p21"/>
              <p:cNvSpPr txBox="1"/>
              <p:nvPr/>
            </p:nvSpPr>
            <p:spPr>
              <a:xfrm>
                <a:off x="0" y="-104775"/>
                <a:ext cx="931666" cy="3516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67875" lIns="67875" spcFirstLastPara="1" rIns="67875" wrap="square" tIns="67875">
                <a:noAutofit/>
              </a:bodyPr>
              <a:lstStyle/>
              <a:p>
                <a:pPr indent="0" lvl="0" marL="0" marR="0" rtl="0" algn="ctr">
                  <a:lnSpc>
                    <a:spcPct val="147777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444" name="Google Shape;1444;p21"/>
            <p:cNvGrpSpPr/>
            <p:nvPr/>
          </p:nvGrpSpPr>
          <p:grpSpPr>
            <a:xfrm>
              <a:off x="407349" y="244410"/>
              <a:ext cx="848645" cy="1002311"/>
              <a:chOff x="0" y="-114300"/>
              <a:chExt cx="635000" cy="749981"/>
            </a:xfrm>
          </p:grpSpPr>
          <p:sp>
            <p:nvSpPr>
              <p:cNvPr id="1445" name="Google Shape;1445;p21"/>
              <p:cNvSpPr/>
              <p:nvPr/>
            </p:nvSpPr>
            <p:spPr>
              <a:xfrm>
                <a:off x="0" y="0"/>
                <a:ext cx="635000" cy="635681"/>
              </a:xfrm>
              <a:custGeom>
                <a:rect b="b" l="l" r="r" t="t"/>
                <a:pathLst>
                  <a:path extrusionOk="0" h="635681" w="635000">
                    <a:moveTo>
                      <a:pt x="317500" y="0"/>
                    </a:moveTo>
                    <a:cubicBezTo>
                      <a:pt x="142150" y="0"/>
                      <a:pt x="0" y="142302"/>
                      <a:pt x="0" y="317840"/>
                    </a:cubicBezTo>
                    <a:cubicBezTo>
                      <a:pt x="0" y="493379"/>
                      <a:pt x="142150" y="635681"/>
                      <a:pt x="317500" y="635681"/>
                    </a:cubicBezTo>
                    <a:cubicBezTo>
                      <a:pt x="492850" y="635681"/>
                      <a:pt x="635000" y="493379"/>
                      <a:pt x="635000" y="317840"/>
                    </a:cubicBezTo>
                    <a:cubicBezTo>
                      <a:pt x="635000" y="142302"/>
                      <a:pt x="492850" y="0"/>
                      <a:pt x="317500" y="0"/>
                    </a:cubicBezTo>
                    <a:close/>
                  </a:path>
                </a:pathLst>
              </a:custGeom>
              <a:solidFill>
                <a:srgbClr val="F4961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6" name="Google Shape;1446;p21"/>
              <p:cNvSpPr txBox="1"/>
              <p:nvPr/>
            </p:nvSpPr>
            <p:spPr>
              <a:xfrm>
                <a:off x="0" y="-114300"/>
                <a:ext cx="635000" cy="7499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67875" lIns="67875" spcFirstLastPara="1" rIns="67875" wrap="square" tIns="67875">
                <a:noAutofit/>
              </a:bodyPr>
              <a:lstStyle/>
              <a:p>
                <a:pPr indent="0" lvl="0" marL="0" marR="0" rtl="0" algn="ctr">
                  <a:lnSpc>
                    <a:spcPct val="14001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i="0" lang="en-US" sz="2499" u="none" cap="none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05</a:t>
                </a:r>
                <a:endParaRPr/>
              </a:p>
            </p:txBody>
          </p:sp>
        </p:grpSp>
        <p:sp>
          <p:nvSpPr>
            <p:cNvPr id="1447" name="Google Shape;1447;p21"/>
            <p:cNvSpPr txBox="1"/>
            <p:nvPr/>
          </p:nvSpPr>
          <p:spPr>
            <a:xfrm>
              <a:off x="1612425" y="60800"/>
              <a:ext cx="4691010" cy="137850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0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207" u="none" cap="none" strike="noStrike">
                  <a:solidFill>
                    <a:srgbClr val="1A1A1A"/>
                  </a:solidFill>
                  <a:latin typeface="Arial"/>
                  <a:ea typeface="Arial"/>
                  <a:cs typeface="Arial"/>
                  <a:sym typeface="Arial"/>
                </a:rPr>
                <a:t>Sprint Retrospective</a:t>
              </a:r>
              <a:endParaRPr/>
            </a:p>
          </p:txBody>
        </p:sp>
        <p:sp>
          <p:nvSpPr>
            <p:cNvPr id="1448" name="Google Shape;1448;p21"/>
            <p:cNvSpPr txBox="1"/>
            <p:nvPr/>
          </p:nvSpPr>
          <p:spPr>
            <a:xfrm>
              <a:off x="1612425" y="842401"/>
              <a:ext cx="4723793" cy="5077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781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49" name="Google Shape;1449;p21"/>
          <p:cNvGrpSpPr/>
          <p:nvPr/>
        </p:nvGrpSpPr>
        <p:grpSpPr>
          <a:xfrm>
            <a:off x="6446744" y="5799491"/>
            <a:ext cx="4752164" cy="1784262"/>
            <a:chOff x="0" y="-708884"/>
            <a:chExt cx="6336218" cy="2379016"/>
          </a:xfrm>
        </p:grpSpPr>
        <p:grpSp>
          <p:nvGrpSpPr>
            <p:cNvPr id="1450" name="Google Shape;1450;p21"/>
            <p:cNvGrpSpPr/>
            <p:nvPr/>
          </p:nvGrpSpPr>
          <p:grpSpPr>
            <a:xfrm>
              <a:off x="0" y="-708884"/>
              <a:ext cx="6303434" cy="2379016"/>
              <a:chOff x="0" y="-104775"/>
              <a:chExt cx="931666" cy="351625"/>
            </a:xfrm>
          </p:grpSpPr>
          <p:sp>
            <p:nvSpPr>
              <p:cNvPr id="1451" name="Google Shape;1451;p21"/>
              <p:cNvSpPr/>
              <p:nvPr/>
            </p:nvSpPr>
            <p:spPr>
              <a:xfrm>
                <a:off x="0" y="0"/>
                <a:ext cx="931666" cy="246850"/>
              </a:xfrm>
              <a:custGeom>
                <a:rect b="b" l="l" r="r" t="t"/>
                <a:pathLst>
                  <a:path extrusionOk="0" h="246850" w="931666">
                    <a:moveTo>
                      <a:pt x="0" y="0"/>
                    </a:moveTo>
                    <a:lnTo>
                      <a:pt x="931666" y="0"/>
                    </a:lnTo>
                    <a:lnTo>
                      <a:pt x="931666" y="246850"/>
                    </a:lnTo>
                    <a:lnTo>
                      <a:pt x="0" y="24685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452" name="Google Shape;1452;p21"/>
              <p:cNvSpPr txBox="1"/>
              <p:nvPr/>
            </p:nvSpPr>
            <p:spPr>
              <a:xfrm>
                <a:off x="0" y="-104775"/>
                <a:ext cx="931666" cy="3516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67875" lIns="67875" spcFirstLastPara="1" rIns="67875" wrap="square" tIns="67875">
                <a:noAutofit/>
              </a:bodyPr>
              <a:lstStyle/>
              <a:p>
                <a:pPr indent="0" lvl="0" marL="0" marR="0" rtl="0" algn="ctr">
                  <a:lnSpc>
                    <a:spcPct val="147777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453" name="Google Shape;1453;p21"/>
            <p:cNvGrpSpPr/>
            <p:nvPr/>
          </p:nvGrpSpPr>
          <p:grpSpPr>
            <a:xfrm>
              <a:off x="407349" y="244410"/>
              <a:ext cx="848645" cy="1002311"/>
              <a:chOff x="0" y="-114300"/>
              <a:chExt cx="635000" cy="749981"/>
            </a:xfrm>
          </p:grpSpPr>
          <p:sp>
            <p:nvSpPr>
              <p:cNvPr id="1454" name="Google Shape;1454;p21"/>
              <p:cNvSpPr/>
              <p:nvPr/>
            </p:nvSpPr>
            <p:spPr>
              <a:xfrm>
                <a:off x="0" y="0"/>
                <a:ext cx="635000" cy="635681"/>
              </a:xfrm>
              <a:custGeom>
                <a:rect b="b" l="l" r="r" t="t"/>
                <a:pathLst>
                  <a:path extrusionOk="0" h="635681" w="635000">
                    <a:moveTo>
                      <a:pt x="317500" y="0"/>
                    </a:moveTo>
                    <a:cubicBezTo>
                      <a:pt x="142150" y="0"/>
                      <a:pt x="0" y="142302"/>
                      <a:pt x="0" y="317840"/>
                    </a:cubicBezTo>
                    <a:cubicBezTo>
                      <a:pt x="0" y="493379"/>
                      <a:pt x="142150" y="635681"/>
                      <a:pt x="317500" y="635681"/>
                    </a:cubicBezTo>
                    <a:cubicBezTo>
                      <a:pt x="492850" y="635681"/>
                      <a:pt x="635000" y="493379"/>
                      <a:pt x="635000" y="317840"/>
                    </a:cubicBezTo>
                    <a:cubicBezTo>
                      <a:pt x="635000" y="142302"/>
                      <a:pt x="492850" y="0"/>
                      <a:pt x="317500" y="0"/>
                    </a:cubicBezTo>
                    <a:close/>
                  </a:path>
                </a:pathLst>
              </a:custGeom>
              <a:solidFill>
                <a:srgbClr val="F4961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5" name="Google Shape;1455;p21"/>
              <p:cNvSpPr txBox="1"/>
              <p:nvPr/>
            </p:nvSpPr>
            <p:spPr>
              <a:xfrm>
                <a:off x="0" y="-114300"/>
                <a:ext cx="635000" cy="7499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67875" lIns="67875" spcFirstLastPara="1" rIns="67875" wrap="square" tIns="67875">
                <a:noAutofit/>
              </a:bodyPr>
              <a:lstStyle/>
              <a:p>
                <a:pPr indent="0" lvl="0" marL="0" marR="0" rtl="0" algn="ctr">
                  <a:lnSpc>
                    <a:spcPct val="14001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i="0" lang="en-US" sz="2499" u="none" cap="none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08</a:t>
                </a:r>
                <a:endParaRPr/>
              </a:p>
            </p:txBody>
          </p:sp>
        </p:grpSp>
        <p:sp>
          <p:nvSpPr>
            <p:cNvPr id="1456" name="Google Shape;1456;p21"/>
            <p:cNvSpPr txBox="1"/>
            <p:nvPr/>
          </p:nvSpPr>
          <p:spPr>
            <a:xfrm>
              <a:off x="1612425" y="359523"/>
              <a:ext cx="4691010" cy="78105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0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207" u="none" cap="none" strike="noStrike">
                  <a:solidFill>
                    <a:srgbClr val="1A1A1A"/>
                  </a:solidFill>
                  <a:latin typeface="Arial"/>
                  <a:ea typeface="Arial"/>
                  <a:cs typeface="Arial"/>
                  <a:sym typeface="Arial"/>
                </a:rPr>
                <a:t>Incrementables</a:t>
              </a:r>
              <a:endParaRPr/>
            </a:p>
          </p:txBody>
        </p:sp>
        <p:sp>
          <p:nvSpPr>
            <p:cNvPr id="1457" name="Google Shape;1457;p21"/>
            <p:cNvSpPr txBox="1"/>
            <p:nvPr/>
          </p:nvSpPr>
          <p:spPr>
            <a:xfrm>
              <a:off x="1612425" y="842401"/>
              <a:ext cx="4723793" cy="5077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781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58" name="Google Shape;1458;p21"/>
          <p:cNvGrpSpPr/>
          <p:nvPr/>
        </p:nvGrpSpPr>
        <p:grpSpPr>
          <a:xfrm>
            <a:off x="12296194" y="2128132"/>
            <a:ext cx="4752164" cy="1784262"/>
            <a:chOff x="0" y="-708884"/>
            <a:chExt cx="6336218" cy="2379016"/>
          </a:xfrm>
        </p:grpSpPr>
        <p:grpSp>
          <p:nvGrpSpPr>
            <p:cNvPr id="1459" name="Google Shape;1459;p21"/>
            <p:cNvGrpSpPr/>
            <p:nvPr/>
          </p:nvGrpSpPr>
          <p:grpSpPr>
            <a:xfrm>
              <a:off x="0" y="-708884"/>
              <a:ext cx="6303434" cy="2379016"/>
              <a:chOff x="0" y="-104775"/>
              <a:chExt cx="931666" cy="351625"/>
            </a:xfrm>
          </p:grpSpPr>
          <p:sp>
            <p:nvSpPr>
              <p:cNvPr id="1460" name="Google Shape;1460;p21"/>
              <p:cNvSpPr/>
              <p:nvPr/>
            </p:nvSpPr>
            <p:spPr>
              <a:xfrm>
                <a:off x="0" y="0"/>
                <a:ext cx="931666" cy="246850"/>
              </a:xfrm>
              <a:custGeom>
                <a:rect b="b" l="l" r="r" t="t"/>
                <a:pathLst>
                  <a:path extrusionOk="0" h="246850" w="931666">
                    <a:moveTo>
                      <a:pt x="0" y="0"/>
                    </a:moveTo>
                    <a:lnTo>
                      <a:pt x="931666" y="0"/>
                    </a:lnTo>
                    <a:lnTo>
                      <a:pt x="931666" y="246850"/>
                    </a:lnTo>
                    <a:lnTo>
                      <a:pt x="0" y="24685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461" name="Google Shape;1461;p21"/>
              <p:cNvSpPr txBox="1"/>
              <p:nvPr/>
            </p:nvSpPr>
            <p:spPr>
              <a:xfrm>
                <a:off x="0" y="-104775"/>
                <a:ext cx="931666" cy="3516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67875" lIns="67875" spcFirstLastPara="1" rIns="67875" wrap="square" tIns="67875">
                <a:noAutofit/>
              </a:bodyPr>
              <a:lstStyle/>
              <a:p>
                <a:pPr indent="0" lvl="0" marL="0" marR="0" rtl="0" algn="ctr">
                  <a:lnSpc>
                    <a:spcPct val="147777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462" name="Google Shape;1462;p21"/>
            <p:cNvGrpSpPr/>
            <p:nvPr/>
          </p:nvGrpSpPr>
          <p:grpSpPr>
            <a:xfrm>
              <a:off x="407349" y="244410"/>
              <a:ext cx="848645" cy="1002311"/>
              <a:chOff x="0" y="-114300"/>
              <a:chExt cx="635000" cy="749981"/>
            </a:xfrm>
          </p:grpSpPr>
          <p:sp>
            <p:nvSpPr>
              <p:cNvPr id="1463" name="Google Shape;1463;p21"/>
              <p:cNvSpPr/>
              <p:nvPr/>
            </p:nvSpPr>
            <p:spPr>
              <a:xfrm>
                <a:off x="0" y="0"/>
                <a:ext cx="635000" cy="635681"/>
              </a:xfrm>
              <a:custGeom>
                <a:rect b="b" l="l" r="r" t="t"/>
                <a:pathLst>
                  <a:path extrusionOk="0" h="635681" w="635000">
                    <a:moveTo>
                      <a:pt x="317500" y="0"/>
                    </a:moveTo>
                    <a:cubicBezTo>
                      <a:pt x="142150" y="0"/>
                      <a:pt x="0" y="142302"/>
                      <a:pt x="0" y="317840"/>
                    </a:cubicBezTo>
                    <a:cubicBezTo>
                      <a:pt x="0" y="493379"/>
                      <a:pt x="142150" y="635681"/>
                      <a:pt x="317500" y="635681"/>
                    </a:cubicBezTo>
                    <a:cubicBezTo>
                      <a:pt x="492850" y="635681"/>
                      <a:pt x="635000" y="493379"/>
                      <a:pt x="635000" y="317840"/>
                    </a:cubicBezTo>
                    <a:cubicBezTo>
                      <a:pt x="635000" y="142302"/>
                      <a:pt x="492850" y="0"/>
                      <a:pt x="317500" y="0"/>
                    </a:cubicBezTo>
                    <a:close/>
                  </a:path>
                </a:pathLst>
              </a:custGeom>
              <a:solidFill>
                <a:srgbClr val="F4961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4" name="Google Shape;1464;p21"/>
              <p:cNvSpPr txBox="1"/>
              <p:nvPr/>
            </p:nvSpPr>
            <p:spPr>
              <a:xfrm>
                <a:off x="0" y="-114300"/>
                <a:ext cx="635000" cy="7499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67875" lIns="67875" spcFirstLastPara="1" rIns="67875" wrap="square" tIns="67875">
                <a:noAutofit/>
              </a:bodyPr>
              <a:lstStyle/>
              <a:p>
                <a:pPr indent="0" lvl="0" marL="0" marR="0" rtl="0" algn="ctr">
                  <a:lnSpc>
                    <a:spcPct val="14001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i="0" lang="en-US" sz="2499" u="none" cap="none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03</a:t>
                </a:r>
                <a:endParaRPr/>
              </a:p>
            </p:txBody>
          </p:sp>
        </p:grpSp>
        <p:sp>
          <p:nvSpPr>
            <p:cNvPr id="1465" name="Google Shape;1465;p21"/>
            <p:cNvSpPr txBox="1"/>
            <p:nvPr/>
          </p:nvSpPr>
          <p:spPr>
            <a:xfrm>
              <a:off x="1612425" y="396863"/>
              <a:ext cx="4691010" cy="7063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0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207" u="none" cap="none" strike="noStrike">
                  <a:solidFill>
                    <a:srgbClr val="1A1A1A"/>
                  </a:solidFill>
                  <a:latin typeface="Arial"/>
                  <a:ea typeface="Arial"/>
                  <a:cs typeface="Arial"/>
                  <a:sym typeface="Arial"/>
                </a:rPr>
                <a:t>Impediment Log</a:t>
              </a:r>
              <a:endParaRPr/>
            </a:p>
          </p:txBody>
        </p:sp>
        <p:sp>
          <p:nvSpPr>
            <p:cNvPr id="1466" name="Google Shape;1466;p21"/>
            <p:cNvSpPr txBox="1"/>
            <p:nvPr/>
          </p:nvSpPr>
          <p:spPr>
            <a:xfrm>
              <a:off x="1612425" y="842401"/>
              <a:ext cx="4723793" cy="5077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781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67" name="Google Shape;1467;p21"/>
          <p:cNvGrpSpPr/>
          <p:nvPr/>
        </p:nvGrpSpPr>
        <p:grpSpPr>
          <a:xfrm>
            <a:off x="12296194" y="3985537"/>
            <a:ext cx="4752164" cy="1784262"/>
            <a:chOff x="0" y="-708884"/>
            <a:chExt cx="6336218" cy="2379016"/>
          </a:xfrm>
        </p:grpSpPr>
        <p:grpSp>
          <p:nvGrpSpPr>
            <p:cNvPr id="1468" name="Google Shape;1468;p21"/>
            <p:cNvGrpSpPr/>
            <p:nvPr/>
          </p:nvGrpSpPr>
          <p:grpSpPr>
            <a:xfrm>
              <a:off x="0" y="-708884"/>
              <a:ext cx="6303434" cy="2379016"/>
              <a:chOff x="0" y="-104775"/>
              <a:chExt cx="931666" cy="351625"/>
            </a:xfrm>
          </p:grpSpPr>
          <p:sp>
            <p:nvSpPr>
              <p:cNvPr id="1469" name="Google Shape;1469;p21"/>
              <p:cNvSpPr/>
              <p:nvPr/>
            </p:nvSpPr>
            <p:spPr>
              <a:xfrm>
                <a:off x="0" y="0"/>
                <a:ext cx="931666" cy="246850"/>
              </a:xfrm>
              <a:custGeom>
                <a:rect b="b" l="l" r="r" t="t"/>
                <a:pathLst>
                  <a:path extrusionOk="0" h="246850" w="931666">
                    <a:moveTo>
                      <a:pt x="0" y="0"/>
                    </a:moveTo>
                    <a:lnTo>
                      <a:pt x="931666" y="0"/>
                    </a:lnTo>
                    <a:lnTo>
                      <a:pt x="931666" y="246850"/>
                    </a:lnTo>
                    <a:lnTo>
                      <a:pt x="0" y="24685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470" name="Google Shape;1470;p21"/>
              <p:cNvSpPr txBox="1"/>
              <p:nvPr/>
            </p:nvSpPr>
            <p:spPr>
              <a:xfrm>
                <a:off x="0" y="-104775"/>
                <a:ext cx="931666" cy="3516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67875" lIns="67875" spcFirstLastPara="1" rIns="67875" wrap="square" tIns="67875">
                <a:noAutofit/>
              </a:bodyPr>
              <a:lstStyle/>
              <a:p>
                <a:pPr indent="0" lvl="0" marL="0" marR="0" rtl="0" algn="ctr">
                  <a:lnSpc>
                    <a:spcPct val="147777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471" name="Google Shape;1471;p21"/>
            <p:cNvGrpSpPr/>
            <p:nvPr/>
          </p:nvGrpSpPr>
          <p:grpSpPr>
            <a:xfrm>
              <a:off x="407349" y="244410"/>
              <a:ext cx="848645" cy="1002311"/>
              <a:chOff x="0" y="-114300"/>
              <a:chExt cx="635000" cy="749981"/>
            </a:xfrm>
          </p:grpSpPr>
          <p:sp>
            <p:nvSpPr>
              <p:cNvPr id="1472" name="Google Shape;1472;p21"/>
              <p:cNvSpPr/>
              <p:nvPr/>
            </p:nvSpPr>
            <p:spPr>
              <a:xfrm>
                <a:off x="0" y="0"/>
                <a:ext cx="635000" cy="635681"/>
              </a:xfrm>
              <a:custGeom>
                <a:rect b="b" l="l" r="r" t="t"/>
                <a:pathLst>
                  <a:path extrusionOk="0" h="635681" w="635000">
                    <a:moveTo>
                      <a:pt x="317500" y="0"/>
                    </a:moveTo>
                    <a:cubicBezTo>
                      <a:pt x="142150" y="0"/>
                      <a:pt x="0" y="142302"/>
                      <a:pt x="0" y="317840"/>
                    </a:cubicBezTo>
                    <a:cubicBezTo>
                      <a:pt x="0" y="493379"/>
                      <a:pt x="142150" y="635681"/>
                      <a:pt x="317500" y="635681"/>
                    </a:cubicBezTo>
                    <a:cubicBezTo>
                      <a:pt x="492850" y="635681"/>
                      <a:pt x="635000" y="493379"/>
                      <a:pt x="635000" y="317840"/>
                    </a:cubicBezTo>
                    <a:cubicBezTo>
                      <a:pt x="635000" y="142302"/>
                      <a:pt x="492850" y="0"/>
                      <a:pt x="317500" y="0"/>
                    </a:cubicBezTo>
                    <a:close/>
                  </a:path>
                </a:pathLst>
              </a:custGeom>
              <a:solidFill>
                <a:srgbClr val="F4961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3" name="Google Shape;1473;p21"/>
              <p:cNvSpPr txBox="1"/>
              <p:nvPr/>
            </p:nvSpPr>
            <p:spPr>
              <a:xfrm>
                <a:off x="0" y="-114300"/>
                <a:ext cx="635000" cy="7499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67875" lIns="67875" spcFirstLastPara="1" rIns="67875" wrap="square" tIns="67875">
                <a:noAutofit/>
              </a:bodyPr>
              <a:lstStyle/>
              <a:p>
                <a:pPr indent="0" lvl="0" marL="0" marR="0" rtl="0" algn="ctr">
                  <a:lnSpc>
                    <a:spcPct val="14001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i="0" lang="en-US" sz="2499" u="none" cap="none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06</a:t>
                </a:r>
                <a:endParaRPr/>
              </a:p>
            </p:txBody>
          </p:sp>
        </p:grpSp>
        <p:sp>
          <p:nvSpPr>
            <p:cNvPr id="1474" name="Google Shape;1474;p21"/>
            <p:cNvSpPr txBox="1"/>
            <p:nvPr/>
          </p:nvSpPr>
          <p:spPr>
            <a:xfrm>
              <a:off x="1612425" y="359523"/>
              <a:ext cx="4691010" cy="78105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0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207" u="none" cap="none" strike="noStrike">
                  <a:solidFill>
                    <a:srgbClr val="1A1A1A"/>
                  </a:solidFill>
                  <a:latin typeface="Arial"/>
                  <a:ea typeface="Arial"/>
                  <a:cs typeface="Arial"/>
                  <a:sym typeface="Arial"/>
                </a:rPr>
                <a:t>MVP</a:t>
              </a:r>
              <a:endParaRPr/>
            </a:p>
          </p:txBody>
        </p:sp>
        <p:sp>
          <p:nvSpPr>
            <p:cNvPr id="1475" name="Google Shape;1475;p21"/>
            <p:cNvSpPr txBox="1"/>
            <p:nvPr/>
          </p:nvSpPr>
          <p:spPr>
            <a:xfrm>
              <a:off x="1612425" y="842401"/>
              <a:ext cx="4723793" cy="5077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781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76" name="Google Shape;1476;p21"/>
          <p:cNvGrpSpPr/>
          <p:nvPr/>
        </p:nvGrpSpPr>
        <p:grpSpPr>
          <a:xfrm>
            <a:off x="12296194" y="5842943"/>
            <a:ext cx="4727577" cy="1784262"/>
            <a:chOff x="0" y="-708884"/>
            <a:chExt cx="6303435" cy="2379016"/>
          </a:xfrm>
        </p:grpSpPr>
        <p:grpSp>
          <p:nvGrpSpPr>
            <p:cNvPr id="1477" name="Google Shape;1477;p21"/>
            <p:cNvGrpSpPr/>
            <p:nvPr/>
          </p:nvGrpSpPr>
          <p:grpSpPr>
            <a:xfrm>
              <a:off x="0" y="-708884"/>
              <a:ext cx="6303434" cy="2379016"/>
              <a:chOff x="0" y="-104775"/>
              <a:chExt cx="931666" cy="351625"/>
            </a:xfrm>
          </p:grpSpPr>
          <p:sp>
            <p:nvSpPr>
              <p:cNvPr id="1478" name="Google Shape;1478;p21"/>
              <p:cNvSpPr/>
              <p:nvPr/>
            </p:nvSpPr>
            <p:spPr>
              <a:xfrm>
                <a:off x="0" y="0"/>
                <a:ext cx="931666" cy="246850"/>
              </a:xfrm>
              <a:custGeom>
                <a:rect b="b" l="l" r="r" t="t"/>
                <a:pathLst>
                  <a:path extrusionOk="0" h="246850" w="931666">
                    <a:moveTo>
                      <a:pt x="0" y="0"/>
                    </a:moveTo>
                    <a:lnTo>
                      <a:pt x="931666" y="0"/>
                    </a:lnTo>
                    <a:lnTo>
                      <a:pt x="931666" y="246850"/>
                    </a:lnTo>
                    <a:lnTo>
                      <a:pt x="0" y="24685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479" name="Google Shape;1479;p21"/>
              <p:cNvSpPr txBox="1"/>
              <p:nvPr/>
            </p:nvSpPr>
            <p:spPr>
              <a:xfrm>
                <a:off x="0" y="-104775"/>
                <a:ext cx="931666" cy="3516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67875" lIns="67875" spcFirstLastPara="1" rIns="67875" wrap="square" tIns="67875">
                <a:noAutofit/>
              </a:bodyPr>
              <a:lstStyle/>
              <a:p>
                <a:pPr indent="0" lvl="0" marL="0" marR="0" rtl="0" algn="ctr">
                  <a:lnSpc>
                    <a:spcPct val="147777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480" name="Google Shape;1480;p21"/>
            <p:cNvGrpSpPr/>
            <p:nvPr/>
          </p:nvGrpSpPr>
          <p:grpSpPr>
            <a:xfrm>
              <a:off x="407349" y="244410"/>
              <a:ext cx="848645" cy="1002311"/>
              <a:chOff x="0" y="-114300"/>
              <a:chExt cx="635000" cy="749981"/>
            </a:xfrm>
          </p:grpSpPr>
          <p:sp>
            <p:nvSpPr>
              <p:cNvPr id="1481" name="Google Shape;1481;p21"/>
              <p:cNvSpPr/>
              <p:nvPr/>
            </p:nvSpPr>
            <p:spPr>
              <a:xfrm>
                <a:off x="0" y="0"/>
                <a:ext cx="635000" cy="635681"/>
              </a:xfrm>
              <a:custGeom>
                <a:rect b="b" l="l" r="r" t="t"/>
                <a:pathLst>
                  <a:path extrusionOk="0" h="635681" w="635000">
                    <a:moveTo>
                      <a:pt x="317500" y="0"/>
                    </a:moveTo>
                    <a:cubicBezTo>
                      <a:pt x="142150" y="0"/>
                      <a:pt x="0" y="142302"/>
                      <a:pt x="0" y="317840"/>
                    </a:cubicBezTo>
                    <a:cubicBezTo>
                      <a:pt x="0" y="493379"/>
                      <a:pt x="142150" y="635681"/>
                      <a:pt x="317500" y="635681"/>
                    </a:cubicBezTo>
                    <a:cubicBezTo>
                      <a:pt x="492850" y="635681"/>
                      <a:pt x="635000" y="493379"/>
                      <a:pt x="635000" y="317840"/>
                    </a:cubicBezTo>
                    <a:cubicBezTo>
                      <a:pt x="635000" y="142302"/>
                      <a:pt x="492850" y="0"/>
                      <a:pt x="317500" y="0"/>
                    </a:cubicBezTo>
                    <a:close/>
                  </a:path>
                </a:pathLst>
              </a:custGeom>
              <a:solidFill>
                <a:srgbClr val="F4961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82" name="Google Shape;1482;p21"/>
              <p:cNvSpPr txBox="1"/>
              <p:nvPr/>
            </p:nvSpPr>
            <p:spPr>
              <a:xfrm>
                <a:off x="0" y="-114300"/>
                <a:ext cx="635000" cy="7499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67875" lIns="67875" spcFirstLastPara="1" rIns="67875" wrap="square" tIns="67875">
                <a:noAutofit/>
              </a:bodyPr>
              <a:lstStyle/>
              <a:p>
                <a:pPr indent="0" lvl="0" marL="0" marR="0" rtl="0" algn="ctr">
                  <a:lnSpc>
                    <a:spcPct val="14001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i="0" lang="en-US" sz="2499" u="none" cap="none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09</a:t>
                </a:r>
                <a:endParaRPr/>
              </a:p>
            </p:txBody>
          </p:sp>
        </p:grpSp>
        <p:sp>
          <p:nvSpPr>
            <p:cNvPr id="1483" name="Google Shape;1483;p21"/>
            <p:cNvSpPr txBox="1"/>
            <p:nvPr/>
          </p:nvSpPr>
          <p:spPr>
            <a:xfrm>
              <a:off x="1612425" y="396863"/>
              <a:ext cx="4691010" cy="7063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0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207" u="none" cap="none" strike="noStrike">
                  <a:solidFill>
                    <a:srgbClr val="1A1A1A"/>
                  </a:solidFill>
                  <a:latin typeface="Arial"/>
                  <a:ea typeface="Arial"/>
                  <a:cs typeface="Arial"/>
                  <a:sym typeface="Arial"/>
                </a:rPr>
                <a:t>Burndown Chart</a:t>
              </a:r>
              <a:endParaRPr/>
            </a:p>
          </p:txBody>
        </p:sp>
      </p:grpSp>
      <p:sp>
        <p:nvSpPr>
          <p:cNvPr id="1484" name="Google Shape;1484;p21"/>
          <p:cNvSpPr txBox="1"/>
          <p:nvPr/>
        </p:nvSpPr>
        <p:spPr>
          <a:xfrm>
            <a:off x="17663375" y="9579067"/>
            <a:ext cx="1524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56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21</a:t>
            </a:r>
            <a:endParaRPr/>
          </a:p>
        </p:txBody>
      </p:sp>
    </p:spTree>
  </p:cSld>
  <p:clrMapOvr>
    <a:masterClrMapping/>
  </p:clrMapOvr>
  <p:transition spd="slow">
    <p:push/>
  </p:transition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8" name="Shape 1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9" name="Google Shape;1489;p22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9333" l="0" r="0" t="-9333"/>
            </a:stretch>
          </a:blipFill>
          <a:ln>
            <a:noFill/>
          </a:ln>
        </p:spPr>
      </p:sp>
      <p:sp>
        <p:nvSpPr>
          <p:cNvPr id="1490" name="Google Shape;1490;p22"/>
          <p:cNvSpPr/>
          <p:nvPr/>
        </p:nvSpPr>
        <p:spPr>
          <a:xfrm>
            <a:off x="11128588" y="1333119"/>
            <a:ext cx="11375763" cy="9072171"/>
          </a:xfrm>
          <a:custGeom>
            <a:rect b="b" l="l" r="r" t="t"/>
            <a:pathLst>
              <a:path extrusionOk="0" h="9072171" w="11375763">
                <a:moveTo>
                  <a:pt x="0" y="0"/>
                </a:moveTo>
                <a:lnTo>
                  <a:pt x="11375763" y="0"/>
                </a:lnTo>
                <a:lnTo>
                  <a:pt x="11375763" y="9072172"/>
                </a:lnTo>
                <a:lnTo>
                  <a:pt x="0" y="907217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491" name="Google Shape;1491;p22"/>
          <p:cNvGrpSpPr/>
          <p:nvPr/>
        </p:nvGrpSpPr>
        <p:grpSpPr>
          <a:xfrm>
            <a:off x="-22436" y="-1368585"/>
            <a:ext cx="18332871" cy="3373138"/>
            <a:chOff x="0" y="-276225"/>
            <a:chExt cx="4828411" cy="888399"/>
          </a:xfrm>
        </p:grpSpPr>
        <p:sp>
          <p:nvSpPr>
            <p:cNvPr id="1492" name="Google Shape;1492;p22"/>
            <p:cNvSpPr/>
            <p:nvPr/>
          </p:nvSpPr>
          <p:spPr>
            <a:xfrm>
              <a:off x="0" y="0"/>
              <a:ext cx="4828411" cy="612174"/>
            </a:xfrm>
            <a:custGeom>
              <a:rect b="b" l="l" r="r" t="t"/>
              <a:pathLst>
                <a:path extrusionOk="0" h="612174" w="4828411">
                  <a:moveTo>
                    <a:pt x="0" y="0"/>
                  </a:moveTo>
                  <a:lnTo>
                    <a:pt x="4828411" y="0"/>
                  </a:lnTo>
                  <a:lnTo>
                    <a:pt x="4828411" y="612174"/>
                  </a:lnTo>
                  <a:lnTo>
                    <a:pt x="0" y="612174"/>
                  </a:lnTo>
                  <a:close/>
                </a:path>
              </a:pathLst>
            </a:custGeom>
            <a:solidFill>
              <a:srgbClr val="49C3FB"/>
            </a:solidFill>
            <a:ln>
              <a:noFill/>
            </a:ln>
          </p:spPr>
        </p:sp>
        <p:sp>
          <p:nvSpPr>
            <p:cNvPr id="1493" name="Google Shape;1493;p22"/>
            <p:cNvSpPr txBox="1"/>
            <p:nvPr/>
          </p:nvSpPr>
          <p:spPr>
            <a:xfrm>
              <a:off x="0" y="-276225"/>
              <a:ext cx="4828411" cy="8883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94" name="Google Shape;1494;p22"/>
          <p:cNvSpPr/>
          <p:nvPr/>
        </p:nvSpPr>
        <p:spPr>
          <a:xfrm>
            <a:off x="17460808" y="9636217"/>
            <a:ext cx="1699256" cy="1019554"/>
          </a:xfrm>
          <a:custGeom>
            <a:rect b="b" l="l" r="r" t="t"/>
            <a:pathLst>
              <a:path extrusionOk="0" h="1019554" w="1699256">
                <a:moveTo>
                  <a:pt x="0" y="0"/>
                </a:moveTo>
                <a:lnTo>
                  <a:pt x="1699256" y="0"/>
                </a:lnTo>
                <a:lnTo>
                  <a:pt x="1699256" y="1019554"/>
                </a:lnTo>
                <a:lnTo>
                  <a:pt x="0" y="101955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95" name="Google Shape;1495;p22"/>
          <p:cNvSpPr/>
          <p:nvPr/>
        </p:nvSpPr>
        <p:spPr>
          <a:xfrm rot="-5400000">
            <a:off x="17062944" y="-566905"/>
            <a:ext cx="2304785" cy="2333959"/>
          </a:xfrm>
          <a:custGeom>
            <a:rect b="b" l="l" r="r" t="t"/>
            <a:pathLst>
              <a:path extrusionOk="0" h="2333959" w="2304785">
                <a:moveTo>
                  <a:pt x="0" y="0"/>
                </a:moveTo>
                <a:lnTo>
                  <a:pt x="2304785" y="0"/>
                </a:lnTo>
                <a:lnTo>
                  <a:pt x="2304785" y="2333960"/>
                </a:lnTo>
                <a:lnTo>
                  <a:pt x="0" y="233396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96" name="Google Shape;1496;p22"/>
          <p:cNvSpPr/>
          <p:nvPr/>
        </p:nvSpPr>
        <p:spPr>
          <a:xfrm>
            <a:off x="3653851" y="9982200"/>
            <a:ext cx="10952506" cy="1880464"/>
          </a:xfrm>
          <a:custGeom>
            <a:rect b="b" l="l" r="r" t="t"/>
            <a:pathLst>
              <a:path extrusionOk="0" h="1880464" w="10952506">
                <a:moveTo>
                  <a:pt x="0" y="0"/>
                </a:moveTo>
                <a:lnTo>
                  <a:pt x="10952506" y="0"/>
                </a:lnTo>
                <a:lnTo>
                  <a:pt x="10952506" y="1880464"/>
                </a:lnTo>
                <a:lnTo>
                  <a:pt x="0" y="188046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-2157" r="-2202" t="-59556"/>
            </a:stretch>
          </a:blipFill>
          <a:ln>
            <a:noFill/>
          </a:ln>
        </p:spPr>
      </p:sp>
      <p:sp>
        <p:nvSpPr>
          <p:cNvPr id="1497" name="Google Shape;1497;p22"/>
          <p:cNvSpPr/>
          <p:nvPr/>
        </p:nvSpPr>
        <p:spPr>
          <a:xfrm>
            <a:off x="17869405" y="-1885942"/>
            <a:ext cx="1411048" cy="2914385"/>
          </a:xfrm>
          <a:custGeom>
            <a:rect b="b" l="l" r="r" t="t"/>
            <a:pathLst>
              <a:path extrusionOk="0" h="2914385" w="1411048">
                <a:moveTo>
                  <a:pt x="0" y="0"/>
                </a:moveTo>
                <a:lnTo>
                  <a:pt x="1411048" y="0"/>
                </a:lnTo>
                <a:lnTo>
                  <a:pt x="1411048" y="2914385"/>
                </a:lnTo>
                <a:lnTo>
                  <a:pt x="0" y="291438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cxnSp>
        <p:nvCxnSpPr>
          <p:cNvPr id="1498" name="Google Shape;1498;p22"/>
          <p:cNvCxnSpPr/>
          <p:nvPr/>
        </p:nvCxnSpPr>
        <p:spPr>
          <a:xfrm>
            <a:off x="2584271" y="431862"/>
            <a:ext cx="0" cy="982477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99" name="Google Shape;1499;p22"/>
          <p:cNvSpPr/>
          <p:nvPr/>
        </p:nvSpPr>
        <p:spPr>
          <a:xfrm>
            <a:off x="820101" y="4324025"/>
            <a:ext cx="16527253" cy="4808335"/>
          </a:xfrm>
          <a:custGeom>
            <a:rect b="b" l="l" r="r" t="t"/>
            <a:pathLst>
              <a:path extrusionOk="0" h="4808335" w="16527253">
                <a:moveTo>
                  <a:pt x="0" y="0"/>
                </a:moveTo>
                <a:lnTo>
                  <a:pt x="16527253" y="0"/>
                </a:lnTo>
                <a:lnTo>
                  <a:pt x="16527253" y="4808334"/>
                </a:lnTo>
                <a:lnTo>
                  <a:pt x="0" y="480833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00" name="Google Shape;1500;p22"/>
          <p:cNvSpPr txBox="1"/>
          <p:nvPr/>
        </p:nvSpPr>
        <p:spPr>
          <a:xfrm>
            <a:off x="2982013" y="73863"/>
            <a:ext cx="11679472" cy="17214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99" u="none" cap="none" strike="noStrike">
                <a:solidFill>
                  <a:srgbClr val="000000"/>
                </a:solidFill>
                <a:latin typeface="Ultra"/>
                <a:ea typeface="Ultra"/>
                <a:cs typeface="Ultra"/>
                <a:sym typeface="Ultra"/>
              </a:rPr>
              <a:t>SPRINT 1</a:t>
            </a:r>
            <a:endParaRPr/>
          </a:p>
          <a:p>
            <a:pPr indent="0" lvl="0" marL="0" marR="0" rtl="0" algn="l">
              <a:lnSpc>
                <a:spcPct val="140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99" u="none" cap="none" strike="noStrike">
                <a:solidFill>
                  <a:srgbClr val="000000"/>
                </a:solidFill>
                <a:latin typeface="Ultra"/>
                <a:ea typeface="Ultra"/>
                <a:cs typeface="Ultra"/>
                <a:sym typeface="Ultra"/>
              </a:rPr>
              <a:t>BACKLOG</a:t>
            </a:r>
            <a:endParaRPr/>
          </a:p>
        </p:txBody>
      </p:sp>
      <p:sp>
        <p:nvSpPr>
          <p:cNvPr id="1501" name="Google Shape;1501;p22"/>
          <p:cNvSpPr txBox="1"/>
          <p:nvPr/>
        </p:nvSpPr>
        <p:spPr>
          <a:xfrm>
            <a:off x="282646" y="-133433"/>
            <a:ext cx="2076748" cy="18256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124" u="none" cap="none" strike="noStrike">
                <a:solidFill>
                  <a:srgbClr val="000000"/>
                </a:solidFill>
                <a:latin typeface="Ultra"/>
                <a:ea typeface="Ultra"/>
                <a:cs typeface="Ultra"/>
                <a:sym typeface="Ultra"/>
              </a:rPr>
              <a:t>X.-</a:t>
            </a:r>
            <a:endParaRPr/>
          </a:p>
        </p:txBody>
      </p:sp>
      <p:sp>
        <p:nvSpPr>
          <p:cNvPr id="1502" name="Google Shape;1502;p22"/>
          <p:cNvSpPr txBox="1"/>
          <p:nvPr/>
        </p:nvSpPr>
        <p:spPr>
          <a:xfrm>
            <a:off x="17663375" y="9579067"/>
            <a:ext cx="1524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56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22</a:t>
            </a:r>
            <a:endParaRPr/>
          </a:p>
        </p:txBody>
      </p:sp>
      <p:grpSp>
        <p:nvGrpSpPr>
          <p:cNvPr id="1503" name="Google Shape;1503;p22"/>
          <p:cNvGrpSpPr/>
          <p:nvPr/>
        </p:nvGrpSpPr>
        <p:grpSpPr>
          <a:xfrm>
            <a:off x="4542876" y="1304210"/>
            <a:ext cx="9202252" cy="2457839"/>
            <a:chOff x="0" y="-276225"/>
            <a:chExt cx="2423638" cy="647332"/>
          </a:xfrm>
        </p:grpSpPr>
        <p:sp>
          <p:nvSpPr>
            <p:cNvPr id="1504" name="Google Shape;1504;p22"/>
            <p:cNvSpPr/>
            <p:nvPr/>
          </p:nvSpPr>
          <p:spPr>
            <a:xfrm>
              <a:off x="0" y="0"/>
              <a:ext cx="2423638" cy="371107"/>
            </a:xfrm>
            <a:custGeom>
              <a:rect b="b" l="l" r="r" t="t"/>
              <a:pathLst>
                <a:path extrusionOk="0" h="371107" w="2423638">
                  <a:moveTo>
                    <a:pt x="0" y="0"/>
                  </a:moveTo>
                  <a:lnTo>
                    <a:pt x="2423638" y="0"/>
                  </a:lnTo>
                  <a:lnTo>
                    <a:pt x="2423638" y="371107"/>
                  </a:lnTo>
                  <a:lnTo>
                    <a:pt x="0" y="371107"/>
                  </a:lnTo>
                  <a:close/>
                </a:path>
              </a:pathLst>
            </a:custGeom>
            <a:solidFill>
              <a:srgbClr val="5170FF"/>
            </a:solidFill>
            <a:ln>
              <a:noFill/>
            </a:ln>
          </p:spPr>
        </p:sp>
        <p:sp>
          <p:nvSpPr>
            <p:cNvPr id="1505" name="Google Shape;1505;p22"/>
            <p:cNvSpPr txBox="1"/>
            <p:nvPr/>
          </p:nvSpPr>
          <p:spPr>
            <a:xfrm>
              <a:off x="0" y="-276225"/>
              <a:ext cx="2423637" cy="647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06" name="Google Shape;1506;p22"/>
          <p:cNvGrpSpPr/>
          <p:nvPr/>
        </p:nvGrpSpPr>
        <p:grpSpPr>
          <a:xfrm>
            <a:off x="4711029" y="1519624"/>
            <a:ext cx="8745396" cy="2032494"/>
            <a:chOff x="0" y="-276225"/>
            <a:chExt cx="2303314" cy="535307"/>
          </a:xfrm>
        </p:grpSpPr>
        <p:sp>
          <p:nvSpPr>
            <p:cNvPr id="1507" name="Google Shape;1507;p22"/>
            <p:cNvSpPr/>
            <p:nvPr/>
          </p:nvSpPr>
          <p:spPr>
            <a:xfrm>
              <a:off x="0" y="0"/>
              <a:ext cx="2303314" cy="259082"/>
            </a:xfrm>
            <a:custGeom>
              <a:rect b="b" l="l" r="r" t="t"/>
              <a:pathLst>
                <a:path extrusionOk="0" h="259082" w="2303314">
                  <a:moveTo>
                    <a:pt x="0" y="0"/>
                  </a:moveTo>
                  <a:lnTo>
                    <a:pt x="2303314" y="0"/>
                  </a:lnTo>
                  <a:lnTo>
                    <a:pt x="2303314" y="259082"/>
                  </a:lnTo>
                  <a:lnTo>
                    <a:pt x="0" y="259082"/>
                  </a:lnTo>
                  <a:close/>
                </a:path>
              </a:pathLst>
            </a:custGeom>
            <a:solidFill>
              <a:srgbClr val="F8FAFC"/>
            </a:solidFill>
            <a:ln>
              <a:noFill/>
            </a:ln>
          </p:spPr>
        </p:sp>
        <p:sp>
          <p:nvSpPr>
            <p:cNvPr id="1508" name="Google Shape;1508;p22"/>
            <p:cNvSpPr txBox="1"/>
            <p:nvPr/>
          </p:nvSpPr>
          <p:spPr>
            <a:xfrm>
              <a:off x="0" y="-276225"/>
              <a:ext cx="2303314" cy="53530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09" name="Google Shape;1509;p22"/>
          <p:cNvSpPr txBox="1"/>
          <p:nvPr/>
        </p:nvSpPr>
        <p:spPr>
          <a:xfrm>
            <a:off x="5249824" y="2490588"/>
            <a:ext cx="7788352" cy="10615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3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Incrementable:  </a:t>
            </a:r>
            <a:r>
              <a:rPr b="0" i="0" lang="en-US" sz="263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Fundamentos de la Plataforma y Base de Datos</a:t>
            </a:r>
            <a:endParaRPr/>
          </a:p>
        </p:txBody>
      </p:sp>
    </p:spTree>
  </p:cSld>
  <p:clrMapOvr>
    <a:masterClrMapping/>
  </p:clrMapOvr>
  <p:transition spd="slow">
    <p:push/>
  </p:transition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3" name="Shape 1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4" name="Google Shape;1514;p23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9333" l="0" r="0" t="-9333"/>
            </a:stretch>
          </a:blipFill>
          <a:ln>
            <a:noFill/>
          </a:ln>
        </p:spPr>
      </p:sp>
      <p:sp>
        <p:nvSpPr>
          <p:cNvPr id="1515" name="Google Shape;1515;p23"/>
          <p:cNvSpPr/>
          <p:nvPr/>
        </p:nvSpPr>
        <p:spPr>
          <a:xfrm>
            <a:off x="11128588" y="1333119"/>
            <a:ext cx="11375763" cy="9072171"/>
          </a:xfrm>
          <a:custGeom>
            <a:rect b="b" l="l" r="r" t="t"/>
            <a:pathLst>
              <a:path extrusionOk="0" h="9072171" w="11375763">
                <a:moveTo>
                  <a:pt x="0" y="0"/>
                </a:moveTo>
                <a:lnTo>
                  <a:pt x="11375763" y="0"/>
                </a:lnTo>
                <a:lnTo>
                  <a:pt x="11375763" y="9072172"/>
                </a:lnTo>
                <a:lnTo>
                  <a:pt x="0" y="907217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516" name="Google Shape;1516;p23"/>
          <p:cNvGrpSpPr/>
          <p:nvPr/>
        </p:nvGrpSpPr>
        <p:grpSpPr>
          <a:xfrm>
            <a:off x="8093210" y="-899449"/>
            <a:ext cx="6070754" cy="11149647"/>
            <a:chOff x="0" y="-104775"/>
            <a:chExt cx="424177" cy="779050"/>
          </a:xfrm>
        </p:grpSpPr>
        <p:sp>
          <p:nvSpPr>
            <p:cNvPr id="1517" name="Google Shape;1517;p23"/>
            <p:cNvSpPr/>
            <p:nvPr/>
          </p:nvSpPr>
          <p:spPr>
            <a:xfrm>
              <a:off x="0" y="0"/>
              <a:ext cx="424177" cy="674275"/>
            </a:xfrm>
            <a:custGeom>
              <a:rect b="b" l="l" r="r" t="t"/>
              <a:pathLst>
                <a:path extrusionOk="0" h="674275" w="424177">
                  <a:moveTo>
                    <a:pt x="203200" y="0"/>
                  </a:moveTo>
                  <a:lnTo>
                    <a:pt x="424177" y="0"/>
                  </a:lnTo>
                  <a:lnTo>
                    <a:pt x="220977" y="674275"/>
                  </a:lnTo>
                  <a:lnTo>
                    <a:pt x="0" y="674275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393E46">
                <a:alpha val="46667"/>
              </a:srgbClr>
            </a:solidFill>
            <a:ln>
              <a:noFill/>
            </a:ln>
          </p:spPr>
        </p:sp>
        <p:sp>
          <p:nvSpPr>
            <p:cNvPr id="1518" name="Google Shape;1518;p23"/>
            <p:cNvSpPr txBox="1"/>
            <p:nvPr/>
          </p:nvSpPr>
          <p:spPr>
            <a:xfrm>
              <a:off x="101600" y="-104775"/>
              <a:ext cx="220977" cy="7790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19" name="Google Shape;1519;p23"/>
          <p:cNvGrpSpPr/>
          <p:nvPr/>
        </p:nvGrpSpPr>
        <p:grpSpPr>
          <a:xfrm>
            <a:off x="8985435" y="-455380"/>
            <a:ext cx="5816332" cy="11149647"/>
            <a:chOff x="0" y="-104775"/>
            <a:chExt cx="406400" cy="779050"/>
          </a:xfrm>
        </p:grpSpPr>
        <p:sp>
          <p:nvSpPr>
            <p:cNvPr id="1520" name="Google Shape;1520;p23"/>
            <p:cNvSpPr/>
            <p:nvPr/>
          </p:nvSpPr>
          <p:spPr>
            <a:xfrm>
              <a:off x="0" y="0"/>
              <a:ext cx="406400" cy="674275"/>
            </a:xfrm>
            <a:custGeom>
              <a:rect b="b" l="l" r="r" t="t"/>
              <a:pathLst>
                <a:path extrusionOk="0" h="674275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674275"/>
                  </a:lnTo>
                  <a:lnTo>
                    <a:pt x="0" y="674275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393E46"/>
            </a:solidFill>
            <a:ln>
              <a:noFill/>
            </a:ln>
          </p:spPr>
        </p:sp>
        <p:sp>
          <p:nvSpPr>
            <p:cNvPr id="1521" name="Google Shape;1521;p23"/>
            <p:cNvSpPr txBox="1"/>
            <p:nvPr/>
          </p:nvSpPr>
          <p:spPr>
            <a:xfrm>
              <a:off x="101600" y="-104775"/>
              <a:ext cx="203200" cy="7790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22" name="Google Shape;1522;p23"/>
          <p:cNvGrpSpPr/>
          <p:nvPr/>
        </p:nvGrpSpPr>
        <p:grpSpPr>
          <a:xfrm>
            <a:off x="-22436" y="-1368585"/>
            <a:ext cx="18332871" cy="3373138"/>
            <a:chOff x="0" y="-276225"/>
            <a:chExt cx="4828411" cy="888399"/>
          </a:xfrm>
        </p:grpSpPr>
        <p:sp>
          <p:nvSpPr>
            <p:cNvPr id="1523" name="Google Shape;1523;p23"/>
            <p:cNvSpPr/>
            <p:nvPr/>
          </p:nvSpPr>
          <p:spPr>
            <a:xfrm>
              <a:off x="0" y="0"/>
              <a:ext cx="4828411" cy="612174"/>
            </a:xfrm>
            <a:custGeom>
              <a:rect b="b" l="l" r="r" t="t"/>
              <a:pathLst>
                <a:path extrusionOk="0" h="612174" w="4828411">
                  <a:moveTo>
                    <a:pt x="0" y="0"/>
                  </a:moveTo>
                  <a:lnTo>
                    <a:pt x="4828411" y="0"/>
                  </a:lnTo>
                  <a:lnTo>
                    <a:pt x="4828411" y="612174"/>
                  </a:lnTo>
                  <a:lnTo>
                    <a:pt x="0" y="612174"/>
                  </a:lnTo>
                  <a:close/>
                </a:path>
              </a:pathLst>
            </a:custGeom>
            <a:solidFill>
              <a:srgbClr val="49C3FB"/>
            </a:solidFill>
            <a:ln>
              <a:noFill/>
            </a:ln>
          </p:spPr>
        </p:sp>
        <p:sp>
          <p:nvSpPr>
            <p:cNvPr id="1524" name="Google Shape;1524;p23"/>
            <p:cNvSpPr txBox="1"/>
            <p:nvPr/>
          </p:nvSpPr>
          <p:spPr>
            <a:xfrm>
              <a:off x="0" y="-276225"/>
              <a:ext cx="4828411" cy="8883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25" name="Google Shape;1525;p23"/>
          <p:cNvSpPr/>
          <p:nvPr/>
        </p:nvSpPr>
        <p:spPr>
          <a:xfrm>
            <a:off x="17789121" y="9481948"/>
            <a:ext cx="1699256" cy="1019554"/>
          </a:xfrm>
          <a:custGeom>
            <a:rect b="b" l="l" r="r" t="t"/>
            <a:pathLst>
              <a:path extrusionOk="0" h="1019554" w="1699256">
                <a:moveTo>
                  <a:pt x="0" y="0"/>
                </a:moveTo>
                <a:lnTo>
                  <a:pt x="1699257" y="0"/>
                </a:lnTo>
                <a:lnTo>
                  <a:pt x="1699257" y="1019554"/>
                </a:lnTo>
                <a:lnTo>
                  <a:pt x="0" y="101955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26" name="Google Shape;1526;p23"/>
          <p:cNvSpPr/>
          <p:nvPr/>
        </p:nvSpPr>
        <p:spPr>
          <a:xfrm rot="-5400000">
            <a:off x="17062944" y="-566905"/>
            <a:ext cx="2304785" cy="2333959"/>
          </a:xfrm>
          <a:custGeom>
            <a:rect b="b" l="l" r="r" t="t"/>
            <a:pathLst>
              <a:path extrusionOk="0" h="2333959" w="2304785">
                <a:moveTo>
                  <a:pt x="0" y="0"/>
                </a:moveTo>
                <a:lnTo>
                  <a:pt x="2304785" y="0"/>
                </a:lnTo>
                <a:lnTo>
                  <a:pt x="2304785" y="2333960"/>
                </a:lnTo>
                <a:lnTo>
                  <a:pt x="0" y="233396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27" name="Google Shape;1527;p23"/>
          <p:cNvSpPr/>
          <p:nvPr/>
        </p:nvSpPr>
        <p:spPr>
          <a:xfrm>
            <a:off x="3653851" y="9982200"/>
            <a:ext cx="10952506" cy="1880464"/>
          </a:xfrm>
          <a:custGeom>
            <a:rect b="b" l="l" r="r" t="t"/>
            <a:pathLst>
              <a:path extrusionOk="0" h="1880464" w="10952506">
                <a:moveTo>
                  <a:pt x="0" y="0"/>
                </a:moveTo>
                <a:lnTo>
                  <a:pt x="10952506" y="0"/>
                </a:lnTo>
                <a:lnTo>
                  <a:pt x="10952506" y="1880464"/>
                </a:lnTo>
                <a:lnTo>
                  <a:pt x="0" y="188046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-2157" r="-2202" t="-59556"/>
            </a:stretch>
          </a:blipFill>
          <a:ln>
            <a:noFill/>
          </a:ln>
        </p:spPr>
      </p:sp>
      <p:sp>
        <p:nvSpPr>
          <p:cNvPr id="1528" name="Google Shape;1528;p23"/>
          <p:cNvSpPr/>
          <p:nvPr/>
        </p:nvSpPr>
        <p:spPr>
          <a:xfrm>
            <a:off x="17869405" y="-1885942"/>
            <a:ext cx="1411048" cy="2914385"/>
          </a:xfrm>
          <a:custGeom>
            <a:rect b="b" l="l" r="r" t="t"/>
            <a:pathLst>
              <a:path extrusionOk="0" h="2914385" w="1411048">
                <a:moveTo>
                  <a:pt x="0" y="0"/>
                </a:moveTo>
                <a:lnTo>
                  <a:pt x="1411048" y="0"/>
                </a:lnTo>
                <a:lnTo>
                  <a:pt x="1411048" y="2914385"/>
                </a:lnTo>
                <a:lnTo>
                  <a:pt x="0" y="291438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cxnSp>
        <p:nvCxnSpPr>
          <p:cNvPr id="1529" name="Google Shape;1529;p23"/>
          <p:cNvCxnSpPr/>
          <p:nvPr/>
        </p:nvCxnSpPr>
        <p:spPr>
          <a:xfrm>
            <a:off x="5756697" y="9197450"/>
            <a:ext cx="0" cy="168314"/>
          </a:xfrm>
          <a:prstGeom prst="straightConnector1">
            <a:avLst/>
          </a:prstGeom>
          <a:noFill/>
          <a:ln cap="flat" cmpd="sng" w="19050">
            <a:solidFill>
              <a:srgbClr val="4FC3F7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530" name="Google Shape;1530;p23"/>
          <p:cNvCxnSpPr/>
          <p:nvPr/>
        </p:nvCxnSpPr>
        <p:spPr>
          <a:xfrm>
            <a:off x="2584271" y="431862"/>
            <a:ext cx="0" cy="982477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31" name="Google Shape;1531;p23"/>
          <p:cNvSpPr/>
          <p:nvPr/>
        </p:nvSpPr>
        <p:spPr>
          <a:xfrm>
            <a:off x="8827855" y="2187483"/>
            <a:ext cx="8605082" cy="7611786"/>
          </a:xfrm>
          <a:custGeom>
            <a:rect b="b" l="l" r="r" t="t"/>
            <a:pathLst>
              <a:path extrusionOk="0" h="7611786" w="8605082">
                <a:moveTo>
                  <a:pt x="0" y="0"/>
                </a:moveTo>
                <a:lnTo>
                  <a:pt x="8605083" y="0"/>
                </a:lnTo>
                <a:lnTo>
                  <a:pt x="8605083" y="7611786"/>
                </a:lnTo>
                <a:lnTo>
                  <a:pt x="0" y="761178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32" name="Google Shape;1532;p23"/>
          <p:cNvSpPr txBox="1"/>
          <p:nvPr/>
        </p:nvSpPr>
        <p:spPr>
          <a:xfrm>
            <a:off x="2982013" y="73863"/>
            <a:ext cx="11679472" cy="17214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99" u="none" cap="none" strike="noStrike">
                <a:solidFill>
                  <a:srgbClr val="000000"/>
                </a:solidFill>
                <a:latin typeface="Ultra"/>
                <a:ea typeface="Ultra"/>
                <a:cs typeface="Ultra"/>
                <a:sym typeface="Ultra"/>
              </a:rPr>
              <a:t>SPRINT 1</a:t>
            </a:r>
            <a:endParaRPr/>
          </a:p>
          <a:p>
            <a:pPr indent="0" lvl="0" marL="0" marR="0" rtl="0" algn="l">
              <a:lnSpc>
                <a:spcPct val="140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99" u="none" cap="none" strike="noStrike">
                <a:solidFill>
                  <a:srgbClr val="000000"/>
                </a:solidFill>
                <a:latin typeface="Ultra"/>
                <a:ea typeface="Ultra"/>
                <a:cs typeface="Ultra"/>
                <a:sym typeface="Ultra"/>
              </a:rPr>
              <a:t>KANBAN</a:t>
            </a:r>
            <a:endParaRPr/>
          </a:p>
        </p:txBody>
      </p:sp>
      <p:sp>
        <p:nvSpPr>
          <p:cNvPr id="1533" name="Google Shape;1533;p23"/>
          <p:cNvSpPr txBox="1"/>
          <p:nvPr/>
        </p:nvSpPr>
        <p:spPr>
          <a:xfrm>
            <a:off x="282646" y="-133433"/>
            <a:ext cx="2076748" cy="18256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124" u="none" cap="none" strike="noStrike">
                <a:solidFill>
                  <a:srgbClr val="000000"/>
                </a:solidFill>
                <a:latin typeface="Ultra"/>
                <a:ea typeface="Ultra"/>
                <a:cs typeface="Ultra"/>
                <a:sym typeface="Ultra"/>
              </a:rPr>
              <a:t>X.-</a:t>
            </a:r>
            <a:endParaRPr/>
          </a:p>
        </p:txBody>
      </p:sp>
      <p:sp>
        <p:nvSpPr>
          <p:cNvPr id="1534" name="Google Shape;1534;p23"/>
          <p:cNvSpPr txBox="1"/>
          <p:nvPr/>
        </p:nvSpPr>
        <p:spPr>
          <a:xfrm>
            <a:off x="17663375" y="9579067"/>
            <a:ext cx="1524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56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23</a:t>
            </a:r>
            <a:endParaRPr/>
          </a:p>
        </p:txBody>
      </p:sp>
      <p:sp>
        <p:nvSpPr>
          <p:cNvPr id="1535" name="Google Shape;1535;p23"/>
          <p:cNvSpPr txBox="1"/>
          <p:nvPr/>
        </p:nvSpPr>
        <p:spPr>
          <a:xfrm>
            <a:off x="514117" y="2604962"/>
            <a:ext cx="7917054" cy="66533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77641" lvl="1" marL="555281" marR="0" rtl="0" algn="l">
              <a:lnSpc>
                <a:spcPct val="13601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71"/>
              <a:buFont typeface="Arial"/>
              <a:buChar char="•"/>
            </a:pPr>
            <a:r>
              <a:rPr b="1" i="0" lang="en-US" sz="2571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Organización del Sprint 1: </a:t>
            </a:r>
            <a:r>
              <a:rPr b="0" i="0" lang="en-US" sz="2571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 configuró el tablero Kanban con las historias de usuario iniciales, distribuyendo las tareas y responsabilidades del equipo.</a:t>
            </a:r>
            <a:endParaRPr/>
          </a:p>
          <a:p>
            <a:pPr indent="0" lvl="0" marL="0" marR="0" rtl="0" algn="l">
              <a:lnSpc>
                <a:spcPct val="1360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571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77641" lvl="1" marL="555281" marR="0" rtl="0" algn="l">
              <a:lnSpc>
                <a:spcPct val="13601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71"/>
              <a:buFont typeface="Arial"/>
              <a:buChar char="•"/>
            </a:pPr>
            <a:r>
              <a:rPr b="1" i="0" lang="en-US" sz="2571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Planificación del desarrollo:</a:t>
            </a:r>
            <a:r>
              <a:rPr b="0" i="0" lang="en-US" sz="2571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Se incorporaron actividades clave como la base de datos operacional, el Data Warehouse, el pipeline ETL y la interfaz de usuario.</a:t>
            </a:r>
            <a:endParaRPr/>
          </a:p>
          <a:p>
            <a:pPr indent="0" lvl="0" marL="0" marR="0" rtl="0" algn="l">
              <a:lnSpc>
                <a:spcPct val="1360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571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77641" lvl="1" marL="555281" marR="0" rtl="0" algn="l">
              <a:lnSpc>
                <a:spcPct val="13601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71"/>
              <a:buFont typeface="Arial"/>
              <a:buChar char="•"/>
            </a:pPr>
            <a:r>
              <a:rPr b="1" i="0" lang="en-US" sz="2571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Estado inicial del sprint: </a:t>
            </a:r>
            <a:r>
              <a:rPr b="0" i="0" lang="en-US" sz="2571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Las 9 historias se encontraban en Sprint Backlog, sin tareas iniciadas, reflejando el punto de partida para el seguimiento del avance.</a:t>
            </a:r>
            <a:endParaRPr/>
          </a:p>
        </p:txBody>
      </p:sp>
    </p:spTree>
  </p:cSld>
  <p:clrMapOvr>
    <a:masterClrMapping/>
  </p:clrMapOvr>
  <p:transition spd="slow">
    <p:push/>
  </p:transition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9" name="Shape 1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0" name="Google Shape;1540;p24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9333" l="0" r="0" t="-9333"/>
            </a:stretch>
          </a:blipFill>
          <a:ln>
            <a:noFill/>
          </a:ln>
        </p:spPr>
      </p:sp>
      <p:sp>
        <p:nvSpPr>
          <p:cNvPr id="1541" name="Google Shape;1541;p24"/>
          <p:cNvSpPr/>
          <p:nvPr/>
        </p:nvSpPr>
        <p:spPr>
          <a:xfrm>
            <a:off x="11128588" y="1333119"/>
            <a:ext cx="11375763" cy="9072171"/>
          </a:xfrm>
          <a:custGeom>
            <a:rect b="b" l="l" r="r" t="t"/>
            <a:pathLst>
              <a:path extrusionOk="0" h="9072171" w="11375763">
                <a:moveTo>
                  <a:pt x="0" y="0"/>
                </a:moveTo>
                <a:lnTo>
                  <a:pt x="11375763" y="0"/>
                </a:lnTo>
                <a:lnTo>
                  <a:pt x="11375763" y="9072172"/>
                </a:lnTo>
                <a:lnTo>
                  <a:pt x="0" y="907217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542" name="Google Shape;1542;p24"/>
          <p:cNvGrpSpPr/>
          <p:nvPr/>
        </p:nvGrpSpPr>
        <p:grpSpPr>
          <a:xfrm>
            <a:off x="8093210" y="-899449"/>
            <a:ext cx="6070754" cy="11149647"/>
            <a:chOff x="0" y="-104775"/>
            <a:chExt cx="424177" cy="779050"/>
          </a:xfrm>
        </p:grpSpPr>
        <p:sp>
          <p:nvSpPr>
            <p:cNvPr id="1543" name="Google Shape;1543;p24"/>
            <p:cNvSpPr/>
            <p:nvPr/>
          </p:nvSpPr>
          <p:spPr>
            <a:xfrm>
              <a:off x="0" y="0"/>
              <a:ext cx="424177" cy="674275"/>
            </a:xfrm>
            <a:custGeom>
              <a:rect b="b" l="l" r="r" t="t"/>
              <a:pathLst>
                <a:path extrusionOk="0" h="674275" w="424177">
                  <a:moveTo>
                    <a:pt x="203200" y="0"/>
                  </a:moveTo>
                  <a:lnTo>
                    <a:pt x="424177" y="0"/>
                  </a:lnTo>
                  <a:lnTo>
                    <a:pt x="220977" y="674275"/>
                  </a:lnTo>
                  <a:lnTo>
                    <a:pt x="0" y="674275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393E46">
                <a:alpha val="46667"/>
              </a:srgbClr>
            </a:solidFill>
            <a:ln>
              <a:noFill/>
            </a:ln>
          </p:spPr>
        </p:sp>
        <p:sp>
          <p:nvSpPr>
            <p:cNvPr id="1544" name="Google Shape;1544;p24"/>
            <p:cNvSpPr txBox="1"/>
            <p:nvPr/>
          </p:nvSpPr>
          <p:spPr>
            <a:xfrm>
              <a:off x="101600" y="-104775"/>
              <a:ext cx="220977" cy="7790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45" name="Google Shape;1545;p24"/>
          <p:cNvGrpSpPr/>
          <p:nvPr/>
        </p:nvGrpSpPr>
        <p:grpSpPr>
          <a:xfrm>
            <a:off x="8347633" y="-501065"/>
            <a:ext cx="5816332" cy="11149647"/>
            <a:chOff x="0" y="-104775"/>
            <a:chExt cx="406400" cy="779050"/>
          </a:xfrm>
        </p:grpSpPr>
        <p:sp>
          <p:nvSpPr>
            <p:cNvPr id="1546" name="Google Shape;1546;p24"/>
            <p:cNvSpPr/>
            <p:nvPr/>
          </p:nvSpPr>
          <p:spPr>
            <a:xfrm>
              <a:off x="0" y="0"/>
              <a:ext cx="406400" cy="674275"/>
            </a:xfrm>
            <a:custGeom>
              <a:rect b="b" l="l" r="r" t="t"/>
              <a:pathLst>
                <a:path extrusionOk="0" h="674275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674275"/>
                  </a:lnTo>
                  <a:lnTo>
                    <a:pt x="0" y="674275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393E46"/>
            </a:solidFill>
            <a:ln>
              <a:noFill/>
            </a:ln>
          </p:spPr>
        </p:sp>
        <p:sp>
          <p:nvSpPr>
            <p:cNvPr id="1547" name="Google Shape;1547;p24"/>
            <p:cNvSpPr txBox="1"/>
            <p:nvPr/>
          </p:nvSpPr>
          <p:spPr>
            <a:xfrm>
              <a:off x="101600" y="-104775"/>
              <a:ext cx="203200" cy="7790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48" name="Google Shape;1548;p24"/>
          <p:cNvGrpSpPr/>
          <p:nvPr/>
        </p:nvGrpSpPr>
        <p:grpSpPr>
          <a:xfrm>
            <a:off x="-22436" y="-1368585"/>
            <a:ext cx="18332871" cy="3373138"/>
            <a:chOff x="0" y="-276225"/>
            <a:chExt cx="4828411" cy="888399"/>
          </a:xfrm>
        </p:grpSpPr>
        <p:sp>
          <p:nvSpPr>
            <p:cNvPr id="1549" name="Google Shape;1549;p24"/>
            <p:cNvSpPr/>
            <p:nvPr/>
          </p:nvSpPr>
          <p:spPr>
            <a:xfrm>
              <a:off x="0" y="0"/>
              <a:ext cx="4828411" cy="612174"/>
            </a:xfrm>
            <a:custGeom>
              <a:rect b="b" l="l" r="r" t="t"/>
              <a:pathLst>
                <a:path extrusionOk="0" h="612174" w="4828411">
                  <a:moveTo>
                    <a:pt x="0" y="0"/>
                  </a:moveTo>
                  <a:lnTo>
                    <a:pt x="4828411" y="0"/>
                  </a:lnTo>
                  <a:lnTo>
                    <a:pt x="4828411" y="612174"/>
                  </a:lnTo>
                  <a:lnTo>
                    <a:pt x="0" y="612174"/>
                  </a:lnTo>
                  <a:close/>
                </a:path>
              </a:pathLst>
            </a:custGeom>
            <a:solidFill>
              <a:srgbClr val="49C3FB"/>
            </a:solidFill>
            <a:ln>
              <a:noFill/>
            </a:ln>
          </p:spPr>
        </p:sp>
        <p:sp>
          <p:nvSpPr>
            <p:cNvPr id="1550" name="Google Shape;1550;p24"/>
            <p:cNvSpPr txBox="1"/>
            <p:nvPr/>
          </p:nvSpPr>
          <p:spPr>
            <a:xfrm>
              <a:off x="0" y="-276225"/>
              <a:ext cx="4828411" cy="8883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51" name="Google Shape;1551;p24"/>
          <p:cNvSpPr/>
          <p:nvPr/>
        </p:nvSpPr>
        <p:spPr>
          <a:xfrm>
            <a:off x="17789121" y="9481948"/>
            <a:ext cx="1699256" cy="1019554"/>
          </a:xfrm>
          <a:custGeom>
            <a:rect b="b" l="l" r="r" t="t"/>
            <a:pathLst>
              <a:path extrusionOk="0" h="1019554" w="1699256">
                <a:moveTo>
                  <a:pt x="0" y="0"/>
                </a:moveTo>
                <a:lnTo>
                  <a:pt x="1699257" y="0"/>
                </a:lnTo>
                <a:lnTo>
                  <a:pt x="1699257" y="1019554"/>
                </a:lnTo>
                <a:lnTo>
                  <a:pt x="0" y="101955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52" name="Google Shape;1552;p24"/>
          <p:cNvSpPr/>
          <p:nvPr/>
        </p:nvSpPr>
        <p:spPr>
          <a:xfrm rot="-5400000">
            <a:off x="17062944" y="-566905"/>
            <a:ext cx="2304785" cy="2333959"/>
          </a:xfrm>
          <a:custGeom>
            <a:rect b="b" l="l" r="r" t="t"/>
            <a:pathLst>
              <a:path extrusionOk="0" h="2333959" w="2304785">
                <a:moveTo>
                  <a:pt x="0" y="0"/>
                </a:moveTo>
                <a:lnTo>
                  <a:pt x="2304785" y="0"/>
                </a:lnTo>
                <a:lnTo>
                  <a:pt x="2304785" y="2333960"/>
                </a:lnTo>
                <a:lnTo>
                  <a:pt x="0" y="233396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53" name="Google Shape;1553;p24"/>
          <p:cNvSpPr/>
          <p:nvPr/>
        </p:nvSpPr>
        <p:spPr>
          <a:xfrm>
            <a:off x="3653851" y="9982200"/>
            <a:ext cx="10952506" cy="1880464"/>
          </a:xfrm>
          <a:custGeom>
            <a:rect b="b" l="l" r="r" t="t"/>
            <a:pathLst>
              <a:path extrusionOk="0" h="1880464" w="10952506">
                <a:moveTo>
                  <a:pt x="0" y="0"/>
                </a:moveTo>
                <a:lnTo>
                  <a:pt x="10952506" y="0"/>
                </a:lnTo>
                <a:lnTo>
                  <a:pt x="10952506" y="1880464"/>
                </a:lnTo>
                <a:lnTo>
                  <a:pt x="0" y="188046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-2157" r="-2202" t="-59556"/>
            </a:stretch>
          </a:blipFill>
          <a:ln>
            <a:noFill/>
          </a:ln>
        </p:spPr>
      </p:sp>
      <p:sp>
        <p:nvSpPr>
          <p:cNvPr id="1554" name="Google Shape;1554;p24"/>
          <p:cNvSpPr/>
          <p:nvPr/>
        </p:nvSpPr>
        <p:spPr>
          <a:xfrm>
            <a:off x="17869405" y="-1885942"/>
            <a:ext cx="1411048" cy="2914385"/>
          </a:xfrm>
          <a:custGeom>
            <a:rect b="b" l="l" r="r" t="t"/>
            <a:pathLst>
              <a:path extrusionOk="0" h="2914385" w="1411048">
                <a:moveTo>
                  <a:pt x="0" y="0"/>
                </a:moveTo>
                <a:lnTo>
                  <a:pt x="1411048" y="0"/>
                </a:lnTo>
                <a:lnTo>
                  <a:pt x="1411048" y="2914385"/>
                </a:lnTo>
                <a:lnTo>
                  <a:pt x="0" y="291438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cxnSp>
        <p:nvCxnSpPr>
          <p:cNvPr id="1555" name="Google Shape;1555;p24"/>
          <p:cNvCxnSpPr/>
          <p:nvPr/>
        </p:nvCxnSpPr>
        <p:spPr>
          <a:xfrm>
            <a:off x="2584271" y="431862"/>
            <a:ext cx="0" cy="982477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56" name="Google Shape;1556;p24"/>
          <p:cNvSpPr/>
          <p:nvPr/>
        </p:nvSpPr>
        <p:spPr>
          <a:xfrm>
            <a:off x="202111" y="4598763"/>
            <a:ext cx="17986409" cy="4166961"/>
          </a:xfrm>
          <a:custGeom>
            <a:rect b="b" l="l" r="r" t="t"/>
            <a:pathLst>
              <a:path extrusionOk="0" h="4166961" w="17986409">
                <a:moveTo>
                  <a:pt x="0" y="0"/>
                </a:moveTo>
                <a:lnTo>
                  <a:pt x="17986409" y="0"/>
                </a:lnTo>
                <a:lnTo>
                  <a:pt x="17986409" y="4166961"/>
                </a:lnTo>
                <a:lnTo>
                  <a:pt x="0" y="416696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-33805" l="-426" r="-610" t="-1382"/>
            </a:stretch>
          </a:blipFill>
          <a:ln>
            <a:noFill/>
          </a:ln>
        </p:spPr>
      </p:sp>
      <p:sp>
        <p:nvSpPr>
          <p:cNvPr id="1557" name="Google Shape;1557;p24"/>
          <p:cNvSpPr txBox="1"/>
          <p:nvPr/>
        </p:nvSpPr>
        <p:spPr>
          <a:xfrm>
            <a:off x="2982013" y="73863"/>
            <a:ext cx="11679472" cy="17214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99" u="none" cap="none" strike="noStrike">
                <a:solidFill>
                  <a:srgbClr val="000000"/>
                </a:solidFill>
                <a:latin typeface="Ultra"/>
                <a:ea typeface="Ultra"/>
                <a:cs typeface="Ultra"/>
                <a:sym typeface="Ultra"/>
              </a:rPr>
              <a:t>SPRINT 1</a:t>
            </a:r>
            <a:endParaRPr/>
          </a:p>
          <a:p>
            <a:pPr indent="0" lvl="0" marL="0" marR="0" rtl="0" algn="l">
              <a:lnSpc>
                <a:spcPct val="140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99" u="none" cap="none" strike="noStrike">
                <a:solidFill>
                  <a:srgbClr val="000000"/>
                </a:solidFill>
                <a:latin typeface="Ultra"/>
                <a:ea typeface="Ultra"/>
                <a:cs typeface="Ultra"/>
                <a:sym typeface="Ultra"/>
              </a:rPr>
              <a:t>IMPEDIMENT LOG</a:t>
            </a:r>
            <a:endParaRPr/>
          </a:p>
        </p:txBody>
      </p:sp>
      <p:sp>
        <p:nvSpPr>
          <p:cNvPr id="1558" name="Google Shape;1558;p24"/>
          <p:cNvSpPr txBox="1"/>
          <p:nvPr/>
        </p:nvSpPr>
        <p:spPr>
          <a:xfrm>
            <a:off x="282646" y="-133433"/>
            <a:ext cx="2076748" cy="18256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124" u="none" cap="none" strike="noStrike">
                <a:solidFill>
                  <a:srgbClr val="000000"/>
                </a:solidFill>
                <a:latin typeface="Ultra"/>
                <a:ea typeface="Ultra"/>
                <a:cs typeface="Ultra"/>
                <a:sym typeface="Ultra"/>
              </a:rPr>
              <a:t>X.-</a:t>
            </a:r>
            <a:endParaRPr/>
          </a:p>
        </p:txBody>
      </p:sp>
      <p:sp>
        <p:nvSpPr>
          <p:cNvPr id="1559" name="Google Shape;1559;p24"/>
          <p:cNvSpPr txBox="1"/>
          <p:nvPr/>
        </p:nvSpPr>
        <p:spPr>
          <a:xfrm>
            <a:off x="17663375" y="9579067"/>
            <a:ext cx="1524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56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24</a:t>
            </a:r>
            <a:endParaRPr/>
          </a:p>
        </p:txBody>
      </p:sp>
      <p:grpSp>
        <p:nvGrpSpPr>
          <p:cNvPr id="1560" name="Google Shape;1560;p24"/>
          <p:cNvGrpSpPr/>
          <p:nvPr/>
        </p:nvGrpSpPr>
        <p:grpSpPr>
          <a:xfrm>
            <a:off x="475819" y="654994"/>
            <a:ext cx="17119512" cy="3737840"/>
            <a:chOff x="0" y="-276225"/>
            <a:chExt cx="3040096" cy="663769"/>
          </a:xfrm>
        </p:grpSpPr>
        <p:sp>
          <p:nvSpPr>
            <p:cNvPr id="1561" name="Google Shape;1561;p24"/>
            <p:cNvSpPr/>
            <p:nvPr/>
          </p:nvSpPr>
          <p:spPr>
            <a:xfrm>
              <a:off x="0" y="0"/>
              <a:ext cx="3040096" cy="387544"/>
            </a:xfrm>
            <a:custGeom>
              <a:rect b="b" l="l" r="r" t="t"/>
              <a:pathLst>
                <a:path extrusionOk="0" h="387544" w="3040096">
                  <a:moveTo>
                    <a:pt x="0" y="0"/>
                  </a:moveTo>
                  <a:lnTo>
                    <a:pt x="3040096" y="0"/>
                  </a:lnTo>
                  <a:lnTo>
                    <a:pt x="3040096" y="387544"/>
                  </a:lnTo>
                  <a:lnTo>
                    <a:pt x="0" y="387544"/>
                  </a:lnTo>
                  <a:close/>
                </a:path>
              </a:pathLst>
            </a:custGeom>
            <a:solidFill>
              <a:srgbClr val="5170FF"/>
            </a:solidFill>
            <a:ln>
              <a:noFill/>
            </a:ln>
          </p:spPr>
        </p:sp>
        <p:sp>
          <p:nvSpPr>
            <p:cNvPr id="1562" name="Google Shape;1562;p24"/>
            <p:cNvSpPr txBox="1"/>
            <p:nvPr/>
          </p:nvSpPr>
          <p:spPr>
            <a:xfrm>
              <a:off x="0" y="-276225"/>
              <a:ext cx="3040096" cy="66376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63" name="Google Shape;1563;p24"/>
          <p:cNvGrpSpPr/>
          <p:nvPr/>
        </p:nvGrpSpPr>
        <p:grpSpPr>
          <a:xfrm>
            <a:off x="788645" y="988628"/>
            <a:ext cx="16470655" cy="3079062"/>
            <a:chOff x="0" y="-276225"/>
            <a:chExt cx="2924871" cy="546782"/>
          </a:xfrm>
        </p:grpSpPr>
        <p:sp>
          <p:nvSpPr>
            <p:cNvPr id="1564" name="Google Shape;1564;p24"/>
            <p:cNvSpPr/>
            <p:nvPr/>
          </p:nvSpPr>
          <p:spPr>
            <a:xfrm>
              <a:off x="0" y="0"/>
              <a:ext cx="2924871" cy="270557"/>
            </a:xfrm>
            <a:custGeom>
              <a:rect b="b" l="l" r="r" t="t"/>
              <a:pathLst>
                <a:path extrusionOk="0" h="270557" w="2924871">
                  <a:moveTo>
                    <a:pt x="0" y="0"/>
                  </a:moveTo>
                  <a:lnTo>
                    <a:pt x="2924871" y="0"/>
                  </a:lnTo>
                  <a:lnTo>
                    <a:pt x="2924871" y="270557"/>
                  </a:lnTo>
                  <a:lnTo>
                    <a:pt x="0" y="270557"/>
                  </a:lnTo>
                  <a:close/>
                </a:path>
              </a:pathLst>
            </a:custGeom>
            <a:solidFill>
              <a:srgbClr val="F8FAFC"/>
            </a:solidFill>
            <a:ln>
              <a:noFill/>
            </a:ln>
          </p:spPr>
        </p:sp>
        <p:sp>
          <p:nvSpPr>
            <p:cNvPr id="1565" name="Google Shape;1565;p24"/>
            <p:cNvSpPr txBox="1"/>
            <p:nvPr/>
          </p:nvSpPr>
          <p:spPr>
            <a:xfrm>
              <a:off x="0" y="-276225"/>
              <a:ext cx="2924871" cy="54678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66" name="Google Shape;1566;p24"/>
          <p:cNvSpPr txBox="1"/>
          <p:nvPr/>
        </p:nvSpPr>
        <p:spPr>
          <a:xfrm>
            <a:off x="1243078" y="2441764"/>
            <a:ext cx="15561789" cy="15568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3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Gestión de impedimentos : </a:t>
            </a:r>
            <a:endParaRPr/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3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 registraron 7 impedimentos, todos resueltos, destacando la incompatibilidad del hosting (37 días), el acceso a datos del cliente y problemas de autenticación.</a:t>
            </a:r>
            <a:endParaRPr/>
          </a:p>
        </p:txBody>
      </p:sp>
    </p:spTree>
  </p:cSld>
  <p:clrMapOvr>
    <a:masterClrMapping/>
  </p:clrMapOvr>
  <p:transition spd="slow">
    <p:push/>
  </p:transition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0" name="Shape 1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1" name="Google Shape;1571;p25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9333" l="0" r="0" t="-9333"/>
            </a:stretch>
          </a:blipFill>
          <a:ln>
            <a:noFill/>
          </a:ln>
        </p:spPr>
      </p:sp>
      <p:sp>
        <p:nvSpPr>
          <p:cNvPr id="1572" name="Google Shape;1572;p25"/>
          <p:cNvSpPr/>
          <p:nvPr/>
        </p:nvSpPr>
        <p:spPr>
          <a:xfrm>
            <a:off x="11128588" y="1333119"/>
            <a:ext cx="11375763" cy="9072171"/>
          </a:xfrm>
          <a:custGeom>
            <a:rect b="b" l="l" r="r" t="t"/>
            <a:pathLst>
              <a:path extrusionOk="0" h="9072171" w="11375763">
                <a:moveTo>
                  <a:pt x="0" y="0"/>
                </a:moveTo>
                <a:lnTo>
                  <a:pt x="11375763" y="0"/>
                </a:lnTo>
                <a:lnTo>
                  <a:pt x="11375763" y="9072172"/>
                </a:lnTo>
                <a:lnTo>
                  <a:pt x="0" y="907217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573" name="Google Shape;1573;p25"/>
          <p:cNvGrpSpPr/>
          <p:nvPr/>
        </p:nvGrpSpPr>
        <p:grpSpPr>
          <a:xfrm>
            <a:off x="8093210" y="-899449"/>
            <a:ext cx="6070754" cy="11149647"/>
            <a:chOff x="0" y="-104775"/>
            <a:chExt cx="424177" cy="779050"/>
          </a:xfrm>
        </p:grpSpPr>
        <p:sp>
          <p:nvSpPr>
            <p:cNvPr id="1574" name="Google Shape;1574;p25"/>
            <p:cNvSpPr/>
            <p:nvPr/>
          </p:nvSpPr>
          <p:spPr>
            <a:xfrm>
              <a:off x="0" y="0"/>
              <a:ext cx="424177" cy="674275"/>
            </a:xfrm>
            <a:custGeom>
              <a:rect b="b" l="l" r="r" t="t"/>
              <a:pathLst>
                <a:path extrusionOk="0" h="674275" w="424177">
                  <a:moveTo>
                    <a:pt x="203200" y="0"/>
                  </a:moveTo>
                  <a:lnTo>
                    <a:pt x="424177" y="0"/>
                  </a:lnTo>
                  <a:lnTo>
                    <a:pt x="220977" y="674275"/>
                  </a:lnTo>
                  <a:lnTo>
                    <a:pt x="0" y="674275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393E46">
                <a:alpha val="46667"/>
              </a:srgbClr>
            </a:solidFill>
            <a:ln>
              <a:noFill/>
            </a:ln>
          </p:spPr>
        </p:sp>
        <p:sp>
          <p:nvSpPr>
            <p:cNvPr id="1575" name="Google Shape;1575;p25"/>
            <p:cNvSpPr txBox="1"/>
            <p:nvPr/>
          </p:nvSpPr>
          <p:spPr>
            <a:xfrm>
              <a:off x="101600" y="-104775"/>
              <a:ext cx="220977" cy="7790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76" name="Google Shape;1576;p25"/>
          <p:cNvGrpSpPr/>
          <p:nvPr/>
        </p:nvGrpSpPr>
        <p:grpSpPr>
          <a:xfrm>
            <a:off x="8985435" y="-455380"/>
            <a:ext cx="5816332" cy="11149647"/>
            <a:chOff x="0" y="-104775"/>
            <a:chExt cx="406400" cy="779050"/>
          </a:xfrm>
        </p:grpSpPr>
        <p:sp>
          <p:nvSpPr>
            <p:cNvPr id="1577" name="Google Shape;1577;p25"/>
            <p:cNvSpPr/>
            <p:nvPr/>
          </p:nvSpPr>
          <p:spPr>
            <a:xfrm>
              <a:off x="0" y="0"/>
              <a:ext cx="406400" cy="674275"/>
            </a:xfrm>
            <a:custGeom>
              <a:rect b="b" l="l" r="r" t="t"/>
              <a:pathLst>
                <a:path extrusionOk="0" h="674275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674275"/>
                  </a:lnTo>
                  <a:lnTo>
                    <a:pt x="0" y="674275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393E46"/>
            </a:solidFill>
            <a:ln>
              <a:noFill/>
            </a:ln>
          </p:spPr>
        </p:sp>
        <p:sp>
          <p:nvSpPr>
            <p:cNvPr id="1578" name="Google Shape;1578;p25"/>
            <p:cNvSpPr txBox="1"/>
            <p:nvPr/>
          </p:nvSpPr>
          <p:spPr>
            <a:xfrm>
              <a:off x="101600" y="-104775"/>
              <a:ext cx="203200" cy="7790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79" name="Google Shape;1579;p25"/>
          <p:cNvGrpSpPr/>
          <p:nvPr/>
        </p:nvGrpSpPr>
        <p:grpSpPr>
          <a:xfrm>
            <a:off x="-22436" y="-1368585"/>
            <a:ext cx="18332871" cy="3373138"/>
            <a:chOff x="0" y="-276225"/>
            <a:chExt cx="4828411" cy="888399"/>
          </a:xfrm>
        </p:grpSpPr>
        <p:sp>
          <p:nvSpPr>
            <p:cNvPr id="1580" name="Google Shape;1580;p25"/>
            <p:cNvSpPr/>
            <p:nvPr/>
          </p:nvSpPr>
          <p:spPr>
            <a:xfrm>
              <a:off x="0" y="0"/>
              <a:ext cx="4828411" cy="612174"/>
            </a:xfrm>
            <a:custGeom>
              <a:rect b="b" l="l" r="r" t="t"/>
              <a:pathLst>
                <a:path extrusionOk="0" h="612174" w="4828411">
                  <a:moveTo>
                    <a:pt x="0" y="0"/>
                  </a:moveTo>
                  <a:lnTo>
                    <a:pt x="4828411" y="0"/>
                  </a:lnTo>
                  <a:lnTo>
                    <a:pt x="4828411" y="612174"/>
                  </a:lnTo>
                  <a:lnTo>
                    <a:pt x="0" y="612174"/>
                  </a:lnTo>
                  <a:close/>
                </a:path>
              </a:pathLst>
            </a:custGeom>
            <a:solidFill>
              <a:srgbClr val="49C3FB"/>
            </a:solidFill>
            <a:ln>
              <a:noFill/>
            </a:ln>
          </p:spPr>
        </p:sp>
        <p:sp>
          <p:nvSpPr>
            <p:cNvPr id="1581" name="Google Shape;1581;p25"/>
            <p:cNvSpPr txBox="1"/>
            <p:nvPr/>
          </p:nvSpPr>
          <p:spPr>
            <a:xfrm>
              <a:off x="0" y="-276225"/>
              <a:ext cx="4828411" cy="8883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82" name="Google Shape;1582;p25"/>
          <p:cNvSpPr/>
          <p:nvPr/>
        </p:nvSpPr>
        <p:spPr>
          <a:xfrm>
            <a:off x="17789121" y="9481948"/>
            <a:ext cx="1699256" cy="1019554"/>
          </a:xfrm>
          <a:custGeom>
            <a:rect b="b" l="l" r="r" t="t"/>
            <a:pathLst>
              <a:path extrusionOk="0" h="1019554" w="1699256">
                <a:moveTo>
                  <a:pt x="0" y="0"/>
                </a:moveTo>
                <a:lnTo>
                  <a:pt x="1699257" y="0"/>
                </a:lnTo>
                <a:lnTo>
                  <a:pt x="1699257" y="1019554"/>
                </a:lnTo>
                <a:lnTo>
                  <a:pt x="0" y="101955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83" name="Google Shape;1583;p25"/>
          <p:cNvSpPr/>
          <p:nvPr/>
        </p:nvSpPr>
        <p:spPr>
          <a:xfrm rot="-5400000">
            <a:off x="17062944" y="-566905"/>
            <a:ext cx="2304785" cy="2333959"/>
          </a:xfrm>
          <a:custGeom>
            <a:rect b="b" l="l" r="r" t="t"/>
            <a:pathLst>
              <a:path extrusionOk="0" h="2333959" w="2304785">
                <a:moveTo>
                  <a:pt x="0" y="0"/>
                </a:moveTo>
                <a:lnTo>
                  <a:pt x="2304785" y="0"/>
                </a:lnTo>
                <a:lnTo>
                  <a:pt x="2304785" y="2333960"/>
                </a:lnTo>
                <a:lnTo>
                  <a:pt x="0" y="233396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84" name="Google Shape;1584;p25"/>
          <p:cNvSpPr/>
          <p:nvPr/>
        </p:nvSpPr>
        <p:spPr>
          <a:xfrm>
            <a:off x="3653851" y="9982200"/>
            <a:ext cx="10952506" cy="1880464"/>
          </a:xfrm>
          <a:custGeom>
            <a:rect b="b" l="l" r="r" t="t"/>
            <a:pathLst>
              <a:path extrusionOk="0" h="1880464" w="10952506">
                <a:moveTo>
                  <a:pt x="0" y="0"/>
                </a:moveTo>
                <a:lnTo>
                  <a:pt x="10952506" y="0"/>
                </a:lnTo>
                <a:lnTo>
                  <a:pt x="10952506" y="1880464"/>
                </a:lnTo>
                <a:lnTo>
                  <a:pt x="0" y="188046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-2157" r="-2202" t="-59556"/>
            </a:stretch>
          </a:blipFill>
          <a:ln>
            <a:noFill/>
          </a:ln>
        </p:spPr>
      </p:sp>
      <p:sp>
        <p:nvSpPr>
          <p:cNvPr id="1585" name="Google Shape;1585;p25"/>
          <p:cNvSpPr/>
          <p:nvPr/>
        </p:nvSpPr>
        <p:spPr>
          <a:xfrm>
            <a:off x="17869405" y="-1885942"/>
            <a:ext cx="1411048" cy="2914385"/>
          </a:xfrm>
          <a:custGeom>
            <a:rect b="b" l="l" r="r" t="t"/>
            <a:pathLst>
              <a:path extrusionOk="0" h="2914385" w="1411048">
                <a:moveTo>
                  <a:pt x="0" y="0"/>
                </a:moveTo>
                <a:lnTo>
                  <a:pt x="1411048" y="0"/>
                </a:lnTo>
                <a:lnTo>
                  <a:pt x="1411048" y="2914385"/>
                </a:lnTo>
                <a:lnTo>
                  <a:pt x="0" y="291438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cxnSp>
        <p:nvCxnSpPr>
          <p:cNvPr id="1586" name="Google Shape;1586;p25"/>
          <p:cNvCxnSpPr/>
          <p:nvPr/>
        </p:nvCxnSpPr>
        <p:spPr>
          <a:xfrm>
            <a:off x="2584271" y="431862"/>
            <a:ext cx="0" cy="982477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87" name="Google Shape;1587;p25"/>
          <p:cNvSpPr/>
          <p:nvPr/>
        </p:nvSpPr>
        <p:spPr>
          <a:xfrm>
            <a:off x="8332113" y="2636594"/>
            <a:ext cx="9594311" cy="6999623"/>
          </a:xfrm>
          <a:custGeom>
            <a:rect b="b" l="l" r="r" t="t"/>
            <a:pathLst>
              <a:path extrusionOk="0" h="6999623" w="9594311">
                <a:moveTo>
                  <a:pt x="0" y="0"/>
                </a:moveTo>
                <a:lnTo>
                  <a:pt x="9594311" y="0"/>
                </a:lnTo>
                <a:lnTo>
                  <a:pt x="9594311" y="6999623"/>
                </a:lnTo>
                <a:lnTo>
                  <a:pt x="0" y="699962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88" name="Google Shape;1588;p25"/>
          <p:cNvSpPr txBox="1"/>
          <p:nvPr/>
        </p:nvSpPr>
        <p:spPr>
          <a:xfrm>
            <a:off x="2982013" y="73863"/>
            <a:ext cx="11679472" cy="17214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99" u="none" cap="none" strike="noStrike">
                <a:solidFill>
                  <a:srgbClr val="000000"/>
                </a:solidFill>
                <a:latin typeface="Ultra"/>
                <a:ea typeface="Ultra"/>
                <a:cs typeface="Ultra"/>
                <a:sym typeface="Ultra"/>
              </a:rPr>
              <a:t>SPRINT 1</a:t>
            </a:r>
            <a:endParaRPr/>
          </a:p>
          <a:p>
            <a:pPr indent="0" lvl="0" marL="0" marR="0" rtl="0" algn="l">
              <a:lnSpc>
                <a:spcPct val="140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99" u="none" cap="none" strike="noStrike">
                <a:solidFill>
                  <a:srgbClr val="000000"/>
                </a:solidFill>
                <a:latin typeface="Ultra"/>
                <a:ea typeface="Ultra"/>
                <a:cs typeface="Ultra"/>
                <a:sym typeface="Ultra"/>
              </a:rPr>
              <a:t>BURNDOWN CHART</a:t>
            </a:r>
            <a:endParaRPr/>
          </a:p>
        </p:txBody>
      </p:sp>
      <p:sp>
        <p:nvSpPr>
          <p:cNvPr id="1589" name="Google Shape;1589;p25"/>
          <p:cNvSpPr txBox="1"/>
          <p:nvPr/>
        </p:nvSpPr>
        <p:spPr>
          <a:xfrm>
            <a:off x="282646" y="-133433"/>
            <a:ext cx="2076748" cy="18256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124" u="none" cap="none" strike="noStrike">
                <a:solidFill>
                  <a:srgbClr val="000000"/>
                </a:solidFill>
                <a:latin typeface="Ultra"/>
                <a:ea typeface="Ultra"/>
                <a:cs typeface="Ultra"/>
                <a:sym typeface="Ultra"/>
              </a:rPr>
              <a:t>X.-</a:t>
            </a:r>
            <a:endParaRPr/>
          </a:p>
        </p:txBody>
      </p:sp>
      <p:sp>
        <p:nvSpPr>
          <p:cNvPr id="1590" name="Google Shape;1590;p25"/>
          <p:cNvSpPr txBox="1"/>
          <p:nvPr/>
        </p:nvSpPr>
        <p:spPr>
          <a:xfrm>
            <a:off x="17663375" y="9579067"/>
            <a:ext cx="1524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56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25</a:t>
            </a:r>
            <a:endParaRPr/>
          </a:p>
        </p:txBody>
      </p:sp>
      <p:sp>
        <p:nvSpPr>
          <p:cNvPr id="1591" name="Google Shape;1591;p25"/>
          <p:cNvSpPr txBox="1"/>
          <p:nvPr/>
        </p:nvSpPr>
        <p:spPr>
          <a:xfrm>
            <a:off x="466804" y="2685663"/>
            <a:ext cx="7387911" cy="64916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61795" lvl="1" marL="523589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25"/>
              <a:buFont typeface="Arial"/>
              <a:buChar char="•"/>
            </a:pPr>
            <a:r>
              <a:rPr b="1" i="0" lang="en-US" sz="24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Avance inicial:</a:t>
            </a:r>
            <a:r>
              <a:rPr b="0" i="0" lang="en-US" sz="24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El sprint comenzó con 36 SP, reduciéndose a 28 SP durante la primera semana.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2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61795" lvl="1" marL="523589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25"/>
              <a:buFont typeface="Arial"/>
              <a:buChar char="•"/>
            </a:pPr>
            <a:r>
              <a:rPr b="1" i="0" lang="en-US" sz="24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Estancamiento:</a:t>
            </a:r>
            <a:r>
              <a:rPr b="0" i="0" lang="en-US" sz="24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El trabajo restante se mantuvo en 28 SP durante gran parte del sprint, concentrándose la reducción al final.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2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61795" lvl="1" marL="523589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25"/>
              <a:buFont typeface="Arial"/>
              <a:buChar char="•"/>
            </a:pPr>
            <a:r>
              <a:rPr b="1" i="0" lang="en-US" sz="24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Cierre y replanificación: </a:t>
            </a:r>
            <a:r>
              <a:rPr b="0" i="0" lang="en-US" sz="24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La curva real llegó a 0 SP el 24/08, antes de lo planificado. Sin embargo, algunas historias fueron trasladadas a Sprint 2, por lo que el cierre no representa necesariamente la finalización de todas las tareas.</a:t>
            </a:r>
            <a:endParaRPr/>
          </a:p>
        </p:txBody>
      </p:sp>
    </p:spTree>
  </p:cSld>
  <p:clrMapOvr>
    <a:masterClrMapping/>
  </p:clrMapOvr>
  <p:transition spd="slow">
    <p:push/>
  </p:transition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5" name="Shape 1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6" name="Google Shape;1596;p26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9333" l="0" r="0" t="-9333"/>
            </a:stretch>
          </a:blipFill>
          <a:ln>
            <a:noFill/>
          </a:ln>
        </p:spPr>
      </p:sp>
      <p:sp>
        <p:nvSpPr>
          <p:cNvPr id="1597" name="Google Shape;1597;p26"/>
          <p:cNvSpPr/>
          <p:nvPr/>
        </p:nvSpPr>
        <p:spPr>
          <a:xfrm>
            <a:off x="11128588" y="1333119"/>
            <a:ext cx="11375763" cy="9072171"/>
          </a:xfrm>
          <a:custGeom>
            <a:rect b="b" l="l" r="r" t="t"/>
            <a:pathLst>
              <a:path extrusionOk="0" h="9072171" w="11375763">
                <a:moveTo>
                  <a:pt x="0" y="0"/>
                </a:moveTo>
                <a:lnTo>
                  <a:pt x="11375763" y="0"/>
                </a:lnTo>
                <a:lnTo>
                  <a:pt x="11375763" y="9072172"/>
                </a:lnTo>
                <a:lnTo>
                  <a:pt x="0" y="907217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598" name="Google Shape;1598;p26"/>
          <p:cNvGrpSpPr/>
          <p:nvPr/>
        </p:nvGrpSpPr>
        <p:grpSpPr>
          <a:xfrm>
            <a:off x="8093210" y="-899449"/>
            <a:ext cx="6070754" cy="11149647"/>
            <a:chOff x="0" y="-104775"/>
            <a:chExt cx="424177" cy="779050"/>
          </a:xfrm>
        </p:grpSpPr>
        <p:sp>
          <p:nvSpPr>
            <p:cNvPr id="1599" name="Google Shape;1599;p26"/>
            <p:cNvSpPr/>
            <p:nvPr/>
          </p:nvSpPr>
          <p:spPr>
            <a:xfrm>
              <a:off x="0" y="0"/>
              <a:ext cx="424177" cy="674275"/>
            </a:xfrm>
            <a:custGeom>
              <a:rect b="b" l="l" r="r" t="t"/>
              <a:pathLst>
                <a:path extrusionOk="0" h="674275" w="424177">
                  <a:moveTo>
                    <a:pt x="203200" y="0"/>
                  </a:moveTo>
                  <a:lnTo>
                    <a:pt x="424177" y="0"/>
                  </a:lnTo>
                  <a:lnTo>
                    <a:pt x="220977" y="674275"/>
                  </a:lnTo>
                  <a:lnTo>
                    <a:pt x="0" y="674275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393E46">
                <a:alpha val="46667"/>
              </a:srgbClr>
            </a:solidFill>
            <a:ln>
              <a:noFill/>
            </a:ln>
          </p:spPr>
        </p:sp>
        <p:sp>
          <p:nvSpPr>
            <p:cNvPr id="1600" name="Google Shape;1600;p26"/>
            <p:cNvSpPr txBox="1"/>
            <p:nvPr/>
          </p:nvSpPr>
          <p:spPr>
            <a:xfrm>
              <a:off x="101600" y="-104775"/>
              <a:ext cx="220977" cy="7790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01" name="Google Shape;1601;p26"/>
          <p:cNvGrpSpPr/>
          <p:nvPr/>
        </p:nvGrpSpPr>
        <p:grpSpPr>
          <a:xfrm>
            <a:off x="8499124" y="-455380"/>
            <a:ext cx="5816332" cy="11149647"/>
            <a:chOff x="0" y="-104775"/>
            <a:chExt cx="406400" cy="779050"/>
          </a:xfrm>
        </p:grpSpPr>
        <p:sp>
          <p:nvSpPr>
            <p:cNvPr id="1602" name="Google Shape;1602;p26"/>
            <p:cNvSpPr/>
            <p:nvPr/>
          </p:nvSpPr>
          <p:spPr>
            <a:xfrm>
              <a:off x="0" y="0"/>
              <a:ext cx="406400" cy="674275"/>
            </a:xfrm>
            <a:custGeom>
              <a:rect b="b" l="l" r="r" t="t"/>
              <a:pathLst>
                <a:path extrusionOk="0" h="674275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674275"/>
                  </a:lnTo>
                  <a:lnTo>
                    <a:pt x="0" y="674275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393E46"/>
            </a:solidFill>
            <a:ln>
              <a:noFill/>
            </a:ln>
          </p:spPr>
        </p:sp>
        <p:sp>
          <p:nvSpPr>
            <p:cNvPr id="1603" name="Google Shape;1603;p26"/>
            <p:cNvSpPr txBox="1"/>
            <p:nvPr/>
          </p:nvSpPr>
          <p:spPr>
            <a:xfrm>
              <a:off x="101600" y="-104775"/>
              <a:ext cx="203200" cy="7790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04" name="Google Shape;1604;p26"/>
          <p:cNvGrpSpPr/>
          <p:nvPr/>
        </p:nvGrpSpPr>
        <p:grpSpPr>
          <a:xfrm>
            <a:off x="-22436" y="-1368585"/>
            <a:ext cx="18332871" cy="3373138"/>
            <a:chOff x="0" y="-276225"/>
            <a:chExt cx="4828411" cy="888399"/>
          </a:xfrm>
        </p:grpSpPr>
        <p:sp>
          <p:nvSpPr>
            <p:cNvPr id="1605" name="Google Shape;1605;p26"/>
            <p:cNvSpPr/>
            <p:nvPr/>
          </p:nvSpPr>
          <p:spPr>
            <a:xfrm>
              <a:off x="0" y="0"/>
              <a:ext cx="4828411" cy="612174"/>
            </a:xfrm>
            <a:custGeom>
              <a:rect b="b" l="l" r="r" t="t"/>
              <a:pathLst>
                <a:path extrusionOk="0" h="612174" w="4828411">
                  <a:moveTo>
                    <a:pt x="0" y="0"/>
                  </a:moveTo>
                  <a:lnTo>
                    <a:pt x="4828411" y="0"/>
                  </a:lnTo>
                  <a:lnTo>
                    <a:pt x="4828411" y="612174"/>
                  </a:lnTo>
                  <a:lnTo>
                    <a:pt x="0" y="612174"/>
                  </a:lnTo>
                  <a:close/>
                </a:path>
              </a:pathLst>
            </a:custGeom>
            <a:solidFill>
              <a:srgbClr val="49C3FB"/>
            </a:solidFill>
            <a:ln>
              <a:noFill/>
            </a:ln>
          </p:spPr>
        </p:sp>
        <p:sp>
          <p:nvSpPr>
            <p:cNvPr id="1606" name="Google Shape;1606;p26"/>
            <p:cNvSpPr txBox="1"/>
            <p:nvPr/>
          </p:nvSpPr>
          <p:spPr>
            <a:xfrm>
              <a:off x="0" y="-276225"/>
              <a:ext cx="4828411" cy="8883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07" name="Google Shape;1607;p26"/>
          <p:cNvSpPr/>
          <p:nvPr/>
        </p:nvSpPr>
        <p:spPr>
          <a:xfrm>
            <a:off x="17789121" y="9481948"/>
            <a:ext cx="1699256" cy="1019554"/>
          </a:xfrm>
          <a:custGeom>
            <a:rect b="b" l="l" r="r" t="t"/>
            <a:pathLst>
              <a:path extrusionOk="0" h="1019554" w="1699256">
                <a:moveTo>
                  <a:pt x="0" y="0"/>
                </a:moveTo>
                <a:lnTo>
                  <a:pt x="1699257" y="0"/>
                </a:lnTo>
                <a:lnTo>
                  <a:pt x="1699257" y="1019554"/>
                </a:lnTo>
                <a:lnTo>
                  <a:pt x="0" y="101955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08" name="Google Shape;1608;p26"/>
          <p:cNvSpPr/>
          <p:nvPr/>
        </p:nvSpPr>
        <p:spPr>
          <a:xfrm rot="-5400000">
            <a:off x="17062944" y="-566905"/>
            <a:ext cx="2304785" cy="2333959"/>
          </a:xfrm>
          <a:custGeom>
            <a:rect b="b" l="l" r="r" t="t"/>
            <a:pathLst>
              <a:path extrusionOk="0" h="2333959" w="2304785">
                <a:moveTo>
                  <a:pt x="0" y="0"/>
                </a:moveTo>
                <a:lnTo>
                  <a:pt x="2304785" y="0"/>
                </a:lnTo>
                <a:lnTo>
                  <a:pt x="2304785" y="2333960"/>
                </a:lnTo>
                <a:lnTo>
                  <a:pt x="0" y="233396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09" name="Google Shape;1609;p26"/>
          <p:cNvSpPr/>
          <p:nvPr/>
        </p:nvSpPr>
        <p:spPr>
          <a:xfrm>
            <a:off x="3653851" y="9982200"/>
            <a:ext cx="10952506" cy="1880464"/>
          </a:xfrm>
          <a:custGeom>
            <a:rect b="b" l="l" r="r" t="t"/>
            <a:pathLst>
              <a:path extrusionOk="0" h="1880464" w="10952506">
                <a:moveTo>
                  <a:pt x="0" y="0"/>
                </a:moveTo>
                <a:lnTo>
                  <a:pt x="10952506" y="0"/>
                </a:lnTo>
                <a:lnTo>
                  <a:pt x="10952506" y="1880464"/>
                </a:lnTo>
                <a:lnTo>
                  <a:pt x="0" y="188046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-2157" r="-2202" t="-59556"/>
            </a:stretch>
          </a:blipFill>
          <a:ln>
            <a:noFill/>
          </a:ln>
        </p:spPr>
      </p:sp>
      <p:sp>
        <p:nvSpPr>
          <p:cNvPr id="1610" name="Google Shape;1610;p26"/>
          <p:cNvSpPr/>
          <p:nvPr/>
        </p:nvSpPr>
        <p:spPr>
          <a:xfrm>
            <a:off x="17869405" y="-1885942"/>
            <a:ext cx="1411048" cy="2914385"/>
          </a:xfrm>
          <a:custGeom>
            <a:rect b="b" l="l" r="r" t="t"/>
            <a:pathLst>
              <a:path extrusionOk="0" h="2914385" w="1411048">
                <a:moveTo>
                  <a:pt x="0" y="0"/>
                </a:moveTo>
                <a:lnTo>
                  <a:pt x="1411048" y="0"/>
                </a:lnTo>
                <a:lnTo>
                  <a:pt x="1411048" y="2914385"/>
                </a:lnTo>
                <a:lnTo>
                  <a:pt x="0" y="291438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cxnSp>
        <p:nvCxnSpPr>
          <p:cNvPr id="1611" name="Google Shape;1611;p26"/>
          <p:cNvCxnSpPr/>
          <p:nvPr/>
        </p:nvCxnSpPr>
        <p:spPr>
          <a:xfrm>
            <a:off x="2584271" y="431862"/>
            <a:ext cx="0" cy="982477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12" name="Google Shape;1612;p26"/>
          <p:cNvSpPr txBox="1"/>
          <p:nvPr/>
        </p:nvSpPr>
        <p:spPr>
          <a:xfrm>
            <a:off x="17663375" y="9579067"/>
            <a:ext cx="1524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56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26</a:t>
            </a:r>
            <a:endParaRPr/>
          </a:p>
        </p:txBody>
      </p:sp>
      <p:grpSp>
        <p:nvGrpSpPr>
          <p:cNvPr id="1613" name="Google Shape;1613;p26"/>
          <p:cNvGrpSpPr/>
          <p:nvPr/>
        </p:nvGrpSpPr>
        <p:grpSpPr>
          <a:xfrm>
            <a:off x="480766" y="2088188"/>
            <a:ext cx="12058458" cy="1938994"/>
            <a:chOff x="0" y="-652580"/>
            <a:chExt cx="16077944" cy="2585326"/>
          </a:xfrm>
        </p:grpSpPr>
        <p:grpSp>
          <p:nvGrpSpPr>
            <p:cNvPr id="1614" name="Google Shape;1614;p26"/>
            <p:cNvGrpSpPr/>
            <p:nvPr/>
          </p:nvGrpSpPr>
          <p:grpSpPr>
            <a:xfrm>
              <a:off x="0" y="-652580"/>
              <a:ext cx="16077944" cy="2585326"/>
              <a:chOff x="0" y="-104775"/>
              <a:chExt cx="2581397" cy="415087"/>
            </a:xfrm>
          </p:grpSpPr>
          <p:sp>
            <p:nvSpPr>
              <p:cNvPr id="1615" name="Google Shape;1615;p26"/>
              <p:cNvSpPr/>
              <p:nvPr/>
            </p:nvSpPr>
            <p:spPr>
              <a:xfrm>
                <a:off x="0" y="0"/>
                <a:ext cx="2581397" cy="310312"/>
              </a:xfrm>
              <a:custGeom>
                <a:rect b="b" l="l" r="r" t="t"/>
                <a:pathLst>
                  <a:path extrusionOk="0" h="310312" w="2581397">
                    <a:moveTo>
                      <a:pt x="0" y="0"/>
                    </a:moveTo>
                    <a:lnTo>
                      <a:pt x="2581397" y="0"/>
                    </a:lnTo>
                    <a:lnTo>
                      <a:pt x="2581397" y="310312"/>
                    </a:lnTo>
                    <a:lnTo>
                      <a:pt x="0" y="31031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616" name="Google Shape;1616;p26"/>
              <p:cNvSpPr txBox="1"/>
              <p:nvPr/>
            </p:nvSpPr>
            <p:spPr>
              <a:xfrm>
                <a:off x="0" y="-104775"/>
                <a:ext cx="2581397" cy="41508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47777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617" name="Google Shape;1617;p26"/>
            <p:cNvGrpSpPr/>
            <p:nvPr/>
          </p:nvGrpSpPr>
          <p:grpSpPr>
            <a:xfrm>
              <a:off x="10513" y="-46874"/>
              <a:ext cx="83168" cy="1979620"/>
              <a:chOff x="0" y="-38100"/>
              <a:chExt cx="67600" cy="1609056"/>
            </a:xfrm>
          </p:grpSpPr>
          <p:sp>
            <p:nvSpPr>
              <p:cNvPr id="1618" name="Google Shape;1618;p26"/>
              <p:cNvSpPr/>
              <p:nvPr/>
            </p:nvSpPr>
            <p:spPr>
              <a:xfrm>
                <a:off x="0" y="0"/>
                <a:ext cx="67600" cy="1570956"/>
              </a:xfrm>
              <a:custGeom>
                <a:rect b="b" l="l" r="r" t="t"/>
                <a:pathLst>
                  <a:path extrusionOk="0" h="1570956" w="67600">
                    <a:moveTo>
                      <a:pt x="0" y="0"/>
                    </a:moveTo>
                    <a:lnTo>
                      <a:pt x="67600" y="0"/>
                    </a:lnTo>
                    <a:lnTo>
                      <a:pt x="67600" y="1570956"/>
                    </a:lnTo>
                    <a:lnTo>
                      <a:pt x="0" y="1570956"/>
                    </a:lnTo>
                    <a:close/>
                  </a:path>
                </a:pathLst>
              </a:custGeom>
              <a:solidFill>
                <a:srgbClr val="5170FF"/>
              </a:solidFill>
              <a:ln>
                <a:noFill/>
              </a:ln>
            </p:spPr>
          </p:sp>
          <p:sp>
            <p:nvSpPr>
              <p:cNvPr id="1619" name="Google Shape;1619;p26"/>
              <p:cNvSpPr txBox="1"/>
              <p:nvPr/>
            </p:nvSpPr>
            <p:spPr>
              <a:xfrm>
                <a:off x="0" y="-38100"/>
                <a:ext cx="67600" cy="160905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l">
                  <a:lnSpc>
                    <a:spcPct val="93333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620" name="Google Shape;1620;p26"/>
            <p:cNvSpPr txBox="1"/>
            <p:nvPr/>
          </p:nvSpPr>
          <p:spPr>
            <a:xfrm>
              <a:off x="390847" y="-3605"/>
              <a:ext cx="12074254" cy="80358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2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198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Demos Realizadas</a:t>
              </a:r>
              <a:endParaRPr/>
            </a:p>
          </p:txBody>
        </p:sp>
        <p:sp>
          <p:nvSpPr>
            <p:cNvPr id="1621" name="Google Shape;1621;p26"/>
            <p:cNvSpPr txBox="1"/>
            <p:nvPr/>
          </p:nvSpPr>
          <p:spPr>
            <a:xfrm>
              <a:off x="390847" y="676154"/>
              <a:ext cx="13631749" cy="10800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1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214" u="none" cap="none" strike="noStrike">
                  <a:solidFill>
                    <a:srgbClr val="393E46"/>
                  </a:solidFill>
                  <a:latin typeface="Arial"/>
                  <a:ea typeface="Arial"/>
                  <a:cs typeface="Arial"/>
                  <a:sym typeface="Arial"/>
                </a:rPr>
                <a:t>Presentación de la plataforma web, repositorio GitHub, código de depuración del modelo ML y modelo de base de datos.</a:t>
              </a:r>
              <a:endParaRPr/>
            </a:p>
          </p:txBody>
        </p:sp>
      </p:grpSp>
      <p:grpSp>
        <p:nvGrpSpPr>
          <p:cNvPr id="1622" name="Google Shape;1622;p26"/>
          <p:cNvGrpSpPr/>
          <p:nvPr/>
        </p:nvGrpSpPr>
        <p:grpSpPr>
          <a:xfrm>
            <a:off x="480766" y="3852778"/>
            <a:ext cx="12058458" cy="1999954"/>
            <a:chOff x="0" y="-652580"/>
            <a:chExt cx="16077944" cy="2666606"/>
          </a:xfrm>
        </p:grpSpPr>
        <p:grpSp>
          <p:nvGrpSpPr>
            <p:cNvPr id="1623" name="Google Shape;1623;p26"/>
            <p:cNvGrpSpPr/>
            <p:nvPr/>
          </p:nvGrpSpPr>
          <p:grpSpPr>
            <a:xfrm>
              <a:off x="0" y="-652580"/>
              <a:ext cx="16077944" cy="2666606"/>
              <a:chOff x="0" y="-104775"/>
              <a:chExt cx="2581397" cy="428137"/>
            </a:xfrm>
          </p:grpSpPr>
          <p:sp>
            <p:nvSpPr>
              <p:cNvPr id="1624" name="Google Shape;1624;p26"/>
              <p:cNvSpPr/>
              <p:nvPr/>
            </p:nvSpPr>
            <p:spPr>
              <a:xfrm>
                <a:off x="0" y="0"/>
                <a:ext cx="2581397" cy="323362"/>
              </a:xfrm>
              <a:custGeom>
                <a:rect b="b" l="l" r="r" t="t"/>
                <a:pathLst>
                  <a:path extrusionOk="0" h="323362" w="2581397">
                    <a:moveTo>
                      <a:pt x="0" y="0"/>
                    </a:moveTo>
                    <a:lnTo>
                      <a:pt x="2581397" y="0"/>
                    </a:lnTo>
                    <a:lnTo>
                      <a:pt x="2581397" y="323362"/>
                    </a:lnTo>
                    <a:lnTo>
                      <a:pt x="0" y="32336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625" name="Google Shape;1625;p26"/>
              <p:cNvSpPr txBox="1"/>
              <p:nvPr/>
            </p:nvSpPr>
            <p:spPr>
              <a:xfrm>
                <a:off x="0" y="-104775"/>
                <a:ext cx="2581397" cy="42813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47777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626" name="Google Shape;1626;p26"/>
            <p:cNvGrpSpPr/>
            <p:nvPr/>
          </p:nvGrpSpPr>
          <p:grpSpPr>
            <a:xfrm>
              <a:off x="9875" y="-46874"/>
              <a:ext cx="78124" cy="1979620"/>
              <a:chOff x="0" y="-38100"/>
              <a:chExt cx="63500" cy="1609056"/>
            </a:xfrm>
          </p:grpSpPr>
          <p:sp>
            <p:nvSpPr>
              <p:cNvPr id="1627" name="Google Shape;1627;p26"/>
              <p:cNvSpPr/>
              <p:nvPr/>
            </p:nvSpPr>
            <p:spPr>
              <a:xfrm>
                <a:off x="0" y="0"/>
                <a:ext cx="63500" cy="1570956"/>
              </a:xfrm>
              <a:custGeom>
                <a:rect b="b" l="l" r="r" t="t"/>
                <a:pathLst>
                  <a:path extrusionOk="0" h="1570956" w="63500">
                    <a:moveTo>
                      <a:pt x="0" y="0"/>
                    </a:moveTo>
                    <a:lnTo>
                      <a:pt x="63500" y="0"/>
                    </a:lnTo>
                    <a:lnTo>
                      <a:pt x="63500" y="1570956"/>
                    </a:lnTo>
                    <a:lnTo>
                      <a:pt x="0" y="1570956"/>
                    </a:lnTo>
                    <a:close/>
                  </a:path>
                </a:pathLst>
              </a:custGeom>
              <a:solidFill>
                <a:srgbClr val="5170FF"/>
              </a:solidFill>
              <a:ln>
                <a:noFill/>
              </a:ln>
            </p:spPr>
          </p:sp>
          <p:sp>
            <p:nvSpPr>
              <p:cNvPr id="1628" name="Google Shape;1628;p26"/>
              <p:cNvSpPr txBox="1"/>
              <p:nvPr/>
            </p:nvSpPr>
            <p:spPr>
              <a:xfrm>
                <a:off x="0" y="-38100"/>
                <a:ext cx="63500" cy="160905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l">
                  <a:lnSpc>
                    <a:spcPct val="93333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629" name="Google Shape;1629;p26"/>
            <p:cNvSpPr txBox="1"/>
            <p:nvPr/>
          </p:nvSpPr>
          <p:spPr>
            <a:xfrm>
              <a:off x="367144" y="-3605"/>
              <a:ext cx="11342000" cy="80358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2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198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Comentarios de Stakeholders</a:t>
              </a:r>
              <a:endParaRPr/>
            </a:p>
          </p:txBody>
        </p:sp>
        <p:sp>
          <p:nvSpPr>
            <p:cNvPr id="1630" name="Google Shape;1630;p26"/>
            <p:cNvSpPr txBox="1"/>
            <p:nvPr/>
          </p:nvSpPr>
          <p:spPr>
            <a:xfrm>
              <a:off x="367144" y="676154"/>
              <a:ext cx="15710800" cy="10800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1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214" u="none" cap="none" strike="noStrike">
                  <a:solidFill>
                    <a:srgbClr val="393E46"/>
                  </a:solidFill>
                  <a:latin typeface="Arial"/>
                  <a:ea typeface="Arial"/>
                  <a:cs typeface="Arial"/>
                  <a:sym typeface="Arial"/>
                </a:rPr>
                <a:t>Valoración positiva de los avances y solicitud de adelantar la autenticación 2FA. Se identificaron dificultades con el acceso a datos y la infraestructura cloud.</a:t>
              </a:r>
              <a:endParaRPr/>
            </a:p>
          </p:txBody>
        </p:sp>
      </p:grpSp>
      <p:grpSp>
        <p:nvGrpSpPr>
          <p:cNvPr id="1631" name="Google Shape;1631;p26"/>
          <p:cNvGrpSpPr/>
          <p:nvPr/>
        </p:nvGrpSpPr>
        <p:grpSpPr>
          <a:xfrm>
            <a:off x="480766" y="5678328"/>
            <a:ext cx="12058458" cy="1999954"/>
            <a:chOff x="0" y="-652580"/>
            <a:chExt cx="16077944" cy="2666606"/>
          </a:xfrm>
        </p:grpSpPr>
        <p:grpSp>
          <p:nvGrpSpPr>
            <p:cNvPr id="1632" name="Google Shape;1632;p26"/>
            <p:cNvGrpSpPr/>
            <p:nvPr/>
          </p:nvGrpSpPr>
          <p:grpSpPr>
            <a:xfrm>
              <a:off x="0" y="-652580"/>
              <a:ext cx="16077944" cy="2666606"/>
              <a:chOff x="0" y="-104775"/>
              <a:chExt cx="2581397" cy="428137"/>
            </a:xfrm>
          </p:grpSpPr>
          <p:sp>
            <p:nvSpPr>
              <p:cNvPr id="1633" name="Google Shape;1633;p26"/>
              <p:cNvSpPr/>
              <p:nvPr/>
            </p:nvSpPr>
            <p:spPr>
              <a:xfrm>
                <a:off x="0" y="0"/>
                <a:ext cx="2581397" cy="323362"/>
              </a:xfrm>
              <a:custGeom>
                <a:rect b="b" l="l" r="r" t="t"/>
                <a:pathLst>
                  <a:path extrusionOk="0" h="323362" w="2581397">
                    <a:moveTo>
                      <a:pt x="0" y="0"/>
                    </a:moveTo>
                    <a:lnTo>
                      <a:pt x="2581397" y="0"/>
                    </a:lnTo>
                    <a:lnTo>
                      <a:pt x="2581397" y="323362"/>
                    </a:lnTo>
                    <a:lnTo>
                      <a:pt x="0" y="32336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634" name="Google Shape;1634;p26"/>
              <p:cNvSpPr txBox="1"/>
              <p:nvPr/>
            </p:nvSpPr>
            <p:spPr>
              <a:xfrm>
                <a:off x="0" y="-104775"/>
                <a:ext cx="2581397" cy="42813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47777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635" name="Google Shape;1635;p26"/>
            <p:cNvGrpSpPr/>
            <p:nvPr/>
          </p:nvGrpSpPr>
          <p:grpSpPr>
            <a:xfrm>
              <a:off x="10511" y="-46874"/>
              <a:ext cx="83154" cy="1979620"/>
              <a:chOff x="0" y="-38100"/>
              <a:chExt cx="67589" cy="1609056"/>
            </a:xfrm>
          </p:grpSpPr>
          <p:sp>
            <p:nvSpPr>
              <p:cNvPr id="1636" name="Google Shape;1636;p26"/>
              <p:cNvSpPr/>
              <p:nvPr/>
            </p:nvSpPr>
            <p:spPr>
              <a:xfrm>
                <a:off x="0" y="0"/>
                <a:ext cx="67589" cy="1570956"/>
              </a:xfrm>
              <a:custGeom>
                <a:rect b="b" l="l" r="r" t="t"/>
                <a:pathLst>
                  <a:path extrusionOk="0" h="1570956" w="67589">
                    <a:moveTo>
                      <a:pt x="0" y="0"/>
                    </a:moveTo>
                    <a:lnTo>
                      <a:pt x="67589" y="0"/>
                    </a:lnTo>
                    <a:lnTo>
                      <a:pt x="67589" y="1570956"/>
                    </a:lnTo>
                    <a:lnTo>
                      <a:pt x="0" y="1570956"/>
                    </a:lnTo>
                    <a:close/>
                  </a:path>
                </a:pathLst>
              </a:custGeom>
              <a:solidFill>
                <a:srgbClr val="5170FF"/>
              </a:solidFill>
              <a:ln>
                <a:noFill/>
              </a:ln>
            </p:spPr>
          </p:sp>
          <p:sp>
            <p:nvSpPr>
              <p:cNvPr id="1637" name="Google Shape;1637;p26"/>
              <p:cNvSpPr txBox="1"/>
              <p:nvPr/>
            </p:nvSpPr>
            <p:spPr>
              <a:xfrm>
                <a:off x="0" y="-38100"/>
                <a:ext cx="67589" cy="160905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l">
                  <a:lnSpc>
                    <a:spcPct val="93333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638" name="Google Shape;1638;p26"/>
            <p:cNvSpPr txBox="1"/>
            <p:nvPr/>
          </p:nvSpPr>
          <p:spPr>
            <a:xfrm>
              <a:off x="390785" y="-3605"/>
              <a:ext cx="12072316" cy="80358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2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198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Impacto en el Producto</a:t>
              </a:r>
              <a:endParaRPr/>
            </a:p>
          </p:txBody>
        </p:sp>
        <p:sp>
          <p:nvSpPr>
            <p:cNvPr id="1639" name="Google Shape;1639;p26"/>
            <p:cNvSpPr txBox="1"/>
            <p:nvPr/>
          </p:nvSpPr>
          <p:spPr>
            <a:xfrm>
              <a:off x="390785" y="676154"/>
              <a:ext cx="13629561" cy="10800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1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214" u="none" cap="none" strike="noStrike">
                  <a:solidFill>
                    <a:srgbClr val="393E46"/>
                  </a:solidFill>
                  <a:latin typeface="Arial"/>
                  <a:ea typeface="Arial"/>
                  <a:cs typeface="Arial"/>
                  <a:sym typeface="Arial"/>
                </a:rPr>
                <a:t>Se establecieron las bases funcionales y técnicas de SmartBids. El ETL, Data Warehouse y arquitectura cloud quedaron aplazados al Sprint 2.</a:t>
              </a:r>
              <a:endParaRPr/>
            </a:p>
          </p:txBody>
        </p:sp>
      </p:grpSp>
      <p:grpSp>
        <p:nvGrpSpPr>
          <p:cNvPr id="1640" name="Google Shape;1640;p26"/>
          <p:cNvGrpSpPr/>
          <p:nvPr/>
        </p:nvGrpSpPr>
        <p:grpSpPr>
          <a:xfrm>
            <a:off x="480766" y="7503878"/>
            <a:ext cx="12058458" cy="1938994"/>
            <a:chOff x="0" y="-652580"/>
            <a:chExt cx="16077944" cy="2585326"/>
          </a:xfrm>
        </p:grpSpPr>
        <p:grpSp>
          <p:nvGrpSpPr>
            <p:cNvPr id="1641" name="Google Shape;1641;p26"/>
            <p:cNvGrpSpPr/>
            <p:nvPr/>
          </p:nvGrpSpPr>
          <p:grpSpPr>
            <a:xfrm>
              <a:off x="0" y="-652580"/>
              <a:ext cx="16077944" cy="2585326"/>
              <a:chOff x="0" y="-104775"/>
              <a:chExt cx="2581397" cy="415087"/>
            </a:xfrm>
          </p:grpSpPr>
          <p:sp>
            <p:nvSpPr>
              <p:cNvPr id="1642" name="Google Shape;1642;p26"/>
              <p:cNvSpPr/>
              <p:nvPr/>
            </p:nvSpPr>
            <p:spPr>
              <a:xfrm>
                <a:off x="0" y="0"/>
                <a:ext cx="2581397" cy="310312"/>
              </a:xfrm>
              <a:custGeom>
                <a:rect b="b" l="l" r="r" t="t"/>
                <a:pathLst>
                  <a:path extrusionOk="0" h="310312" w="2581397">
                    <a:moveTo>
                      <a:pt x="0" y="0"/>
                    </a:moveTo>
                    <a:lnTo>
                      <a:pt x="2581397" y="0"/>
                    </a:lnTo>
                    <a:lnTo>
                      <a:pt x="2581397" y="310312"/>
                    </a:lnTo>
                    <a:lnTo>
                      <a:pt x="0" y="31031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643" name="Google Shape;1643;p26"/>
              <p:cNvSpPr txBox="1"/>
              <p:nvPr/>
            </p:nvSpPr>
            <p:spPr>
              <a:xfrm>
                <a:off x="0" y="-104775"/>
                <a:ext cx="2581397" cy="41508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47777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644" name="Google Shape;1644;p26"/>
            <p:cNvGrpSpPr/>
            <p:nvPr/>
          </p:nvGrpSpPr>
          <p:grpSpPr>
            <a:xfrm>
              <a:off x="11234" y="-46874"/>
              <a:ext cx="88877" cy="1979620"/>
              <a:chOff x="0" y="-38100"/>
              <a:chExt cx="72240" cy="1609056"/>
            </a:xfrm>
          </p:grpSpPr>
          <p:sp>
            <p:nvSpPr>
              <p:cNvPr id="1645" name="Google Shape;1645;p26"/>
              <p:cNvSpPr/>
              <p:nvPr/>
            </p:nvSpPr>
            <p:spPr>
              <a:xfrm>
                <a:off x="0" y="0"/>
                <a:ext cx="72240" cy="1570956"/>
              </a:xfrm>
              <a:custGeom>
                <a:rect b="b" l="l" r="r" t="t"/>
                <a:pathLst>
                  <a:path extrusionOk="0" h="1570956" w="72240">
                    <a:moveTo>
                      <a:pt x="0" y="0"/>
                    </a:moveTo>
                    <a:lnTo>
                      <a:pt x="72240" y="0"/>
                    </a:lnTo>
                    <a:lnTo>
                      <a:pt x="72240" y="1570956"/>
                    </a:lnTo>
                    <a:lnTo>
                      <a:pt x="0" y="1570956"/>
                    </a:lnTo>
                    <a:close/>
                  </a:path>
                </a:pathLst>
              </a:custGeom>
              <a:solidFill>
                <a:srgbClr val="5170FF"/>
              </a:solidFill>
              <a:ln>
                <a:noFill/>
              </a:ln>
            </p:spPr>
          </p:sp>
          <p:sp>
            <p:nvSpPr>
              <p:cNvPr id="1646" name="Google Shape;1646;p26"/>
              <p:cNvSpPr txBox="1"/>
              <p:nvPr/>
            </p:nvSpPr>
            <p:spPr>
              <a:xfrm>
                <a:off x="0" y="-38100"/>
                <a:ext cx="72240" cy="160905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l">
                  <a:lnSpc>
                    <a:spcPct val="93333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647" name="Google Shape;1647;p26"/>
            <p:cNvSpPr txBox="1"/>
            <p:nvPr/>
          </p:nvSpPr>
          <p:spPr>
            <a:xfrm>
              <a:off x="417676" y="-3605"/>
              <a:ext cx="12903048" cy="80358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2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198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Documentación entregada</a:t>
              </a:r>
              <a:endParaRPr/>
            </a:p>
          </p:txBody>
        </p:sp>
        <p:sp>
          <p:nvSpPr>
            <p:cNvPr id="1648" name="Google Shape;1648;p26"/>
            <p:cNvSpPr txBox="1"/>
            <p:nvPr/>
          </p:nvSpPr>
          <p:spPr>
            <a:xfrm>
              <a:off x="417676" y="676154"/>
              <a:ext cx="14567452" cy="10800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1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214" u="none" cap="none" strike="noStrike">
                  <a:solidFill>
                    <a:srgbClr val="393E46"/>
                  </a:solidFill>
                  <a:latin typeface="Arial"/>
                  <a:ea typeface="Arial"/>
                  <a:cs typeface="Arial"/>
                  <a:sym typeface="Arial"/>
                </a:rPr>
                <a:t>Estructura de la BD operacional, dataset curado, análisis exploratorio de datos (EDA) e historias de usuario del Sprint 1.</a:t>
              </a:r>
              <a:endParaRPr/>
            </a:p>
          </p:txBody>
        </p:sp>
      </p:grpSp>
      <p:grpSp>
        <p:nvGrpSpPr>
          <p:cNvPr id="1649" name="Google Shape;1649;p26"/>
          <p:cNvGrpSpPr/>
          <p:nvPr/>
        </p:nvGrpSpPr>
        <p:grpSpPr>
          <a:xfrm>
            <a:off x="12824935" y="1275680"/>
            <a:ext cx="5249935" cy="8629544"/>
            <a:chOff x="0" y="-123825"/>
            <a:chExt cx="602223" cy="989899"/>
          </a:xfrm>
        </p:grpSpPr>
        <p:sp>
          <p:nvSpPr>
            <p:cNvPr id="1650" name="Google Shape;1650;p26"/>
            <p:cNvSpPr/>
            <p:nvPr/>
          </p:nvSpPr>
          <p:spPr>
            <a:xfrm>
              <a:off x="0" y="0"/>
              <a:ext cx="602223" cy="866074"/>
            </a:xfrm>
            <a:custGeom>
              <a:rect b="b" l="l" r="r" t="t"/>
              <a:pathLst>
                <a:path extrusionOk="0" h="866074" w="602223">
                  <a:moveTo>
                    <a:pt x="602223" y="0"/>
                  </a:moveTo>
                  <a:lnTo>
                    <a:pt x="602223" y="751774"/>
                  </a:lnTo>
                  <a:lnTo>
                    <a:pt x="301111" y="866074"/>
                  </a:lnTo>
                  <a:lnTo>
                    <a:pt x="0" y="751774"/>
                  </a:lnTo>
                  <a:lnTo>
                    <a:pt x="0" y="0"/>
                  </a:lnTo>
                  <a:lnTo>
                    <a:pt x="602223" y="0"/>
                  </a:lnTo>
                  <a:close/>
                </a:path>
              </a:pathLst>
            </a:custGeom>
            <a:solidFill>
              <a:srgbClr val="5170FF"/>
            </a:solidFill>
            <a:ln>
              <a:noFill/>
            </a:ln>
          </p:spPr>
        </p:sp>
        <p:sp>
          <p:nvSpPr>
            <p:cNvPr id="1651" name="Google Shape;1651;p26"/>
            <p:cNvSpPr txBox="1"/>
            <p:nvPr/>
          </p:nvSpPr>
          <p:spPr>
            <a:xfrm>
              <a:off x="0" y="-123825"/>
              <a:ext cx="602223" cy="8755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5450" lIns="65450" spcFirstLastPara="1" rIns="65450" wrap="square" tIns="65450">
              <a:noAutofit/>
            </a:bodyPr>
            <a:lstStyle/>
            <a:p>
              <a:pPr indent="0" lvl="0" marL="0" marR="0" rtl="0" algn="ctr">
                <a:lnSpc>
                  <a:spcPct val="175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52" name="Google Shape;1652;p26"/>
          <p:cNvSpPr/>
          <p:nvPr/>
        </p:nvSpPr>
        <p:spPr>
          <a:xfrm>
            <a:off x="13470505" y="3883883"/>
            <a:ext cx="3958795" cy="2519233"/>
          </a:xfrm>
          <a:custGeom>
            <a:rect b="b" l="l" r="r" t="t"/>
            <a:pathLst>
              <a:path extrusionOk="0" h="2519233" w="3958795">
                <a:moveTo>
                  <a:pt x="0" y="0"/>
                </a:moveTo>
                <a:lnTo>
                  <a:pt x="3958795" y="0"/>
                </a:lnTo>
                <a:lnTo>
                  <a:pt x="3958795" y="2519234"/>
                </a:lnTo>
                <a:lnTo>
                  <a:pt x="0" y="251923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53" name="Google Shape;1653;p26"/>
          <p:cNvSpPr/>
          <p:nvPr/>
        </p:nvSpPr>
        <p:spPr>
          <a:xfrm>
            <a:off x="13509393" y="6599132"/>
            <a:ext cx="3881018" cy="2158300"/>
          </a:xfrm>
          <a:custGeom>
            <a:rect b="b" l="l" r="r" t="t"/>
            <a:pathLst>
              <a:path extrusionOk="0" h="2158300" w="3881018">
                <a:moveTo>
                  <a:pt x="0" y="0"/>
                </a:moveTo>
                <a:lnTo>
                  <a:pt x="3881018" y="0"/>
                </a:lnTo>
                <a:lnTo>
                  <a:pt x="3881018" y="2158301"/>
                </a:lnTo>
                <a:lnTo>
                  <a:pt x="0" y="215830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 b="-65360" l="0" r="0" t="-74396"/>
            </a:stretch>
          </a:blipFill>
          <a:ln>
            <a:noFill/>
          </a:ln>
        </p:spPr>
      </p:sp>
      <p:sp>
        <p:nvSpPr>
          <p:cNvPr id="1654" name="Google Shape;1654;p26"/>
          <p:cNvSpPr txBox="1"/>
          <p:nvPr/>
        </p:nvSpPr>
        <p:spPr>
          <a:xfrm>
            <a:off x="2982013" y="73863"/>
            <a:ext cx="11679472" cy="17214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99" u="none" cap="none" strike="noStrike">
                <a:solidFill>
                  <a:srgbClr val="000000"/>
                </a:solidFill>
                <a:latin typeface="Ultra"/>
                <a:ea typeface="Ultra"/>
                <a:cs typeface="Ultra"/>
                <a:sym typeface="Ultra"/>
              </a:rPr>
              <a:t>SPRINT 1</a:t>
            </a:r>
            <a:endParaRPr/>
          </a:p>
          <a:p>
            <a:pPr indent="0" lvl="0" marL="0" marR="0" rtl="0" algn="l">
              <a:lnSpc>
                <a:spcPct val="140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99" u="none" cap="none" strike="noStrike">
                <a:solidFill>
                  <a:srgbClr val="000000"/>
                </a:solidFill>
                <a:latin typeface="Ultra"/>
                <a:ea typeface="Ultra"/>
                <a:cs typeface="Ultra"/>
                <a:sym typeface="Ultra"/>
              </a:rPr>
              <a:t>SPRINT REVIEW</a:t>
            </a:r>
            <a:endParaRPr/>
          </a:p>
        </p:txBody>
      </p:sp>
      <p:sp>
        <p:nvSpPr>
          <p:cNvPr id="1655" name="Google Shape;1655;p26"/>
          <p:cNvSpPr txBox="1"/>
          <p:nvPr/>
        </p:nvSpPr>
        <p:spPr>
          <a:xfrm>
            <a:off x="282646" y="-133433"/>
            <a:ext cx="2076748" cy="18256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124" u="none" cap="none" strike="noStrike">
                <a:solidFill>
                  <a:srgbClr val="000000"/>
                </a:solidFill>
                <a:latin typeface="Ultra"/>
                <a:ea typeface="Ultra"/>
                <a:cs typeface="Ultra"/>
                <a:sym typeface="Ultra"/>
              </a:rPr>
              <a:t>X.-</a:t>
            </a:r>
            <a:endParaRPr/>
          </a:p>
        </p:txBody>
      </p:sp>
      <p:sp>
        <p:nvSpPr>
          <p:cNvPr id="1656" name="Google Shape;1656;p26"/>
          <p:cNvSpPr txBox="1"/>
          <p:nvPr/>
        </p:nvSpPr>
        <p:spPr>
          <a:xfrm>
            <a:off x="13109170" y="2510948"/>
            <a:ext cx="4681464" cy="12514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3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Toma de Conocimiento</a:t>
            </a:r>
            <a:endParaRPr/>
          </a:p>
        </p:txBody>
      </p:sp>
    </p:spTree>
  </p:cSld>
  <p:clrMapOvr>
    <a:masterClrMapping/>
  </p:clrMapOvr>
  <p:transition spd="slow">
    <p:push/>
  </p:transition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0" name="Shape 1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1" name="Google Shape;1661;p27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9333" l="0" r="0" t="-9333"/>
            </a:stretch>
          </a:blipFill>
          <a:ln>
            <a:noFill/>
          </a:ln>
        </p:spPr>
      </p:sp>
      <p:sp>
        <p:nvSpPr>
          <p:cNvPr id="1662" name="Google Shape;1662;p27"/>
          <p:cNvSpPr/>
          <p:nvPr/>
        </p:nvSpPr>
        <p:spPr>
          <a:xfrm>
            <a:off x="11128588" y="1333119"/>
            <a:ext cx="11375763" cy="9072171"/>
          </a:xfrm>
          <a:custGeom>
            <a:rect b="b" l="l" r="r" t="t"/>
            <a:pathLst>
              <a:path extrusionOk="0" h="9072171" w="11375763">
                <a:moveTo>
                  <a:pt x="0" y="0"/>
                </a:moveTo>
                <a:lnTo>
                  <a:pt x="11375763" y="0"/>
                </a:lnTo>
                <a:lnTo>
                  <a:pt x="11375763" y="9072172"/>
                </a:lnTo>
                <a:lnTo>
                  <a:pt x="0" y="907217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663" name="Google Shape;1663;p27"/>
          <p:cNvGrpSpPr/>
          <p:nvPr/>
        </p:nvGrpSpPr>
        <p:grpSpPr>
          <a:xfrm>
            <a:off x="8093210" y="-899449"/>
            <a:ext cx="6070754" cy="11149647"/>
            <a:chOff x="0" y="-104775"/>
            <a:chExt cx="424177" cy="779050"/>
          </a:xfrm>
        </p:grpSpPr>
        <p:sp>
          <p:nvSpPr>
            <p:cNvPr id="1664" name="Google Shape;1664;p27"/>
            <p:cNvSpPr/>
            <p:nvPr/>
          </p:nvSpPr>
          <p:spPr>
            <a:xfrm>
              <a:off x="0" y="0"/>
              <a:ext cx="424177" cy="674275"/>
            </a:xfrm>
            <a:custGeom>
              <a:rect b="b" l="l" r="r" t="t"/>
              <a:pathLst>
                <a:path extrusionOk="0" h="674275" w="424177">
                  <a:moveTo>
                    <a:pt x="203200" y="0"/>
                  </a:moveTo>
                  <a:lnTo>
                    <a:pt x="424177" y="0"/>
                  </a:lnTo>
                  <a:lnTo>
                    <a:pt x="220977" y="674275"/>
                  </a:lnTo>
                  <a:lnTo>
                    <a:pt x="0" y="674275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393E46">
                <a:alpha val="46667"/>
              </a:srgbClr>
            </a:solidFill>
            <a:ln>
              <a:noFill/>
            </a:ln>
          </p:spPr>
        </p:sp>
        <p:sp>
          <p:nvSpPr>
            <p:cNvPr id="1665" name="Google Shape;1665;p27"/>
            <p:cNvSpPr txBox="1"/>
            <p:nvPr/>
          </p:nvSpPr>
          <p:spPr>
            <a:xfrm>
              <a:off x="101600" y="-104775"/>
              <a:ext cx="220977" cy="7790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66" name="Google Shape;1666;p27"/>
          <p:cNvGrpSpPr/>
          <p:nvPr/>
        </p:nvGrpSpPr>
        <p:grpSpPr>
          <a:xfrm>
            <a:off x="8985435" y="-455380"/>
            <a:ext cx="5816332" cy="11149647"/>
            <a:chOff x="0" y="-104775"/>
            <a:chExt cx="406400" cy="779050"/>
          </a:xfrm>
        </p:grpSpPr>
        <p:sp>
          <p:nvSpPr>
            <p:cNvPr id="1667" name="Google Shape;1667;p27"/>
            <p:cNvSpPr/>
            <p:nvPr/>
          </p:nvSpPr>
          <p:spPr>
            <a:xfrm>
              <a:off x="0" y="0"/>
              <a:ext cx="406400" cy="674275"/>
            </a:xfrm>
            <a:custGeom>
              <a:rect b="b" l="l" r="r" t="t"/>
              <a:pathLst>
                <a:path extrusionOk="0" h="674275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674275"/>
                  </a:lnTo>
                  <a:lnTo>
                    <a:pt x="0" y="674275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393E46"/>
            </a:solidFill>
            <a:ln>
              <a:noFill/>
            </a:ln>
          </p:spPr>
        </p:sp>
        <p:sp>
          <p:nvSpPr>
            <p:cNvPr id="1668" name="Google Shape;1668;p27"/>
            <p:cNvSpPr txBox="1"/>
            <p:nvPr/>
          </p:nvSpPr>
          <p:spPr>
            <a:xfrm>
              <a:off x="101600" y="-104775"/>
              <a:ext cx="203200" cy="7790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69" name="Google Shape;1669;p27"/>
          <p:cNvGrpSpPr/>
          <p:nvPr/>
        </p:nvGrpSpPr>
        <p:grpSpPr>
          <a:xfrm>
            <a:off x="-22436" y="-1368585"/>
            <a:ext cx="18332871" cy="3373138"/>
            <a:chOff x="0" y="-276225"/>
            <a:chExt cx="4828411" cy="888399"/>
          </a:xfrm>
        </p:grpSpPr>
        <p:sp>
          <p:nvSpPr>
            <p:cNvPr id="1670" name="Google Shape;1670;p27"/>
            <p:cNvSpPr/>
            <p:nvPr/>
          </p:nvSpPr>
          <p:spPr>
            <a:xfrm>
              <a:off x="0" y="0"/>
              <a:ext cx="4828411" cy="612174"/>
            </a:xfrm>
            <a:custGeom>
              <a:rect b="b" l="l" r="r" t="t"/>
              <a:pathLst>
                <a:path extrusionOk="0" h="612174" w="4828411">
                  <a:moveTo>
                    <a:pt x="0" y="0"/>
                  </a:moveTo>
                  <a:lnTo>
                    <a:pt x="4828411" y="0"/>
                  </a:lnTo>
                  <a:lnTo>
                    <a:pt x="4828411" y="612174"/>
                  </a:lnTo>
                  <a:lnTo>
                    <a:pt x="0" y="612174"/>
                  </a:lnTo>
                  <a:close/>
                </a:path>
              </a:pathLst>
            </a:custGeom>
            <a:solidFill>
              <a:srgbClr val="49C3FB"/>
            </a:solidFill>
            <a:ln>
              <a:noFill/>
            </a:ln>
          </p:spPr>
        </p:sp>
        <p:sp>
          <p:nvSpPr>
            <p:cNvPr id="1671" name="Google Shape;1671;p27"/>
            <p:cNvSpPr txBox="1"/>
            <p:nvPr/>
          </p:nvSpPr>
          <p:spPr>
            <a:xfrm>
              <a:off x="0" y="-276225"/>
              <a:ext cx="4828411" cy="8883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72" name="Google Shape;1672;p27"/>
          <p:cNvSpPr/>
          <p:nvPr/>
        </p:nvSpPr>
        <p:spPr>
          <a:xfrm>
            <a:off x="17789121" y="9481948"/>
            <a:ext cx="1699256" cy="1019554"/>
          </a:xfrm>
          <a:custGeom>
            <a:rect b="b" l="l" r="r" t="t"/>
            <a:pathLst>
              <a:path extrusionOk="0" h="1019554" w="1699256">
                <a:moveTo>
                  <a:pt x="0" y="0"/>
                </a:moveTo>
                <a:lnTo>
                  <a:pt x="1699257" y="0"/>
                </a:lnTo>
                <a:lnTo>
                  <a:pt x="1699257" y="1019554"/>
                </a:lnTo>
                <a:lnTo>
                  <a:pt x="0" y="101955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73" name="Google Shape;1673;p27"/>
          <p:cNvSpPr/>
          <p:nvPr/>
        </p:nvSpPr>
        <p:spPr>
          <a:xfrm rot="-5400000">
            <a:off x="17062944" y="-566905"/>
            <a:ext cx="2304785" cy="2333959"/>
          </a:xfrm>
          <a:custGeom>
            <a:rect b="b" l="l" r="r" t="t"/>
            <a:pathLst>
              <a:path extrusionOk="0" h="2333959" w="2304785">
                <a:moveTo>
                  <a:pt x="0" y="0"/>
                </a:moveTo>
                <a:lnTo>
                  <a:pt x="2304785" y="0"/>
                </a:lnTo>
                <a:lnTo>
                  <a:pt x="2304785" y="2333960"/>
                </a:lnTo>
                <a:lnTo>
                  <a:pt x="0" y="233396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74" name="Google Shape;1674;p27"/>
          <p:cNvSpPr/>
          <p:nvPr/>
        </p:nvSpPr>
        <p:spPr>
          <a:xfrm>
            <a:off x="3653851" y="9982200"/>
            <a:ext cx="10952506" cy="1880464"/>
          </a:xfrm>
          <a:custGeom>
            <a:rect b="b" l="l" r="r" t="t"/>
            <a:pathLst>
              <a:path extrusionOk="0" h="1880464" w="10952506">
                <a:moveTo>
                  <a:pt x="0" y="0"/>
                </a:moveTo>
                <a:lnTo>
                  <a:pt x="10952506" y="0"/>
                </a:lnTo>
                <a:lnTo>
                  <a:pt x="10952506" y="1880464"/>
                </a:lnTo>
                <a:lnTo>
                  <a:pt x="0" y="188046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-2157" r="-2202" t="-59556"/>
            </a:stretch>
          </a:blipFill>
          <a:ln>
            <a:noFill/>
          </a:ln>
        </p:spPr>
      </p:sp>
      <p:sp>
        <p:nvSpPr>
          <p:cNvPr id="1675" name="Google Shape;1675;p27"/>
          <p:cNvSpPr/>
          <p:nvPr/>
        </p:nvSpPr>
        <p:spPr>
          <a:xfrm>
            <a:off x="17869405" y="-1885942"/>
            <a:ext cx="1411048" cy="2914385"/>
          </a:xfrm>
          <a:custGeom>
            <a:rect b="b" l="l" r="r" t="t"/>
            <a:pathLst>
              <a:path extrusionOk="0" h="2914385" w="1411048">
                <a:moveTo>
                  <a:pt x="0" y="0"/>
                </a:moveTo>
                <a:lnTo>
                  <a:pt x="1411048" y="0"/>
                </a:lnTo>
                <a:lnTo>
                  <a:pt x="1411048" y="2914385"/>
                </a:lnTo>
                <a:lnTo>
                  <a:pt x="0" y="291438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cxnSp>
        <p:nvCxnSpPr>
          <p:cNvPr id="1676" name="Google Shape;1676;p27"/>
          <p:cNvCxnSpPr/>
          <p:nvPr/>
        </p:nvCxnSpPr>
        <p:spPr>
          <a:xfrm>
            <a:off x="5756697" y="9197450"/>
            <a:ext cx="0" cy="168314"/>
          </a:xfrm>
          <a:prstGeom prst="straightConnector1">
            <a:avLst/>
          </a:prstGeom>
          <a:noFill/>
          <a:ln cap="flat" cmpd="sng" w="19050">
            <a:solidFill>
              <a:srgbClr val="4FC3F7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677" name="Google Shape;1677;p27"/>
          <p:cNvCxnSpPr/>
          <p:nvPr/>
        </p:nvCxnSpPr>
        <p:spPr>
          <a:xfrm>
            <a:off x="2584271" y="431862"/>
            <a:ext cx="0" cy="982477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78" name="Google Shape;1678;p27"/>
          <p:cNvSpPr txBox="1"/>
          <p:nvPr/>
        </p:nvSpPr>
        <p:spPr>
          <a:xfrm>
            <a:off x="2982013" y="73863"/>
            <a:ext cx="11679472" cy="17214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99" u="none" cap="none" strike="noStrike">
                <a:solidFill>
                  <a:srgbClr val="000000"/>
                </a:solidFill>
                <a:latin typeface="Ultra"/>
                <a:ea typeface="Ultra"/>
                <a:cs typeface="Ultra"/>
                <a:sym typeface="Ultra"/>
              </a:rPr>
              <a:t>SPRINT 1</a:t>
            </a:r>
            <a:endParaRPr/>
          </a:p>
          <a:p>
            <a:pPr indent="0" lvl="0" marL="0" marR="0" rtl="0" algn="l">
              <a:lnSpc>
                <a:spcPct val="140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99" u="none" cap="none" strike="noStrike">
                <a:solidFill>
                  <a:srgbClr val="000000"/>
                </a:solidFill>
                <a:latin typeface="Ultra"/>
                <a:ea typeface="Ultra"/>
                <a:cs typeface="Ultra"/>
                <a:sym typeface="Ultra"/>
              </a:rPr>
              <a:t>SPRINT REVIEW</a:t>
            </a:r>
            <a:endParaRPr/>
          </a:p>
        </p:txBody>
      </p:sp>
      <p:sp>
        <p:nvSpPr>
          <p:cNvPr id="1679" name="Google Shape;1679;p27"/>
          <p:cNvSpPr txBox="1"/>
          <p:nvPr/>
        </p:nvSpPr>
        <p:spPr>
          <a:xfrm>
            <a:off x="282646" y="-133433"/>
            <a:ext cx="2076748" cy="18256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124" u="none" cap="none" strike="noStrike">
                <a:solidFill>
                  <a:srgbClr val="000000"/>
                </a:solidFill>
                <a:latin typeface="Ultra"/>
                <a:ea typeface="Ultra"/>
                <a:cs typeface="Ultra"/>
                <a:sym typeface="Ultra"/>
              </a:rPr>
              <a:t>X.-</a:t>
            </a:r>
            <a:endParaRPr/>
          </a:p>
        </p:txBody>
      </p:sp>
      <p:sp>
        <p:nvSpPr>
          <p:cNvPr id="1680" name="Google Shape;1680;p27"/>
          <p:cNvSpPr txBox="1"/>
          <p:nvPr/>
        </p:nvSpPr>
        <p:spPr>
          <a:xfrm>
            <a:off x="17663375" y="9579067"/>
            <a:ext cx="1524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56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27</a:t>
            </a:r>
            <a:endParaRPr/>
          </a:p>
        </p:txBody>
      </p:sp>
      <p:grpSp>
        <p:nvGrpSpPr>
          <p:cNvPr id="1681" name="Google Shape;1681;p27"/>
          <p:cNvGrpSpPr/>
          <p:nvPr/>
        </p:nvGrpSpPr>
        <p:grpSpPr>
          <a:xfrm>
            <a:off x="822622" y="1474722"/>
            <a:ext cx="16325627" cy="5279066"/>
            <a:chOff x="0" y="-997423"/>
            <a:chExt cx="21767502" cy="7038754"/>
          </a:xfrm>
        </p:grpSpPr>
        <p:sp>
          <p:nvSpPr>
            <p:cNvPr id="1682" name="Google Shape;1682;p27"/>
            <p:cNvSpPr/>
            <p:nvPr/>
          </p:nvSpPr>
          <p:spPr>
            <a:xfrm>
              <a:off x="0" y="1340033"/>
              <a:ext cx="21767502" cy="4701298"/>
            </a:xfrm>
            <a:custGeom>
              <a:rect b="b" l="l" r="r" t="t"/>
              <a:pathLst>
                <a:path extrusionOk="0" h="4701298" w="21767502">
                  <a:moveTo>
                    <a:pt x="0" y="0"/>
                  </a:moveTo>
                  <a:lnTo>
                    <a:pt x="21767502" y="0"/>
                  </a:lnTo>
                  <a:lnTo>
                    <a:pt x="21767502" y="4701297"/>
                  </a:lnTo>
                  <a:lnTo>
                    <a:pt x="0" y="4701297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9">
                <a:alphaModFix/>
              </a:blip>
              <a:stretch>
                <a:fillRect b="-1178" l="-444" r="-107" t="-1349"/>
              </a:stretch>
            </a:blipFill>
            <a:ln>
              <a:noFill/>
            </a:ln>
          </p:spPr>
        </p:sp>
        <p:grpSp>
          <p:nvGrpSpPr>
            <p:cNvPr id="1683" name="Google Shape;1683;p27"/>
            <p:cNvGrpSpPr/>
            <p:nvPr/>
          </p:nvGrpSpPr>
          <p:grpSpPr>
            <a:xfrm>
              <a:off x="0" y="-997423"/>
              <a:ext cx="8751529" cy="2337456"/>
              <a:chOff x="0" y="-276225"/>
              <a:chExt cx="2423638" cy="647332"/>
            </a:xfrm>
          </p:grpSpPr>
          <p:sp>
            <p:nvSpPr>
              <p:cNvPr id="1684" name="Google Shape;1684;p27"/>
              <p:cNvSpPr/>
              <p:nvPr/>
            </p:nvSpPr>
            <p:spPr>
              <a:xfrm>
                <a:off x="0" y="0"/>
                <a:ext cx="2423638" cy="371107"/>
              </a:xfrm>
              <a:custGeom>
                <a:rect b="b" l="l" r="r" t="t"/>
                <a:pathLst>
                  <a:path extrusionOk="0" h="371107" w="2423638">
                    <a:moveTo>
                      <a:pt x="0" y="0"/>
                    </a:moveTo>
                    <a:lnTo>
                      <a:pt x="2423638" y="0"/>
                    </a:lnTo>
                    <a:lnTo>
                      <a:pt x="2423638" y="371107"/>
                    </a:lnTo>
                    <a:lnTo>
                      <a:pt x="0" y="371107"/>
                    </a:lnTo>
                    <a:close/>
                  </a:path>
                </a:pathLst>
              </a:custGeom>
              <a:solidFill>
                <a:srgbClr val="7ED957"/>
              </a:solidFill>
              <a:ln>
                <a:noFill/>
              </a:ln>
            </p:spPr>
          </p:sp>
          <p:sp>
            <p:nvSpPr>
              <p:cNvPr id="1685" name="Google Shape;1685;p27"/>
              <p:cNvSpPr txBox="1"/>
              <p:nvPr/>
            </p:nvSpPr>
            <p:spPr>
              <a:xfrm>
                <a:off x="0" y="-276225"/>
                <a:ext cx="2423637" cy="647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2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686" name="Google Shape;1686;p27"/>
            <p:cNvGrpSpPr/>
            <p:nvPr/>
          </p:nvGrpSpPr>
          <p:grpSpPr>
            <a:xfrm>
              <a:off x="159917" y="-792560"/>
              <a:ext cx="8317049" cy="1932944"/>
              <a:chOff x="0" y="-276225"/>
              <a:chExt cx="2303314" cy="535307"/>
            </a:xfrm>
          </p:grpSpPr>
          <p:sp>
            <p:nvSpPr>
              <p:cNvPr id="1687" name="Google Shape;1687;p27"/>
              <p:cNvSpPr/>
              <p:nvPr/>
            </p:nvSpPr>
            <p:spPr>
              <a:xfrm>
                <a:off x="0" y="0"/>
                <a:ext cx="2303314" cy="259082"/>
              </a:xfrm>
              <a:custGeom>
                <a:rect b="b" l="l" r="r" t="t"/>
                <a:pathLst>
                  <a:path extrusionOk="0" h="259082" w="2303314">
                    <a:moveTo>
                      <a:pt x="0" y="0"/>
                    </a:moveTo>
                    <a:lnTo>
                      <a:pt x="2303314" y="0"/>
                    </a:lnTo>
                    <a:lnTo>
                      <a:pt x="2303314" y="259082"/>
                    </a:lnTo>
                    <a:lnTo>
                      <a:pt x="0" y="259082"/>
                    </a:lnTo>
                    <a:close/>
                  </a:path>
                </a:pathLst>
              </a:custGeom>
              <a:solidFill>
                <a:srgbClr val="F8FAFC"/>
              </a:solidFill>
              <a:ln>
                <a:noFill/>
              </a:ln>
            </p:spPr>
          </p:sp>
          <p:sp>
            <p:nvSpPr>
              <p:cNvPr id="1688" name="Google Shape;1688;p27"/>
              <p:cNvSpPr txBox="1"/>
              <p:nvPr/>
            </p:nvSpPr>
            <p:spPr>
              <a:xfrm>
                <a:off x="0" y="-276225"/>
                <a:ext cx="2303314" cy="5353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2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689" name="Google Shape;1689;p27"/>
            <p:cNvSpPr txBox="1"/>
            <p:nvPr/>
          </p:nvSpPr>
          <p:spPr>
            <a:xfrm>
              <a:off x="382724" y="138813"/>
              <a:ext cx="7871435" cy="8580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5001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233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Historias Completadas</a:t>
              </a:r>
              <a:endParaRPr/>
            </a:p>
          </p:txBody>
        </p:sp>
      </p:grpSp>
      <p:grpSp>
        <p:nvGrpSpPr>
          <p:cNvPr id="1690" name="Google Shape;1690;p27"/>
          <p:cNvGrpSpPr/>
          <p:nvPr/>
        </p:nvGrpSpPr>
        <p:grpSpPr>
          <a:xfrm>
            <a:off x="822622" y="6174812"/>
            <a:ext cx="16352808" cy="3461406"/>
            <a:chOff x="0" y="-997423"/>
            <a:chExt cx="21803744" cy="4615208"/>
          </a:xfrm>
        </p:grpSpPr>
        <p:sp>
          <p:nvSpPr>
            <p:cNvPr id="1691" name="Google Shape;1691;p27"/>
            <p:cNvSpPr/>
            <p:nvPr/>
          </p:nvSpPr>
          <p:spPr>
            <a:xfrm>
              <a:off x="0" y="1340033"/>
              <a:ext cx="21803744" cy="2277752"/>
            </a:xfrm>
            <a:custGeom>
              <a:rect b="b" l="l" r="r" t="t"/>
              <a:pathLst>
                <a:path extrusionOk="0" h="2277752" w="21803744">
                  <a:moveTo>
                    <a:pt x="0" y="0"/>
                  </a:moveTo>
                  <a:lnTo>
                    <a:pt x="21803744" y="0"/>
                  </a:lnTo>
                  <a:lnTo>
                    <a:pt x="21803744" y="2277751"/>
                  </a:lnTo>
                  <a:lnTo>
                    <a:pt x="0" y="2277751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10">
                <a:alphaModFix/>
              </a:blip>
              <a:stretch>
                <a:fillRect b="-2065" l="-437" r="-442" t="-3450"/>
              </a:stretch>
            </a:blipFill>
            <a:ln>
              <a:noFill/>
            </a:ln>
          </p:spPr>
        </p:sp>
        <p:grpSp>
          <p:nvGrpSpPr>
            <p:cNvPr id="1692" name="Google Shape;1692;p27"/>
            <p:cNvGrpSpPr/>
            <p:nvPr/>
          </p:nvGrpSpPr>
          <p:grpSpPr>
            <a:xfrm>
              <a:off x="0" y="-997423"/>
              <a:ext cx="8751529" cy="2337456"/>
              <a:chOff x="0" y="-276225"/>
              <a:chExt cx="2423638" cy="647332"/>
            </a:xfrm>
          </p:grpSpPr>
          <p:sp>
            <p:nvSpPr>
              <p:cNvPr id="1693" name="Google Shape;1693;p27"/>
              <p:cNvSpPr/>
              <p:nvPr/>
            </p:nvSpPr>
            <p:spPr>
              <a:xfrm>
                <a:off x="0" y="0"/>
                <a:ext cx="2423638" cy="371107"/>
              </a:xfrm>
              <a:custGeom>
                <a:rect b="b" l="l" r="r" t="t"/>
                <a:pathLst>
                  <a:path extrusionOk="0" h="371107" w="2423638">
                    <a:moveTo>
                      <a:pt x="0" y="0"/>
                    </a:moveTo>
                    <a:lnTo>
                      <a:pt x="2423638" y="0"/>
                    </a:lnTo>
                    <a:lnTo>
                      <a:pt x="2423638" y="371107"/>
                    </a:lnTo>
                    <a:lnTo>
                      <a:pt x="0" y="371107"/>
                    </a:lnTo>
                    <a:close/>
                  </a:path>
                </a:pathLst>
              </a:custGeom>
              <a:solidFill>
                <a:srgbClr val="FF5757"/>
              </a:solidFill>
              <a:ln>
                <a:noFill/>
              </a:ln>
            </p:spPr>
          </p:sp>
          <p:sp>
            <p:nvSpPr>
              <p:cNvPr id="1694" name="Google Shape;1694;p27"/>
              <p:cNvSpPr txBox="1"/>
              <p:nvPr/>
            </p:nvSpPr>
            <p:spPr>
              <a:xfrm>
                <a:off x="0" y="-276225"/>
                <a:ext cx="2423637" cy="647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2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695" name="Google Shape;1695;p27"/>
            <p:cNvGrpSpPr/>
            <p:nvPr/>
          </p:nvGrpSpPr>
          <p:grpSpPr>
            <a:xfrm>
              <a:off x="159917" y="-792560"/>
              <a:ext cx="8317049" cy="1932944"/>
              <a:chOff x="0" y="-276225"/>
              <a:chExt cx="2303314" cy="535307"/>
            </a:xfrm>
          </p:grpSpPr>
          <p:sp>
            <p:nvSpPr>
              <p:cNvPr id="1696" name="Google Shape;1696;p27"/>
              <p:cNvSpPr/>
              <p:nvPr/>
            </p:nvSpPr>
            <p:spPr>
              <a:xfrm>
                <a:off x="0" y="0"/>
                <a:ext cx="2303314" cy="259082"/>
              </a:xfrm>
              <a:custGeom>
                <a:rect b="b" l="l" r="r" t="t"/>
                <a:pathLst>
                  <a:path extrusionOk="0" h="259082" w="2303314">
                    <a:moveTo>
                      <a:pt x="0" y="0"/>
                    </a:moveTo>
                    <a:lnTo>
                      <a:pt x="2303314" y="0"/>
                    </a:lnTo>
                    <a:lnTo>
                      <a:pt x="2303314" y="259082"/>
                    </a:lnTo>
                    <a:lnTo>
                      <a:pt x="0" y="259082"/>
                    </a:lnTo>
                    <a:close/>
                  </a:path>
                </a:pathLst>
              </a:custGeom>
              <a:solidFill>
                <a:srgbClr val="F8FAFC"/>
              </a:solidFill>
              <a:ln>
                <a:noFill/>
              </a:ln>
            </p:spPr>
          </p:sp>
          <p:sp>
            <p:nvSpPr>
              <p:cNvPr id="1697" name="Google Shape;1697;p27"/>
              <p:cNvSpPr txBox="1"/>
              <p:nvPr/>
            </p:nvSpPr>
            <p:spPr>
              <a:xfrm>
                <a:off x="0" y="-276225"/>
                <a:ext cx="2303314" cy="5353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2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698" name="Google Shape;1698;p27"/>
            <p:cNvSpPr txBox="1"/>
            <p:nvPr/>
          </p:nvSpPr>
          <p:spPr>
            <a:xfrm>
              <a:off x="382724" y="138813"/>
              <a:ext cx="7871435" cy="8580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5001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233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Historias NO Completadas</a:t>
              </a:r>
              <a:endParaRPr/>
            </a:p>
          </p:txBody>
        </p:sp>
      </p:grpSp>
    </p:spTree>
  </p:cSld>
  <p:clrMapOvr>
    <a:masterClrMapping/>
  </p:clrMapOvr>
  <p:transition spd="slow">
    <p:push/>
  </p:transition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2" name="Shape 1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3" name="Google Shape;1703;p28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9333" l="0" r="0" t="-9333"/>
            </a:stretch>
          </a:blipFill>
          <a:ln>
            <a:noFill/>
          </a:ln>
        </p:spPr>
      </p:sp>
      <p:sp>
        <p:nvSpPr>
          <p:cNvPr id="1704" name="Google Shape;1704;p28"/>
          <p:cNvSpPr/>
          <p:nvPr/>
        </p:nvSpPr>
        <p:spPr>
          <a:xfrm>
            <a:off x="11128588" y="1333119"/>
            <a:ext cx="11375763" cy="9072171"/>
          </a:xfrm>
          <a:custGeom>
            <a:rect b="b" l="l" r="r" t="t"/>
            <a:pathLst>
              <a:path extrusionOk="0" h="9072171" w="11375763">
                <a:moveTo>
                  <a:pt x="0" y="0"/>
                </a:moveTo>
                <a:lnTo>
                  <a:pt x="11375763" y="0"/>
                </a:lnTo>
                <a:lnTo>
                  <a:pt x="11375763" y="9072172"/>
                </a:lnTo>
                <a:lnTo>
                  <a:pt x="0" y="907217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705" name="Google Shape;1705;p28"/>
          <p:cNvGrpSpPr/>
          <p:nvPr/>
        </p:nvGrpSpPr>
        <p:grpSpPr>
          <a:xfrm>
            <a:off x="8093210" y="-899449"/>
            <a:ext cx="6070754" cy="11149647"/>
            <a:chOff x="0" y="-104775"/>
            <a:chExt cx="424177" cy="779050"/>
          </a:xfrm>
        </p:grpSpPr>
        <p:sp>
          <p:nvSpPr>
            <p:cNvPr id="1706" name="Google Shape;1706;p28"/>
            <p:cNvSpPr/>
            <p:nvPr/>
          </p:nvSpPr>
          <p:spPr>
            <a:xfrm>
              <a:off x="0" y="0"/>
              <a:ext cx="424177" cy="674275"/>
            </a:xfrm>
            <a:custGeom>
              <a:rect b="b" l="l" r="r" t="t"/>
              <a:pathLst>
                <a:path extrusionOk="0" h="674275" w="424177">
                  <a:moveTo>
                    <a:pt x="203200" y="0"/>
                  </a:moveTo>
                  <a:lnTo>
                    <a:pt x="424177" y="0"/>
                  </a:lnTo>
                  <a:lnTo>
                    <a:pt x="220977" y="674275"/>
                  </a:lnTo>
                  <a:lnTo>
                    <a:pt x="0" y="674275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393E46">
                <a:alpha val="46667"/>
              </a:srgbClr>
            </a:solidFill>
            <a:ln>
              <a:noFill/>
            </a:ln>
          </p:spPr>
        </p:sp>
        <p:sp>
          <p:nvSpPr>
            <p:cNvPr id="1707" name="Google Shape;1707;p28"/>
            <p:cNvSpPr txBox="1"/>
            <p:nvPr/>
          </p:nvSpPr>
          <p:spPr>
            <a:xfrm>
              <a:off x="101600" y="-104775"/>
              <a:ext cx="220977" cy="7790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08" name="Google Shape;1708;p28"/>
          <p:cNvGrpSpPr/>
          <p:nvPr/>
        </p:nvGrpSpPr>
        <p:grpSpPr>
          <a:xfrm>
            <a:off x="8497473" y="-455380"/>
            <a:ext cx="5816332" cy="11149647"/>
            <a:chOff x="0" y="-104775"/>
            <a:chExt cx="406400" cy="779050"/>
          </a:xfrm>
        </p:grpSpPr>
        <p:sp>
          <p:nvSpPr>
            <p:cNvPr id="1709" name="Google Shape;1709;p28"/>
            <p:cNvSpPr/>
            <p:nvPr/>
          </p:nvSpPr>
          <p:spPr>
            <a:xfrm>
              <a:off x="0" y="0"/>
              <a:ext cx="406400" cy="674275"/>
            </a:xfrm>
            <a:custGeom>
              <a:rect b="b" l="l" r="r" t="t"/>
              <a:pathLst>
                <a:path extrusionOk="0" h="674275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674275"/>
                  </a:lnTo>
                  <a:lnTo>
                    <a:pt x="0" y="674275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393E46"/>
            </a:solidFill>
            <a:ln>
              <a:noFill/>
            </a:ln>
          </p:spPr>
        </p:sp>
        <p:sp>
          <p:nvSpPr>
            <p:cNvPr id="1710" name="Google Shape;1710;p28"/>
            <p:cNvSpPr txBox="1"/>
            <p:nvPr/>
          </p:nvSpPr>
          <p:spPr>
            <a:xfrm>
              <a:off x="101600" y="-104775"/>
              <a:ext cx="203200" cy="7790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11" name="Google Shape;1711;p28"/>
          <p:cNvGrpSpPr/>
          <p:nvPr/>
        </p:nvGrpSpPr>
        <p:grpSpPr>
          <a:xfrm>
            <a:off x="-22436" y="-1368585"/>
            <a:ext cx="18332871" cy="3373138"/>
            <a:chOff x="0" y="-276225"/>
            <a:chExt cx="4828411" cy="888399"/>
          </a:xfrm>
        </p:grpSpPr>
        <p:sp>
          <p:nvSpPr>
            <p:cNvPr id="1712" name="Google Shape;1712;p28"/>
            <p:cNvSpPr/>
            <p:nvPr/>
          </p:nvSpPr>
          <p:spPr>
            <a:xfrm>
              <a:off x="0" y="0"/>
              <a:ext cx="4828411" cy="612174"/>
            </a:xfrm>
            <a:custGeom>
              <a:rect b="b" l="l" r="r" t="t"/>
              <a:pathLst>
                <a:path extrusionOk="0" h="612174" w="4828411">
                  <a:moveTo>
                    <a:pt x="0" y="0"/>
                  </a:moveTo>
                  <a:lnTo>
                    <a:pt x="4828411" y="0"/>
                  </a:lnTo>
                  <a:lnTo>
                    <a:pt x="4828411" y="612174"/>
                  </a:lnTo>
                  <a:lnTo>
                    <a:pt x="0" y="612174"/>
                  </a:lnTo>
                  <a:close/>
                </a:path>
              </a:pathLst>
            </a:custGeom>
            <a:solidFill>
              <a:srgbClr val="49C3FB"/>
            </a:solidFill>
            <a:ln>
              <a:noFill/>
            </a:ln>
          </p:spPr>
        </p:sp>
        <p:sp>
          <p:nvSpPr>
            <p:cNvPr id="1713" name="Google Shape;1713;p28"/>
            <p:cNvSpPr txBox="1"/>
            <p:nvPr/>
          </p:nvSpPr>
          <p:spPr>
            <a:xfrm>
              <a:off x="0" y="-276225"/>
              <a:ext cx="4828411" cy="8883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14" name="Google Shape;1714;p28"/>
          <p:cNvSpPr/>
          <p:nvPr/>
        </p:nvSpPr>
        <p:spPr>
          <a:xfrm>
            <a:off x="17789121" y="9481948"/>
            <a:ext cx="1699256" cy="1019554"/>
          </a:xfrm>
          <a:custGeom>
            <a:rect b="b" l="l" r="r" t="t"/>
            <a:pathLst>
              <a:path extrusionOk="0" h="1019554" w="1699256">
                <a:moveTo>
                  <a:pt x="0" y="0"/>
                </a:moveTo>
                <a:lnTo>
                  <a:pt x="1699257" y="0"/>
                </a:lnTo>
                <a:lnTo>
                  <a:pt x="1699257" y="1019554"/>
                </a:lnTo>
                <a:lnTo>
                  <a:pt x="0" y="101955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15" name="Google Shape;1715;p28"/>
          <p:cNvSpPr/>
          <p:nvPr/>
        </p:nvSpPr>
        <p:spPr>
          <a:xfrm rot="-5400000">
            <a:off x="17062944" y="-566905"/>
            <a:ext cx="2304785" cy="2333959"/>
          </a:xfrm>
          <a:custGeom>
            <a:rect b="b" l="l" r="r" t="t"/>
            <a:pathLst>
              <a:path extrusionOk="0" h="2333959" w="2304785">
                <a:moveTo>
                  <a:pt x="0" y="0"/>
                </a:moveTo>
                <a:lnTo>
                  <a:pt x="2304785" y="0"/>
                </a:lnTo>
                <a:lnTo>
                  <a:pt x="2304785" y="2333960"/>
                </a:lnTo>
                <a:lnTo>
                  <a:pt x="0" y="233396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16" name="Google Shape;1716;p28"/>
          <p:cNvSpPr/>
          <p:nvPr/>
        </p:nvSpPr>
        <p:spPr>
          <a:xfrm>
            <a:off x="3653851" y="9982200"/>
            <a:ext cx="10952506" cy="1880464"/>
          </a:xfrm>
          <a:custGeom>
            <a:rect b="b" l="l" r="r" t="t"/>
            <a:pathLst>
              <a:path extrusionOk="0" h="1880464" w="10952506">
                <a:moveTo>
                  <a:pt x="0" y="0"/>
                </a:moveTo>
                <a:lnTo>
                  <a:pt x="10952506" y="0"/>
                </a:lnTo>
                <a:lnTo>
                  <a:pt x="10952506" y="1880464"/>
                </a:lnTo>
                <a:lnTo>
                  <a:pt x="0" y="188046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-2157" r="-2202" t="-59556"/>
            </a:stretch>
          </a:blipFill>
          <a:ln>
            <a:noFill/>
          </a:ln>
        </p:spPr>
      </p:sp>
      <p:sp>
        <p:nvSpPr>
          <p:cNvPr id="1717" name="Google Shape;1717;p28"/>
          <p:cNvSpPr/>
          <p:nvPr/>
        </p:nvSpPr>
        <p:spPr>
          <a:xfrm>
            <a:off x="17869405" y="-1885942"/>
            <a:ext cx="1411048" cy="2914385"/>
          </a:xfrm>
          <a:custGeom>
            <a:rect b="b" l="l" r="r" t="t"/>
            <a:pathLst>
              <a:path extrusionOk="0" h="2914385" w="1411048">
                <a:moveTo>
                  <a:pt x="0" y="0"/>
                </a:moveTo>
                <a:lnTo>
                  <a:pt x="1411048" y="0"/>
                </a:lnTo>
                <a:lnTo>
                  <a:pt x="1411048" y="2914385"/>
                </a:lnTo>
                <a:lnTo>
                  <a:pt x="0" y="291438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cxnSp>
        <p:nvCxnSpPr>
          <p:cNvPr id="1718" name="Google Shape;1718;p28"/>
          <p:cNvCxnSpPr/>
          <p:nvPr/>
        </p:nvCxnSpPr>
        <p:spPr>
          <a:xfrm>
            <a:off x="2584271" y="431862"/>
            <a:ext cx="0" cy="982477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19" name="Google Shape;1719;p28"/>
          <p:cNvSpPr/>
          <p:nvPr/>
        </p:nvSpPr>
        <p:spPr>
          <a:xfrm>
            <a:off x="3118410" y="3877531"/>
            <a:ext cx="12260310" cy="5843476"/>
          </a:xfrm>
          <a:custGeom>
            <a:rect b="b" l="l" r="r" t="t"/>
            <a:pathLst>
              <a:path extrusionOk="0" h="5843476" w="12260310">
                <a:moveTo>
                  <a:pt x="0" y="0"/>
                </a:moveTo>
                <a:lnTo>
                  <a:pt x="12260310" y="0"/>
                </a:lnTo>
                <a:lnTo>
                  <a:pt x="12260310" y="5843476"/>
                </a:lnTo>
                <a:lnTo>
                  <a:pt x="0" y="584347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-653"/>
            </a:stretch>
          </a:blipFill>
          <a:ln>
            <a:noFill/>
          </a:ln>
        </p:spPr>
      </p:sp>
      <p:sp>
        <p:nvSpPr>
          <p:cNvPr id="1720" name="Google Shape;1720;p28"/>
          <p:cNvSpPr txBox="1"/>
          <p:nvPr/>
        </p:nvSpPr>
        <p:spPr>
          <a:xfrm>
            <a:off x="2982013" y="73863"/>
            <a:ext cx="11679472" cy="17214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99" u="none" cap="none" strike="noStrike">
                <a:solidFill>
                  <a:srgbClr val="000000"/>
                </a:solidFill>
                <a:latin typeface="Ultra"/>
                <a:ea typeface="Ultra"/>
                <a:cs typeface="Ultra"/>
                <a:sym typeface="Ultra"/>
              </a:rPr>
              <a:t>SPRINT 2</a:t>
            </a:r>
            <a:endParaRPr/>
          </a:p>
          <a:p>
            <a:pPr indent="0" lvl="0" marL="0" marR="0" rtl="0" algn="l">
              <a:lnSpc>
                <a:spcPct val="140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99" u="none" cap="none" strike="noStrike">
                <a:solidFill>
                  <a:srgbClr val="000000"/>
                </a:solidFill>
                <a:latin typeface="Ultra"/>
                <a:ea typeface="Ultra"/>
                <a:cs typeface="Ultra"/>
                <a:sym typeface="Ultra"/>
              </a:rPr>
              <a:t>BACKLOG</a:t>
            </a:r>
            <a:endParaRPr/>
          </a:p>
        </p:txBody>
      </p:sp>
      <p:sp>
        <p:nvSpPr>
          <p:cNvPr id="1721" name="Google Shape;1721;p28"/>
          <p:cNvSpPr txBox="1"/>
          <p:nvPr/>
        </p:nvSpPr>
        <p:spPr>
          <a:xfrm>
            <a:off x="282646" y="-133433"/>
            <a:ext cx="2076748" cy="18256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124" u="none" cap="none" strike="noStrike">
                <a:solidFill>
                  <a:srgbClr val="000000"/>
                </a:solidFill>
                <a:latin typeface="Ultra"/>
                <a:ea typeface="Ultra"/>
                <a:cs typeface="Ultra"/>
                <a:sym typeface="Ultra"/>
              </a:rPr>
              <a:t>X.-</a:t>
            </a:r>
            <a:endParaRPr/>
          </a:p>
        </p:txBody>
      </p:sp>
      <p:sp>
        <p:nvSpPr>
          <p:cNvPr id="1722" name="Google Shape;1722;p28"/>
          <p:cNvSpPr txBox="1"/>
          <p:nvPr/>
        </p:nvSpPr>
        <p:spPr>
          <a:xfrm>
            <a:off x="17663375" y="9579067"/>
            <a:ext cx="1524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56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28</a:t>
            </a:r>
            <a:endParaRPr/>
          </a:p>
        </p:txBody>
      </p:sp>
      <p:grpSp>
        <p:nvGrpSpPr>
          <p:cNvPr id="1723" name="Google Shape;1723;p28"/>
          <p:cNvGrpSpPr/>
          <p:nvPr/>
        </p:nvGrpSpPr>
        <p:grpSpPr>
          <a:xfrm>
            <a:off x="4647441" y="1187726"/>
            <a:ext cx="9202252" cy="2457839"/>
            <a:chOff x="0" y="-276225"/>
            <a:chExt cx="2423638" cy="647332"/>
          </a:xfrm>
        </p:grpSpPr>
        <p:sp>
          <p:nvSpPr>
            <p:cNvPr id="1724" name="Google Shape;1724;p28"/>
            <p:cNvSpPr/>
            <p:nvPr/>
          </p:nvSpPr>
          <p:spPr>
            <a:xfrm>
              <a:off x="0" y="0"/>
              <a:ext cx="2423638" cy="371107"/>
            </a:xfrm>
            <a:custGeom>
              <a:rect b="b" l="l" r="r" t="t"/>
              <a:pathLst>
                <a:path extrusionOk="0" h="371107" w="2423638">
                  <a:moveTo>
                    <a:pt x="0" y="0"/>
                  </a:moveTo>
                  <a:lnTo>
                    <a:pt x="2423638" y="0"/>
                  </a:lnTo>
                  <a:lnTo>
                    <a:pt x="2423638" y="371107"/>
                  </a:lnTo>
                  <a:lnTo>
                    <a:pt x="0" y="371107"/>
                  </a:lnTo>
                  <a:close/>
                </a:path>
              </a:pathLst>
            </a:custGeom>
            <a:solidFill>
              <a:srgbClr val="7ED957"/>
            </a:solidFill>
            <a:ln>
              <a:noFill/>
            </a:ln>
          </p:spPr>
        </p:sp>
        <p:sp>
          <p:nvSpPr>
            <p:cNvPr id="1725" name="Google Shape;1725;p28"/>
            <p:cNvSpPr txBox="1"/>
            <p:nvPr/>
          </p:nvSpPr>
          <p:spPr>
            <a:xfrm>
              <a:off x="0" y="-276225"/>
              <a:ext cx="2423637" cy="647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26" name="Google Shape;1726;p28"/>
          <p:cNvGrpSpPr/>
          <p:nvPr/>
        </p:nvGrpSpPr>
        <p:grpSpPr>
          <a:xfrm>
            <a:off x="4815595" y="1403140"/>
            <a:ext cx="8745396" cy="2032494"/>
            <a:chOff x="0" y="-276225"/>
            <a:chExt cx="2303314" cy="535307"/>
          </a:xfrm>
        </p:grpSpPr>
        <p:sp>
          <p:nvSpPr>
            <p:cNvPr id="1727" name="Google Shape;1727;p28"/>
            <p:cNvSpPr/>
            <p:nvPr/>
          </p:nvSpPr>
          <p:spPr>
            <a:xfrm>
              <a:off x="0" y="0"/>
              <a:ext cx="2303314" cy="259082"/>
            </a:xfrm>
            <a:custGeom>
              <a:rect b="b" l="l" r="r" t="t"/>
              <a:pathLst>
                <a:path extrusionOk="0" h="259082" w="2303314">
                  <a:moveTo>
                    <a:pt x="0" y="0"/>
                  </a:moveTo>
                  <a:lnTo>
                    <a:pt x="2303314" y="0"/>
                  </a:lnTo>
                  <a:lnTo>
                    <a:pt x="2303314" y="259082"/>
                  </a:lnTo>
                  <a:lnTo>
                    <a:pt x="0" y="259082"/>
                  </a:lnTo>
                  <a:close/>
                </a:path>
              </a:pathLst>
            </a:custGeom>
            <a:solidFill>
              <a:srgbClr val="F8FAFC"/>
            </a:solidFill>
            <a:ln>
              <a:noFill/>
            </a:ln>
          </p:spPr>
        </p:sp>
        <p:sp>
          <p:nvSpPr>
            <p:cNvPr id="1728" name="Google Shape;1728;p28"/>
            <p:cNvSpPr txBox="1"/>
            <p:nvPr/>
          </p:nvSpPr>
          <p:spPr>
            <a:xfrm>
              <a:off x="0" y="-276225"/>
              <a:ext cx="2303314" cy="53530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29" name="Google Shape;1729;p28"/>
          <p:cNvSpPr txBox="1"/>
          <p:nvPr/>
        </p:nvSpPr>
        <p:spPr>
          <a:xfrm>
            <a:off x="5545954" y="2336818"/>
            <a:ext cx="7788352" cy="10615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3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Incrementable: </a:t>
            </a:r>
            <a:r>
              <a:rPr b="0" i="0" lang="en-US" sz="263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Oportunidades y Analítica Predictiva Inicial</a:t>
            </a:r>
            <a:endParaRPr/>
          </a:p>
        </p:txBody>
      </p:sp>
    </p:spTree>
  </p:cSld>
  <p:clrMapOvr>
    <a:masterClrMapping/>
  </p:clrMapOvr>
  <p:transition spd="slow">
    <p:push/>
  </p:transition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3" name="Shape 17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4" name="Google Shape;1734;p29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9333" l="0" r="0" t="-9333"/>
            </a:stretch>
          </a:blipFill>
          <a:ln>
            <a:noFill/>
          </a:ln>
        </p:spPr>
      </p:sp>
      <p:sp>
        <p:nvSpPr>
          <p:cNvPr id="1735" name="Google Shape;1735;p29"/>
          <p:cNvSpPr/>
          <p:nvPr/>
        </p:nvSpPr>
        <p:spPr>
          <a:xfrm>
            <a:off x="11128588" y="1333119"/>
            <a:ext cx="11375763" cy="9072171"/>
          </a:xfrm>
          <a:custGeom>
            <a:rect b="b" l="l" r="r" t="t"/>
            <a:pathLst>
              <a:path extrusionOk="0" h="9072171" w="11375763">
                <a:moveTo>
                  <a:pt x="0" y="0"/>
                </a:moveTo>
                <a:lnTo>
                  <a:pt x="11375763" y="0"/>
                </a:lnTo>
                <a:lnTo>
                  <a:pt x="11375763" y="9072172"/>
                </a:lnTo>
                <a:lnTo>
                  <a:pt x="0" y="907217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736" name="Google Shape;1736;p29"/>
          <p:cNvGrpSpPr/>
          <p:nvPr/>
        </p:nvGrpSpPr>
        <p:grpSpPr>
          <a:xfrm>
            <a:off x="8093210" y="-899449"/>
            <a:ext cx="6070754" cy="11149647"/>
            <a:chOff x="0" y="-104775"/>
            <a:chExt cx="424177" cy="779050"/>
          </a:xfrm>
        </p:grpSpPr>
        <p:sp>
          <p:nvSpPr>
            <p:cNvPr id="1737" name="Google Shape;1737;p29"/>
            <p:cNvSpPr/>
            <p:nvPr/>
          </p:nvSpPr>
          <p:spPr>
            <a:xfrm>
              <a:off x="0" y="0"/>
              <a:ext cx="424177" cy="674275"/>
            </a:xfrm>
            <a:custGeom>
              <a:rect b="b" l="l" r="r" t="t"/>
              <a:pathLst>
                <a:path extrusionOk="0" h="674275" w="424177">
                  <a:moveTo>
                    <a:pt x="203200" y="0"/>
                  </a:moveTo>
                  <a:lnTo>
                    <a:pt x="424177" y="0"/>
                  </a:lnTo>
                  <a:lnTo>
                    <a:pt x="220977" y="674275"/>
                  </a:lnTo>
                  <a:lnTo>
                    <a:pt x="0" y="674275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393E46">
                <a:alpha val="46667"/>
              </a:srgbClr>
            </a:solidFill>
            <a:ln>
              <a:noFill/>
            </a:ln>
          </p:spPr>
        </p:sp>
        <p:sp>
          <p:nvSpPr>
            <p:cNvPr id="1738" name="Google Shape;1738;p29"/>
            <p:cNvSpPr txBox="1"/>
            <p:nvPr/>
          </p:nvSpPr>
          <p:spPr>
            <a:xfrm>
              <a:off x="101600" y="-104775"/>
              <a:ext cx="220977" cy="7790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39" name="Google Shape;1739;p29"/>
          <p:cNvGrpSpPr/>
          <p:nvPr/>
        </p:nvGrpSpPr>
        <p:grpSpPr>
          <a:xfrm>
            <a:off x="8347633" y="-501065"/>
            <a:ext cx="5816332" cy="11149647"/>
            <a:chOff x="0" y="-104775"/>
            <a:chExt cx="406400" cy="779050"/>
          </a:xfrm>
        </p:grpSpPr>
        <p:sp>
          <p:nvSpPr>
            <p:cNvPr id="1740" name="Google Shape;1740;p29"/>
            <p:cNvSpPr/>
            <p:nvPr/>
          </p:nvSpPr>
          <p:spPr>
            <a:xfrm>
              <a:off x="0" y="0"/>
              <a:ext cx="406400" cy="674275"/>
            </a:xfrm>
            <a:custGeom>
              <a:rect b="b" l="l" r="r" t="t"/>
              <a:pathLst>
                <a:path extrusionOk="0" h="674275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674275"/>
                  </a:lnTo>
                  <a:lnTo>
                    <a:pt x="0" y="674275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393E46"/>
            </a:solidFill>
            <a:ln>
              <a:noFill/>
            </a:ln>
          </p:spPr>
        </p:sp>
        <p:sp>
          <p:nvSpPr>
            <p:cNvPr id="1741" name="Google Shape;1741;p29"/>
            <p:cNvSpPr txBox="1"/>
            <p:nvPr/>
          </p:nvSpPr>
          <p:spPr>
            <a:xfrm>
              <a:off x="101600" y="-104775"/>
              <a:ext cx="203200" cy="7790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42" name="Google Shape;1742;p29"/>
          <p:cNvGrpSpPr/>
          <p:nvPr/>
        </p:nvGrpSpPr>
        <p:grpSpPr>
          <a:xfrm>
            <a:off x="-22436" y="-1368585"/>
            <a:ext cx="18332871" cy="3373138"/>
            <a:chOff x="0" y="-276225"/>
            <a:chExt cx="4828411" cy="888399"/>
          </a:xfrm>
        </p:grpSpPr>
        <p:sp>
          <p:nvSpPr>
            <p:cNvPr id="1743" name="Google Shape;1743;p29"/>
            <p:cNvSpPr/>
            <p:nvPr/>
          </p:nvSpPr>
          <p:spPr>
            <a:xfrm>
              <a:off x="0" y="0"/>
              <a:ext cx="4828411" cy="612174"/>
            </a:xfrm>
            <a:custGeom>
              <a:rect b="b" l="l" r="r" t="t"/>
              <a:pathLst>
                <a:path extrusionOk="0" h="612174" w="4828411">
                  <a:moveTo>
                    <a:pt x="0" y="0"/>
                  </a:moveTo>
                  <a:lnTo>
                    <a:pt x="4828411" y="0"/>
                  </a:lnTo>
                  <a:lnTo>
                    <a:pt x="4828411" y="612174"/>
                  </a:lnTo>
                  <a:lnTo>
                    <a:pt x="0" y="612174"/>
                  </a:lnTo>
                  <a:close/>
                </a:path>
              </a:pathLst>
            </a:custGeom>
            <a:solidFill>
              <a:srgbClr val="49C3FB"/>
            </a:solidFill>
            <a:ln>
              <a:noFill/>
            </a:ln>
          </p:spPr>
        </p:sp>
        <p:sp>
          <p:nvSpPr>
            <p:cNvPr id="1744" name="Google Shape;1744;p29"/>
            <p:cNvSpPr txBox="1"/>
            <p:nvPr/>
          </p:nvSpPr>
          <p:spPr>
            <a:xfrm>
              <a:off x="0" y="-276225"/>
              <a:ext cx="4828411" cy="8883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45" name="Google Shape;1745;p29"/>
          <p:cNvSpPr/>
          <p:nvPr/>
        </p:nvSpPr>
        <p:spPr>
          <a:xfrm>
            <a:off x="17789121" y="9481948"/>
            <a:ext cx="1699256" cy="1019554"/>
          </a:xfrm>
          <a:custGeom>
            <a:rect b="b" l="l" r="r" t="t"/>
            <a:pathLst>
              <a:path extrusionOk="0" h="1019554" w="1699256">
                <a:moveTo>
                  <a:pt x="0" y="0"/>
                </a:moveTo>
                <a:lnTo>
                  <a:pt x="1699257" y="0"/>
                </a:lnTo>
                <a:lnTo>
                  <a:pt x="1699257" y="1019554"/>
                </a:lnTo>
                <a:lnTo>
                  <a:pt x="0" y="101955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46" name="Google Shape;1746;p29"/>
          <p:cNvSpPr/>
          <p:nvPr/>
        </p:nvSpPr>
        <p:spPr>
          <a:xfrm rot="-5400000">
            <a:off x="17062944" y="-566905"/>
            <a:ext cx="2304785" cy="2333959"/>
          </a:xfrm>
          <a:custGeom>
            <a:rect b="b" l="l" r="r" t="t"/>
            <a:pathLst>
              <a:path extrusionOk="0" h="2333959" w="2304785">
                <a:moveTo>
                  <a:pt x="0" y="0"/>
                </a:moveTo>
                <a:lnTo>
                  <a:pt x="2304785" y="0"/>
                </a:lnTo>
                <a:lnTo>
                  <a:pt x="2304785" y="2333960"/>
                </a:lnTo>
                <a:lnTo>
                  <a:pt x="0" y="233396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47" name="Google Shape;1747;p29"/>
          <p:cNvSpPr/>
          <p:nvPr/>
        </p:nvSpPr>
        <p:spPr>
          <a:xfrm>
            <a:off x="3653851" y="9982200"/>
            <a:ext cx="10952506" cy="1880464"/>
          </a:xfrm>
          <a:custGeom>
            <a:rect b="b" l="l" r="r" t="t"/>
            <a:pathLst>
              <a:path extrusionOk="0" h="1880464" w="10952506">
                <a:moveTo>
                  <a:pt x="0" y="0"/>
                </a:moveTo>
                <a:lnTo>
                  <a:pt x="10952506" y="0"/>
                </a:lnTo>
                <a:lnTo>
                  <a:pt x="10952506" y="1880464"/>
                </a:lnTo>
                <a:lnTo>
                  <a:pt x="0" y="188046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-2157" r="-2202" t="-59556"/>
            </a:stretch>
          </a:blipFill>
          <a:ln>
            <a:noFill/>
          </a:ln>
        </p:spPr>
      </p:sp>
      <p:sp>
        <p:nvSpPr>
          <p:cNvPr id="1748" name="Google Shape;1748;p29"/>
          <p:cNvSpPr/>
          <p:nvPr/>
        </p:nvSpPr>
        <p:spPr>
          <a:xfrm>
            <a:off x="17869405" y="-1885942"/>
            <a:ext cx="1411048" cy="2914385"/>
          </a:xfrm>
          <a:custGeom>
            <a:rect b="b" l="l" r="r" t="t"/>
            <a:pathLst>
              <a:path extrusionOk="0" h="2914385" w="1411048">
                <a:moveTo>
                  <a:pt x="0" y="0"/>
                </a:moveTo>
                <a:lnTo>
                  <a:pt x="1411048" y="0"/>
                </a:lnTo>
                <a:lnTo>
                  <a:pt x="1411048" y="2914385"/>
                </a:lnTo>
                <a:lnTo>
                  <a:pt x="0" y="291438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cxnSp>
        <p:nvCxnSpPr>
          <p:cNvPr id="1749" name="Google Shape;1749;p29"/>
          <p:cNvCxnSpPr/>
          <p:nvPr/>
        </p:nvCxnSpPr>
        <p:spPr>
          <a:xfrm>
            <a:off x="2584271" y="431862"/>
            <a:ext cx="0" cy="982477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50" name="Google Shape;1750;p29"/>
          <p:cNvSpPr/>
          <p:nvPr/>
        </p:nvSpPr>
        <p:spPr>
          <a:xfrm>
            <a:off x="9616820" y="2236788"/>
            <a:ext cx="8175772" cy="7442564"/>
          </a:xfrm>
          <a:custGeom>
            <a:rect b="b" l="l" r="r" t="t"/>
            <a:pathLst>
              <a:path extrusionOk="0" h="7442564" w="8175772">
                <a:moveTo>
                  <a:pt x="0" y="0"/>
                </a:moveTo>
                <a:lnTo>
                  <a:pt x="8175771" y="0"/>
                </a:lnTo>
                <a:lnTo>
                  <a:pt x="8175771" y="7442564"/>
                </a:lnTo>
                <a:lnTo>
                  <a:pt x="0" y="744256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51" name="Google Shape;1751;p29"/>
          <p:cNvSpPr txBox="1"/>
          <p:nvPr/>
        </p:nvSpPr>
        <p:spPr>
          <a:xfrm>
            <a:off x="2982013" y="73863"/>
            <a:ext cx="11679472" cy="17214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99" u="none" cap="none" strike="noStrike">
                <a:solidFill>
                  <a:srgbClr val="000000"/>
                </a:solidFill>
                <a:latin typeface="Ultra"/>
                <a:ea typeface="Ultra"/>
                <a:cs typeface="Ultra"/>
                <a:sym typeface="Ultra"/>
              </a:rPr>
              <a:t>SPRINT 2</a:t>
            </a:r>
            <a:endParaRPr/>
          </a:p>
          <a:p>
            <a:pPr indent="0" lvl="0" marL="0" marR="0" rtl="0" algn="l">
              <a:lnSpc>
                <a:spcPct val="140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99" u="none" cap="none" strike="noStrike">
                <a:solidFill>
                  <a:srgbClr val="000000"/>
                </a:solidFill>
                <a:latin typeface="Ultra"/>
                <a:ea typeface="Ultra"/>
                <a:cs typeface="Ultra"/>
                <a:sym typeface="Ultra"/>
              </a:rPr>
              <a:t>KANBAN</a:t>
            </a:r>
            <a:endParaRPr/>
          </a:p>
        </p:txBody>
      </p:sp>
      <p:sp>
        <p:nvSpPr>
          <p:cNvPr id="1752" name="Google Shape;1752;p29"/>
          <p:cNvSpPr txBox="1"/>
          <p:nvPr/>
        </p:nvSpPr>
        <p:spPr>
          <a:xfrm>
            <a:off x="282646" y="-133433"/>
            <a:ext cx="2076748" cy="18256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124" u="none" cap="none" strike="noStrike">
                <a:solidFill>
                  <a:srgbClr val="000000"/>
                </a:solidFill>
                <a:latin typeface="Ultra"/>
                <a:ea typeface="Ultra"/>
                <a:cs typeface="Ultra"/>
                <a:sym typeface="Ultra"/>
              </a:rPr>
              <a:t>X.-</a:t>
            </a:r>
            <a:endParaRPr/>
          </a:p>
        </p:txBody>
      </p:sp>
      <p:sp>
        <p:nvSpPr>
          <p:cNvPr id="1753" name="Google Shape;1753;p29"/>
          <p:cNvSpPr txBox="1"/>
          <p:nvPr/>
        </p:nvSpPr>
        <p:spPr>
          <a:xfrm>
            <a:off x="17663375" y="9579067"/>
            <a:ext cx="1524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56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29</a:t>
            </a:r>
            <a:endParaRPr/>
          </a:p>
        </p:txBody>
      </p:sp>
      <p:sp>
        <p:nvSpPr>
          <p:cNvPr id="1754" name="Google Shape;1754;p29"/>
          <p:cNvSpPr txBox="1"/>
          <p:nvPr/>
        </p:nvSpPr>
        <p:spPr>
          <a:xfrm>
            <a:off x="564931" y="2819107"/>
            <a:ext cx="8565173" cy="62151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77641" lvl="1" marL="555281" marR="0" rtl="0" algn="l">
              <a:lnSpc>
                <a:spcPct val="13601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71"/>
              <a:buFont typeface="Arial"/>
              <a:buChar char="•"/>
            </a:pPr>
            <a:r>
              <a:rPr b="1" i="0" lang="en-US" sz="2571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Organización del Sprint 2:</a:t>
            </a:r>
            <a:r>
              <a:rPr b="0" i="0" lang="en-US" sz="2571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El tablero Kanban permitió distribuir las historias de usuario según su estado y visualizar las tareas pendientes, en desarrollo y en pruebas.</a:t>
            </a:r>
            <a:endParaRPr/>
          </a:p>
          <a:p>
            <a:pPr indent="0" lvl="0" marL="0" marR="0" rtl="0" algn="l">
              <a:lnSpc>
                <a:spcPct val="1360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571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77641" lvl="1" marL="555281" marR="0" rtl="0" algn="l">
              <a:lnSpc>
                <a:spcPct val="13601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71"/>
              <a:buFont typeface="Arial"/>
              <a:buChar char="•"/>
            </a:pPr>
            <a:r>
              <a:rPr b="1" i="0" lang="en-US" sz="2571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Desarrollo en curso: </a:t>
            </a:r>
            <a:r>
              <a:rPr b="0" i="0" lang="en-US" sz="2571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 trabajó en la arquitectura Cloud, el pipeline ETL y el diseño e implementación del Data Warehouse.</a:t>
            </a:r>
            <a:endParaRPr/>
          </a:p>
          <a:p>
            <a:pPr indent="0" lvl="0" marL="0" marR="0" rtl="0" algn="l">
              <a:lnSpc>
                <a:spcPct val="1360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571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77641" lvl="1" marL="555281" marR="0" rtl="0" algn="l">
              <a:lnSpc>
                <a:spcPct val="13601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71"/>
              <a:buFont typeface="Arial"/>
              <a:buChar char="•"/>
            </a:pPr>
            <a:r>
              <a:rPr b="1" i="0" lang="en-US" sz="2571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Seguimiento y validación: </a:t>
            </a:r>
            <a:r>
              <a:rPr b="0" i="0" lang="en-US" sz="2571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Varias funcionalidades, como la Landing Page, el registro de usuarios y la interfaz, se encontraban en Testing, mientras otras historias permanecían pendientes de desarrollo.</a:t>
            </a:r>
            <a:endParaRPr/>
          </a:p>
        </p:txBody>
      </p:sp>
    </p:spTree>
  </p:cSld>
  <p:clrMapOvr>
    <a:masterClrMapping/>
  </p:clrMapOvr>
  <p:transition spd="slow">
    <p:push/>
  </p:transition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8" name="Shape 1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9" name="Google Shape;1759;p30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9333" l="0" r="0" t="-9333"/>
            </a:stretch>
          </a:blipFill>
          <a:ln>
            <a:noFill/>
          </a:ln>
        </p:spPr>
      </p:sp>
      <p:sp>
        <p:nvSpPr>
          <p:cNvPr id="1760" name="Google Shape;1760;p30"/>
          <p:cNvSpPr/>
          <p:nvPr/>
        </p:nvSpPr>
        <p:spPr>
          <a:xfrm>
            <a:off x="11128588" y="1333119"/>
            <a:ext cx="11375763" cy="9072171"/>
          </a:xfrm>
          <a:custGeom>
            <a:rect b="b" l="l" r="r" t="t"/>
            <a:pathLst>
              <a:path extrusionOk="0" h="9072171" w="11375763">
                <a:moveTo>
                  <a:pt x="0" y="0"/>
                </a:moveTo>
                <a:lnTo>
                  <a:pt x="11375763" y="0"/>
                </a:lnTo>
                <a:lnTo>
                  <a:pt x="11375763" y="9072172"/>
                </a:lnTo>
                <a:lnTo>
                  <a:pt x="0" y="907217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761" name="Google Shape;1761;p30"/>
          <p:cNvGrpSpPr/>
          <p:nvPr/>
        </p:nvGrpSpPr>
        <p:grpSpPr>
          <a:xfrm>
            <a:off x="8093210" y="-899449"/>
            <a:ext cx="6070754" cy="11149647"/>
            <a:chOff x="0" y="-104775"/>
            <a:chExt cx="424177" cy="779050"/>
          </a:xfrm>
        </p:grpSpPr>
        <p:sp>
          <p:nvSpPr>
            <p:cNvPr id="1762" name="Google Shape;1762;p30"/>
            <p:cNvSpPr/>
            <p:nvPr/>
          </p:nvSpPr>
          <p:spPr>
            <a:xfrm>
              <a:off x="0" y="0"/>
              <a:ext cx="424177" cy="674275"/>
            </a:xfrm>
            <a:custGeom>
              <a:rect b="b" l="l" r="r" t="t"/>
              <a:pathLst>
                <a:path extrusionOk="0" h="674275" w="424177">
                  <a:moveTo>
                    <a:pt x="203200" y="0"/>
                  </a:moveTo>
                  <a:lnTo>
                    <a:pt x="424177" y="0"/>
                  </a:lnTo>
                  <a:lnTo>
                    <a:pt x="220977" y="674275"/>
                  </a:lnTo>
                  <a:lnTo>
                    <a:pt x="0" y="674275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393E46">
                <a:alpha val="46667"/>
              </a:srgbClr>
            </a:solidFill>
            <a:ln>
              <a:noFill/>
            </a:ln>
          </p:spPr>
        </p:sp>
        <p:sp>
          <p:nvSpPr>
            <p:cNvPr id="1763" name="Google Shape;1763;p30"/>
            <p:cNvSpPr txBox="1"/>
            <p:nvPr/>
          </p:nvSpPr>
          <p:spPr>
            <a:xfrm>
              <a:off x="101600" y="-104775"/>
              <a:ext cx="220977" cy="7790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64" name="Google Shape;1764;p30"/>
          <p:cNvGrpSpPr/>
          <p:nvPr/>
        </p:nvGrpSpPr>
        <p:grpSpPr>
          <a:xfrm>
            <a:off x="8347633" y="-351873"/>
            <a:ext cx="5816332" cy="11149647"/>
            <a:chOff x="0" y="-104775"/>
            <a:chExt cx="406400" cy="779050"/>
          </a:xfrm>
        </p:grpSpPr>
        <p:sp>
          <p:nvSpPr>
            <p:cNvPr id="1765" name="Google Shape;1765;p30"/>
            <p:cNvSpPr/>
            <p:nvPr/>
          </p:nvSpPr>
          <p:spPr>
            <a:xfrm>
              <a:off x="0" y="0"/>
              <a:ext cx="406400" cy="674275"/>
            </a:xfrm>
            <a:custGeom>
              <a:rect b="b" l="l" r="r" t="t"/>
              <a:pathLst>
                <a:path extrusionOk="0" h="674275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674275"/>
                  </a:lnTo>
                  <a:lnTo>
                    <a:pt x="0" y="674275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393E46"/>
            </a:solidFill>
            <a:ln>
              <a:noFill/>
            </a:ln>
          </p:spPr>
        </p:sp>
        <p:sp>
          <p:nvSpPr>
            <p:cNvPr id="1766" name="Google Shape;1766;p30"/>
            <p:cNvSpPr txBox="1"/>
            <p:nvPr/>
          </p:nvSpPr>
          <p:spPr>
            <a:xfrm>
              <a:off x="101600" y="-104775"/>
              <a:ext cx="203200" cy="7790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67" name="Google Shape;1767;p30"/>
          <p:cNvGrpSpPr/>
          <p:nvPr/>
        </p:nvGrpSpPr>
        <p:grpSpPr>
          <a:xfrm>
            <a:off x="-22436" y="-1368585"/>
            <a:ext cx="18332871" cy="3373138"/>
            <a:chOff x="0" y="-276225"/>
            <a:chExt cx="4828411" cy="888399"/>
          </a:xfrm>
        </p:grpSpPr>
        <p:sp>
          <p:nvSpPr>
            <p:cNvPr id="1768" name="Google Shape;1768;p30"/>
            <p:cNvSpPr/>
            <p:nvPr/>
          </p:nvSpPr>
          <p:spPr>
            <a:xfrm>
              <a:off x="0" y="0"/>
              <a:ext cx="4828411" cy="612174"/>
            </a:xfrm>
            <a:custGeom>
              <a:rect b="b" l="l" r="r" t="t"/>
              <a:pathLst>
                <a:path extrusionOk="0" h="612174" w="4828411">
                  <a:moveTo>
                    <a:pt x="0" y="0"/>
                  </a:moveTo>
                  <a:lnTo>
                    <a:pt x="4828411" y="0"/>
                  </a:lnTo>
                  <a:lnTo>
                    <a:pt x="4828411" y="612174"/>
                  </a:lnTo>
                  <a:lnTo>
                    <a:pt x="0" y="612174"/>
                  </a:lnTo>
                  <a:close/>
                </a:path>
              </a:pathLst>
            </a:custGeom>
            <a:solidFill>
              <a:srgbClr val="49C3FB"/>
            </a:solidFill>
            <a:ln>
              <a:noFill/>
            </a:ln>
          </p:spPr>
        </p:sp>
        <p:sp>
          <p:nvSpPr>
            <p:cNvPr id="1769" name="Google Shape;1769;p30"/>
            <p:cNvSpPr txBox="1"/>
            <p:nvPr/>
          </p:nvSpPr>
          <p:spPr>
            <a:xfrm>
              <a:off x="0" y="-276225"/>
              <a:ext cx="4828411" cy="8883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70" name="Google Shape;1770;p30"/>
          <p:cNvSpPr/>
          <p:nvPr/>
        </p:nvSpPr>
        <p:spPr>
          <a:xfrm>
            <a:off x="17789121" y="9481948"/>
            <a:ext cx="1699256" cy="1019554"/>
          </a:xfrm>
          <a:custGeom>
            <a:rect b="b" l="l" r="r" t="t"/>
            <a:pathLst>
              <a:path extrusionOk="0" h="1019554" w="1699256">
                <a:moveTo>
                  <a:pt x="0" y="0"/>
                </a:moveTo>
                <a:lnTo>
                  <a:pt x="1699257" y="0"/>
                </a:lnTo>
                <a:lnTo>
                  <a:pt x="1699257" y="1019554"/>
                </a:lnTo>
                <a:lnTo>
                  <a:pt x="0" y="101955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71" name="Google Shape;1771;p30"/>
          <p:cNvSpPr/>
          <p:nvPr/>
        </p:nvSpPr>
        <p:spPr>
          <a:xfrm rot="-5400000">
            <a:off x="17062944" y="-566905"/>
            <a:ext cx="2304785" cy="2333959"/>
          </a:xfrm>
          <a:custGeom>
            <a:rect b="b" l="l" r="r" t="t"/>
            <a:pathLst>
              <a:path extrusionOk="0" h="2333959" w="2304785">
                <a:moveTo>
                  <a:pt x="0" y="0"/>
                </a:moveTo>
                <a:lnTo>
                  <a:pt x="2304785" y="0"/>
                </a:lnTo>
                <a:lnTo>
                  <a:pt x="2304785" y="2333960"/>
                </a:lnTo>
                <a:lnTo>
                  <a:pt x="0" y="233396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72" name="Google Shape;1772;p30"/>
          <p:cNvSpPr/>
          <p:nvPr/>
        </p:nvSpPr>
        <p:spPr>
          <a:xfrm>
            <a:off x="3653851" y="9982200"/>
            <a:ext cx="10952506" cy="1880464"/>
          </a:xfrm>
          <a:custGeom>
            <a:rect b="b" l="l" r="r" t="t"/>
            <a:pathLst>
              <a:path extrusionOk="0" h="1880464" w="10952506">
                <a:moveTo>
                  <a:pt x="0" y="0"/>
                </a:moveTo>
                <a:lnTo>
                  <a:pt x="10952506" y="0"/>
                </a:lnTo>
                <a:lnTo>
                  <a:pt x="10952506" y="1880464"/>
                </a:lnTo>
                <a:lnTo>
                  <a:pt x="0" y="188046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-2157" r="-2202" t="-59556"/>
            </a:stretch>
          </a:blipFill>
          <a:ln>
            <a:noFill/>
          </a:ln>
        </p:spPr>
      </p:sp>
      <p:sp>
        <p:nvSpPr>
          <p:cNvPr id="1773" name="Google Shape;1773;p30"/>
          <p:cNvSpPr/>
          <p:nvPr/>
        </p:nvSpPr>
        <p:spPr>
          <a:xfrm>
            <a:off x="17869405" y="-1885942"/>
            <a:ext cx="1411048" cy="2914385"/>
          </a:xfrm>
          <a:custGeom>
            <a:rect b="b" l="l" r="r" t="t"/>
            <a:pathLst>
              <a:path extrusionOk="0" h="2914385" w="1411048">
                <a:moveTo>
                  <a:pt x="0" y="0"/>
                </a:moveTo>
                <a:lnTo>
                  <a:pt x="1411048" y="0"/>
                </a:lnTo>
                <a:lnTo>
                  <a:pt x="1411048" y="2914385"/>
                </a:lnTo>
                <a:lnTo>
                  <a:pt x="0" y="291438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cxnSp>
        <p:nvCxnSpPr>
          <p:cNvPr id="1774" name="Google Shape;1774;p30"/>
          <p:cNvCxnSpPr/>
          <p:nvPr/>
        </p:nvCxnSpPr>
        <p:spPr>
          <a:xfrm>
            <a:off x="2584271" y="431862"/>
            <a:ext cx="0" cy="982477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75" name="Google Shape;1775;p30"/>
          <p:cNvSpPr/>
          <p:nvPr/>
        </p:nvSpPr>
        <p:spPr>
          <a:xfrm>
            <a:off x="114988" y="4825555"/>
            <a:ext cx="18030232" cy="3926067"/>
          </a:xfrm>
          <a:custGeom>
            <a:rect b="b" l="l" r="r" t="t"/>
            <a:pathLst>
              <a:path extrusionOk="0" h="3926067" w="18030232">
                <a:moveTo>
                  <a:pt x="0" y="0"/>
                </a:moveTo>
                <a:lnTo>
                  <a:pt x="18030232" y="0"/>
                </a:lnTo>
                <a:lnTo>
                  <a:pt x="18030232" y="3926067"/>
                </a:lnTo>
                <a:lnTo>
                  <a:pt x="0" y="392606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-63784" l="0" r="0" t="-10108"/>
            </a:stretch>
          </a:blipFill>
          <a:ln>
            <a:noFill/>
          </a:ln>
        </p:spPr>
      </p:sp>
      <p:sp>
        <p:nvSpPr>
          <p:cNvPr id="1776" name="Google Shape;1776;p30"/>
          <p:cNvSpPr txBox="1"/>
          <p:nvPr/>
        </p:nvSpPr>
        <p:spPr>
          <a:xfrm>
            <a:off x="2982013" y="73863"/>
            <a:ext cx="11679472" cy="17214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99" u="none" cap="none" strike="noStrike">
                <a:solidFill>
                  <a:srgbClr val="000000"/>
                </a:solidFill>
                <a:latin typeface="Ultra"/>
                <a:ea typeface="Ultra"/>
                <a:cs typeface="Ultra"/>
                <a:sym typeface="Ultra"/>
              </a:rPr>
              <a:t>SPRINT 2</a:t>
            </a:r>
            <a:endParaRPr/>
          </a:p>
          <a:p>
            <a:pPr indent="0" lvl="0" marL="0" marR="0" rtl="0" algn="l">
              <a:lnSpc>
                <a:spcPct val="140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99" u="none" cap="none" strike="noStrike">
                <a:solidFill>
                  <a:srgbClr val="000000"/>
                </a:solidFill>
                <a:latin typeface="Ultra"/>
                <a:ea typeface="Ultra"/>
                <a:cs typeface="Ultra"/>
                <a:sym typeface="Ultra"/>
              </a:rPr>
              <a:t>IMPEDIMENT LOG</a:t>
            </a:r>
            <a:endParaRPr/>
          </a:p>
        </p:txBody>
      </p:sp>
      <p:sp>
        <p:nvSpPr>
          <p:cNvPr id="1777" name="Google Shape;1777;p30"/>
          <p:cNvSpPr txBox="1"/>
          <p:nvPr/>
        </p:nvSpPr>
        <p:spPr>
          <a:xfrm>
            <a:off x="282646" y="-133433"/>
            <a:ext cx="2076748" cy="18256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124" u="none" cap="none" strike="noStrike">
                <a:solidFill>
                  <a:srgbClr val="000000"/>
                </a:solidFill>
                <a:latin typeface="Ultra"/>
                <a:ea typeface="Ultra"/>
                <a:cs typeface="Ultra"/>
                <a:sym typeface="Ultra"/>
              </a:rPr>
              <a:t>X.-</a:t>
            </a:r>
            <a:endParaRPr/>
          </a:p>
        </p:txBody>
      </p:sp>
      <p:sp>
        <p:nvSpPr>
          <p:cNvPr id="1778" name="Google Shape;1778;p30"/>
          <p:cNvSpPr txBox="1"/>
          <p:nvPr/>
        </p:nvSpPr>
        <p:spPr>
          <a:xfrm>
            <a:off x="17663375" y="9579067"/>
            <a:ext cx="1524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56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30</a:t>
            </a:r>
            <a:endParaRPr/>
          </a:p>
        </p:txBody>
      </p:sp>
      <p:grpSp>
        <p:nvGrpSpPr>
          <p:cNvPr id="1779" name="Google Shape;1779;p30"/>
          <p:cNvGrpSpPr/>
          <p:nvPr/>
        </p:nvGrpSpPr>
        <p:grpSpPr>
          <a:xfrm>
            <a:off x="765630" y="443368"/>
            <a:ext cx="17023492" cy="4165779"/>
            <a:chOff x="0" y="-276225"/>
            <a:chExt cx="2645328" cy="647332"/>
          </a:xfrm>
        </p:grpSpPr>
        <p:sp>
          <p:nvSpPr>
            <p:cNvPr id="1780" name="Google Shape;1780;p30"/>
            <p:cNvSpPr/>
            <p:nvPr/>
          </p:nvSpPr>
          <p:spPr>
            <a:xfrm>
              <a:off x="0" y="0"/>
              <a:ext cx="2645328" cy="371107"/>
            </a:xfrm>
            <a:custGeom>
              <a:rect b="b" l="l" r="r" t="t"/>
              <a:pathLst>
                <a:path extrusionOk="0" h="371107" w="2645328">
                  <a:moveTo>
                    <a:pt x="0" y="0"/>
                  </a:moveTo>
                  <a:lnTo>
                    <a:pt x="2645328" y="0"/>
                  </a:lnTo>
                  <a:lnTo>
                    <a:pt x="2645328" y="371107"/>
                  </a:lnTo>
                  <a:lnTo>
                    <a:pt x="0" y="371107"/>
                  </a:lnTo>
                  <a:close/>
                </a:path>
              </a:pathLst>
            </a:custGeom>
            <a:solidFill>
              <a:srgbClr val="7ED957"/>
            </a:solidFill>
            <a:ln>
              <a:noFill/>
            </a:ln>
          </p:spPr>
        </p:sp>
        <p:sp>
          <p:nvSpPr>
            <p:cNvPr id="1781" name="Google Shape;1781;p30"/>
            <p:cNvSpPr txBox="1"/>
            <p:nvPr/>
          </p:nvSpPr>
          <p:spPr>
            <a:xfrm>
              <a:off x="0" y="-276225"/>
              <a:ext cx="2645328" cy="647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82" name="Google Shape;1782;p30"/>
          <p:cNvGrpSpPr/>
          <p:nvPr/>
        </p:nvGrpSpPr>
        <p:grpSpPr>
          <a:xfrm>
            <a:off x="1141249" y="808472"/>
            <a:ext cx="16290521" cy="3444864"/>
            <a:chOff x="0" y="-276225"/>
            <a:chExt cx="2531430" cy="535307"/>
          </a:xfrm>
        </p:grpSpPr>
        <p:sp>
          <p:nvSpPr>
            <p:cNvPr id="1783" name="Google Shape;1783;p30"/>
            <p:cNvSpPr/>
            <p:nvPr/>
          </p:nvSpPr>
          <p:spPr>
            <a:xfrm>
              <a:off x="0" y="0"/>
              <a:ext cx="2531430" cy="259082"/>
            </a:xfrm>
            <a:custGeom>
              <a:rect b="b" l="l" r="r" t="t"/>
              <a:pathLst>
                <a:path extrusionOk="0" h="259082" w="2531430">
                  <a:moveTo>
                    <a:pt x="0" y="0"/>
                  </a:moveTo>
                  <a:lnTo>
                    <a:pt x="2531430" y="0"/>
                  </a:lnTo>
                  <a:lnTo>
                    <a:pt x="2531430" y="259082"/>
                  </a:lnTo>
                  <a:lnTo>
                    <a:pt x="0" y="259082"/>
                  </a:lnTo>
                  <a:close/>
                </a:path>
              </a:pathLst>
            </a:custGeom>
            <a:solidFill>
              <a:srgbClr val="F8FAFC"/>
            </a:solidFill>
            <a:ln>
              <a:noFill/>
            </a:ln>
          </p:spPr>
        </p:sp>
        <p:sp>
          <p:nvSpPr>
            <p:cNvPr id="1784" name="Google Shape;1784;p30"/>
            <p:cNvSpPr txBox="1"/>
            <p:nvPr/>
          </p:nvSpPr>
          <p:spPr>
            <a:xfrm>
              <a:off x="0" y="-276225"/>
              <a:ext cx="2531430" cy="53530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85" name="Google Shape;1785;p30"/>
          <p:cNvSpPr txBox="1"/>
          <p:nvPr/>
        </p:nvSpPr>
        <p:spPr>
          <a:xfrm>
            <a:off x="1321020" y="2482531"/>
            <a:ext cx="15938280" cy="1683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3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4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Gestión de impedimentos:</a:t>
            </a:r>
            <a:endParaRPr/>
          </a:p>
          <a:p>
            <a:pPr indent="0" lvl="0" marL="0" marR="0" rtl="0" algn="ctr">
              <a:lnSpc>
                <a:spcPct val="15003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4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 resolvieron 4 nuevos impedimentos relacionados con almacenamiento en Railway, inconsistencias de datos, consumo de memoria y granularidad del Data Warehouse.</a:t>
            </a:r>
            <a:endParaRPr/>
          </a:p>
        </p:txBody>
      </p:sp>
    </p:spTree>
  </p:cSld>
  <p:clrMapOvr>
    <a:masterClrMapping/>
  </p:clrMapOvr>
  <p:transition spd="slow">
    <p:push/>
  </p:transition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9" name="Shape 17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0" name="Google Shape;1790;p31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9333" l="0" r="0" t="-9333"/>
            </a:stretch>
          </a:blipFill>
          <a:ln>
            <a:noFill/>
          </a:ln>
        </p:spPr>
      </p:sp>
      <p:sp>
        <p:nvSpPr>
          <p:cNvPr id="1791" name="Google Shape;1791;p31"/>
          <p:cNvSpPr/>
          <p:nvPr/>
        </p:nvSpPr>
        <p:spPr>
          <a:xfrm>
            <a:off x="11128588" y="1333119"/>
            <a:ext cx="11375763" cy="9072171"/>
          </a:xfrm>
          <a:custGeom>
            <a:rect b="b" l="l" r="r" t="t"/>
            <a:pathLst>
              <a:path extrusionOk="0" h="9072171" w="11375763">
                <a:moveTo>
                  <a:pt x="0" y="0"/>
                </a:moveTo>
                <a:lnTo>
                  <a:pt x="11375763" y="0"/>
                </a:lnTo>
                <a:lnTo>
                  <a:pt x="11375763" y="9072172"/>
                </a:lnTo>
                <a:lnTo>
                  <a:pt x="0" y="907217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792" name="Google Shape;1792;p31"/>
          <p:cNvGrpSpPr/>
          <p:nvPr/>
        </p:nvGrpSpPr>
        <p:grpSpPr>
          <a:xfrm>
            <a:off x="8093210" y="-899449"/>
            <a:ext cx="6070754" cy="11149647"/>
            <a:chOff x="0" y="-104775"/>
            <a:chExt cx="424177" cy="779050"/>
          </a:xfrm>
        </p:grpSpPr>
        <p:sp>
          <p:nvSpPr>
            <p:cNvPr id="1793" name="Google Shape;1793;p31"/>
            <p:cNvSpPr/>
            <p:nvPr/>
          </p:nvSpPr>
          <p:spPr>
            <a:xfrm>
              <a:off x="0" y="0"/>
              <a:ext cx="424177" cy="674275"/>
            </a:xfrm>
            <a:custGeom>
              <a:rect b="b" l="l" r="r" t="t"/>
              <a:pathLst>
                <a:path extrusionOk="0" h="674275" w="424177">
                  <a:moveTo>
                    <a:pt x="203200" y="0"/>
                  </a:moveTo>
                  <a:lnTo>
                    <a:pt x="424177" y="0"/>
                  </a:lnTo>
                  <a:lnTo>
                    <a:pt x="220977" y="674275"/>
                  </a:lnTo>
                  <a:lnTo>
                    <a:pt x="0" y="674275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393E46">
                <a:alpha val="46667"/>
              </a:srgbClr>
            </a:solidFill>
            <a:ln>
              <a:noFill/>
            </a:ln>
          </p:spPr>
        </p:sp>
        <p:sp>
          <p:nvSpPr>
            <p:cNvPr id="1794" name="Google Shape;1794;p31"/>
            <p:cNvSpPr txBox="1"/>
            <p:nvPr/>
          </p:nvSpPr>
          <p:spPr>
            <a:xfrm>
              <a:off x="101600" y="-104775"/>
              <a:ext cx="220977" cy="7790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95" name="Google Shape;1795;p31"/>
          <p:cNvGrpSpPr/>
          <p:nvPr/>
        </p:nvGrpSpPr>
        <p:grpSpPr>
          <a:xfrm>
            <a:off x="8499124" y="-455380"/>
            <a:ext cx="5816332" cy="11149647"/>
            <a:chOff x="0" y="-104775"/>
            <a:chExt cx="406400" cy="779050"/>
          </a:xfrm>
        </p:grpSpPr>
        <p:sp>
          <p:nvSpPr>
            <p:cNvPr id="1796" name="Google Shape;1796;p31"/>
            <p:cNvSpPr/>
            <p:nvPr/>
          </p:nvSpPr>
          <p:spPr>
            <a:xfrm>
              <a:off x="0" y="0"/>
              <a:ext cx="406400" cy="674275"/>
            </a:xfrm>
            <a:custGeom>
              <a:rect b="b" l="l" r="r" t="t"/>
              <a:pathLst>
                <a:path extrusionOk="0" h="674275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674275"/>
                  </a:lnTo>
                  <a:lnTo>
                    <a:pt x="0" y="674275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393E46"/>
            </a:solidFill>
            <a:ln>
              <a:noFill/>
            </a:ln>
          </p:spPr>
        </p:sp>
        <p:sp>
          <p:nvSpPr>
            <p:cNvPr id="1797" name="Google Shape;1797;p31"/>
            <p:cNvSpPr txBox="1"/>
            <p:nvPr/>
          </p:nvSpPr>
          <p:spPr>
            <a:xfrm>
              <a:off x="101600" y="-104775"/>
              <a:ext cx="203200" cy="7790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98" name="Google Shape;1798;p31"/>
          <p:cNvGrpSpPr/>
          <p:nvPr/>
        </p:nvGrpSpPr>
        <p:grpSpPr>
          <a:xfrm>
            <a:off x="-22436" y="-1368585"/>
            <a:ext cx="18332871" cy="3373138"/>
            <a:chOff x="0" y="-276225"/>
            <a:chExt cx="4828411" cy="888399"/>
          </a:xfrm>
        </p:grpSpPr>
        <p:sp>
          <p:nvSpPr>
            <p:cNvPr id="1799" name="Google Shape;1799;p31"/>
            <p:cNvSpPr/>
            <p:nvPr/>
          </p:nvSpPr>
          <p:spPr>
            <a:xfrm>
              <a:off x="0" y="0"/>
              <a:ext cx="4828411" cy="612174"/>
            </a:xfrm>
            <a:custGeom>
              <a:rect b="b" l="l" r="r" t="t"/>
              <a:pathLst>
                <a:path extrusionOk="0" h="612174" w="4828411">
                  <a:moveTo>
                    <a:pt x="0" y="0"/>
                  </a:moveTo>
                  <a:lnTo>
                    <a:pt x="4828411" y="0"/>
                  </a:lnTo>
                  <a:lnTo>
                    <a:pt x="4828411" y="612174"/>
                  </a:lnTo>
                  <a:lnTo>
                    <a:pt x="0" y="612174"/>
                  </a:lnTo>
                  <a:close/>
                </a:path>
              </a:pathLst>
            </a:custGeom>
            <a:solidFill>
              <a:srgbClr val="49C3FB"/>
            </a:solidFill>
            <a:ln>
              <a:noFill/>
            </a:ln>
          </p:spPr>
        </p:sp>
        <p:sp>
          <p:nvSpPr>
            <p:cNvPr id="1800" name="Google Shape;1800;p31"/>
            <p:cNvSpPr txBox="1"/>
            <p:nvPr/>
          </p:nvSpPr>
          <p:spPr>
            <a:xfrm>
              <a:off x="0" y="-276225"/>
              <a:ext cx="4828411" cy="8883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01" name="Google Shape;1801;p31"/>
          <p:cNvSpPr/>
          <p:nvPr/>
        </p:nvSpPr>
        <p:spPr>
          <a:xfrm>
            <a:off x="17789121" y="9481948"/>
            <a:ext cx="1699256" cy="1019554"/>
          </a:xfrm>
          <a:custGeom>
            <a:rect b="b" l="l" r="r" t="t"/>
            <a:pathLst>
              <a:path extrusionOk="0" h="1019554" w="1699256">
                <a:moveTo>
                  <a:pt x="0" y="0"/>
                </a:moveTo>
                <a:lnTo>
                  <a:pt x="1699257" y="0"/>
                </a:lnTo>
                <a:lnTo>
                  <a:pt x="1699257" y="1019554"/>
                </a:lnTo>
                <a:lnTo>
                  <a:pt x="0" y="101955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02" name="Google Shape;1802;p31"/>
          <p:cNvSpPr/>
          <p:nvPr/>
        </p:nvSpPr>
        <p:spPr>
          <a:xfrm rot="-5400000">
            <a:off x="17062944" y="-566905"/>
            <a:ext cx="2304785" cy="2333959"/>
          </a:xfrm>
          <a:custGeom>
            <a:rect b="b" l="l" r="r" t="t"/>
            <a:pathLst>
              <a:path extrusionOk="0" h="2333959" w="2304785">
                <a:moveTo>
                  <a:pt x="0" y="0"/>
                </a:moveTo>
                <a:lnTo>
                  <a:pt x="2304785" y="0"/>
                </a:lnTo>
                <a:lnTo>
                  <a:pt x="2304785" y="2333960"/>
                </a:lnTo>
                <a:lnTo>
                  <a:pt x="0" y="233396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03" name="Google Shape;1803;p31"/>
          <p:cNvSpPr/>
          <p:nvPr/>
        </p:nvSpPr>
        <p:spPr>
          <a:xfrm>
            <a:off x="3653851" y="9982200"/>
            <a:ext cx="10952506" cy="1880464"/>
          </a:xfrm>
          <a:custGeom>
            <a:rect b="b" l="l" r="r" t="t"/>
            <a:pathLst>
              <a:path extrusionOk="0" h="1880464" w="10952506">
                <a:moveTo>
                  <a:pt x="0" y="0"/>
                </a:moveTo>
                <a:lnTo>
                  <a:pt x="10952506" y="0"/>
                </a:lnTo>
                <a:lnTo>
                  <a:pt x="10952506" y="1880464"/>
                </a:lnTo>
                <a:lnTo>
                  <a:pt x="0" y="188046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-2157" r="-2202" t="-59556"/>
            </a:stretch>
          </a:blipFill>
          <a:ln>
            <a:noFill/>
          </a:ln>
        </p:spPr>
      </p:sp>
      <p:sp>
        <p:nvSpPr>
          <p:cNvPr id="1804" name="Google Shape;1804;p31"/>
          <p:cNvSpPr/>
          <p:nvPr/>
        </p:nvSpPr>
        <p:spPr>
          <a:xfrm>
            <a:off x="17869405" y="-1885942"/>
            <a:ext cx="1411048" cy="2914385"/>
          </a:xfrm>
          <a:custGeom>
            <a:rect b="b" l="l" r="r" t="t"/>
            <a:pathLst>
              <a:path extrusionOk="0" h="2914385" w="1411048">
                <a:moveTo>
                  <a:pt x="0" y="0"/>
                </a:moveTo>
                <a:lnTo>
                  <a:pt x="1411048" y="0"/>
                </a:lnTo>
                <a:lnTo>
                  <a:pt x="1411048" y="2914385"/>
                </a:lnTo>
                <a:lnTo>
                  <a:pt x="0" y="291438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cxnSp>
        <p:nvCxnSpPr>
          <p:cNvPr id="1805" name="Google Shape;1805;p31"/>
          <p:cNvCxnSpPr/>
          <p:nvPr/>
        </p:nvCxnSpPr>
        <p:spPr>
          <a:xfrm>
            <a:off x="2584271" y="431862"/>
            <a:ext cx="0" cy="982477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06" name="Google Shape;1806;p31"/>
          <p:cNvSpPr/>
          <p:nvPr/>
        </p:nvSpPr>
        <p:spPr>
          <a:xfrm>
            <a:off x="9124559" y="2720422"/>
            <a:ext cx="8664562" cy="6545909"/>
          </a:xfrm>
          <a:custGeom>
            <a:rect b="b" l="l" r="r" t="t"/>
            <a:pathLst>
              <a:path extrusionOk="0" h="6545909" w="8664562">
                <a:moveTo>
                  <a:pt x="0" y="0"/>
                </a:moveTo>
                <a:lnTo>
                  <a:pt x="8664562" y="0"/>
                </a:lnTo>
                <a:lnTo>
                  <a:pt x="8664562" y="6545909"/>
                </a:lnTo>
                <a:lnTo>
                  <a:pt x="0" y="654590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07" name="Google Shape;1807;p31"/>
          <p:cNvSpPr txBox="1"/>
          <p:nvPr/>
        </p:nvSpPr>
        <p:spPr>
          <a:xfrm>
            <a:off x="2982013" y="73863"/>
            <a:ext cx="11679472" cy="17214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99" u="none" cap="none" strike="noStrike">
                <a:solidFill>
                  <a:srgbClr val="000000"/>
                </a:solidFill>
                <a:latin typeface="Ultra"/>
                <a:ea typeface="Ultra"/>
                <a:cs typeface="Ultra"/>
                <a:sym typeface="Ultra"/>
              </a:rPr>
              <a:t>SPRINT 2</a:t>
            </a:r>
            <a:endParaRPr/>
          </a:p>
          <a:p>
            <a:pPr indent="0" lvl="0" marL="0" marR="0" rtl="0" algn="l">
              <a:lnSpc>
                <a:spcPct val="140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99" u="none" cap="none" strike="noStrike">
                <a:solidFill>
                  <a:srgbClr val="000000"/>
                </a:solidFill>
                <a:latin typeface="Ultra"/>
                <a:ea typeface="Ultra"/>
                <a:cs typeface="Ultra"/>
                <a:sym typeface="Ultra"/>
              </a:rPr>
              <a:t>BURNDOWN CHART</a:t>
            </a:r>
            <a:endParaRPr/>
          </a:p>
        </p:txBody>
      </p:sp>
      <p:sp>
        <p:nvSpPr>
          <p:cNvPr id="1808" name="Google Shape;1808;p31"/>
          <p:cNvSpPr txBox="1"/>
          <p:nvPr/>
        </p:nvSpPr>
        <p:spPr>
          <a:xfrm>
            <a:off x="282646" y="-133433"/>
            <a:ext cx="2076748" cy="18256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124" u="none" cap="none" strike="noStrike">
                <a:solidFill>
                  <a:srgbClr val="000000"/>
                </a:solidFill>
                <a:latin typeface="Ultra"/>
                <a:ea typeface="Ultra"/>
                <a:cs typeface="Ultra"/>
                <a:sym typeface="Ultra"/>
              </a:rPr>
              <a:t>X.-</a:t>
            </a:r>
            <a:endParaRPr/>
          </a:p>
        </p:txBody>
      </p:sp>
      <p:sp>
        <p:nvSpPr>
          <p:cNvPr id="1809" name="Google Shape;1809;p31"/>
          <p:cNvSpPr txBox="1"/>
          <p:nvPr/>
        </p:nvSpPr>
        <p:spPr>
          <a:xfrm>
            <a:off x="17663375" y="9579067"/>
            <a:ext cx="1524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56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31</a:t>
            </a:r>
            <a:endParaRPr/>
          </a:p>
        </p:txBody>
      </p:sp>
      <p:sp>
        <p:nvSpPr>
          <p:cNvPr id="1810" name="Google Shape;1810;p31"/>
          <p:cNvSpPr txBox="1"/>
          <p:nvPr/>
        </p:nvSpPr>
        <p:spPr>
          <a:xfrm>
            <a:off x="282646" y="2872584"/>
            <a:ext cx="8354946" cy="63937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96062" lvl="1" marL="592124" marR="0" rtl="0" algn="l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42"/>
              <a:buFont typeface="Arial"/>
              <a:buChar char="•"/>
            </a:pPr>
            <a:r>
              <a:rPr b="1" i="0" lang="en-US" sz="2742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Desfase inicial: </a:t>
            </a:r>
            <a:r>
              <a:rPr b="0" i="0" lang="en-US" sz="2742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El avance real se mantuvo en 55 SP durante las primeras semanas, por encima de lo planificado.</a:t>
            </a:r>
            <a:endParaRPr/>
          </a:p>
          <a:p>
            <a:pPr indent="0" lvl="0" marL="0" marR="0" rtl="0" algn="l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742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6062" lvl="1" marL="592124" marR="0" rtl="0" algn="l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42"/>
              <a:buFont typeface="Arial"/>
              <a:buChar char="•"/>
            </a:pPr>
            <a:r>
              <a:rPr b="1" i="0" lang="en-US" sz="2742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Recuperación del avance: </a:t>
            </a:r>
            <a:r>
              <a:rPr b="0" i="0" lang="en-US" sz="2742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Entre el 14 y el 23 de septiembre se concentró la mayor parte del trabajo completado, logrando finalizar funcionalidades clave.</a:t>
            </a:r>
            <a:endParaRPr/>
          </a:p>
          <a:p>
            <a:pPr indent="0" lvl="0" marL="0" marR="0" rtl="0" algn="l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742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6062" lvl="1" marL="592124" marR="0" rtl="0" algn="l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42"/>
              <a:buFont typeface="Arial"/>
              <a:buChar char="•"/>
            </a:pPr>
            <a:r>
              <a:rPr b="1" i="0" lang="en-US" sz="2742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Cierre y replanificación: </a:t>
            </a:r>
            <a:r>
              <a:rPr b="0" i="0" lang="en-US" sz="2742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La curva real llegó a 0 SP antes de lo previsto; sin embargo, los dos dashboards (16 SP) se trasladaron al Sprint 3.</a:t>
            </a:r>
            <a:endParaRPr/>
          </a:p>
        </p:txBody>
      </p:sp>
    </p:spTree>
  </p:cSld>
  <p:clrMapOvr>
    <a:masterClrMapping/>
  </p:clrMapOvr>
  <p:transition spd="slow">
    <p:push/>
  </p:transition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4" name="Shape 18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5" name="Google Shape;1815;p32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9333" l="0" r="0" t="-9333"/>
            </a:stretch>
          </a:blipFill>
          <a:ln>
            <a:noFill/>
          </a:ln>
        </p:spPr>
      </p:sp>
      <p:sp>
        <p:nvSpPr>
          <p:cNvPr id="1816" name="Google Shape;1816;p32"/>
          <p:cNvSpPr/>
          <p:nvPr/>
        </p:nvSpPr>
        <p:spPr>
          <a:xfrm>
            <a:off x="11128588" y="1333119"/>
            <a:ext cx="11375763" cy="9072171"/>
          </a:xfrm>
          <a:custGeom>
            <a:rect b="b" l="l" r="r" t="t"/>
            <a:pathLst>
              <a:path extrusionOk="0" h="9072171" w="11375763">
                <a:moveTo>
                  <a:pt x="0" y="0"/>
                </a:moveTo>
                <a:lnTo>
                  <a:pt x="11375763" y="0"/>
                </a:lnTo>
                <a:lnTo>
                  <a:pt x="11375763" y="9072172"/>
                </a:lnTo>
                <a:lnTo>
                  <a:pt x="0" y="907217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817" name="Google Shape;1817;p32"/>
          <p:cNvGrpSpPr/>
          <p:nvPr/>
        </p:nvGrpSpPr>
        <p:grpSpPr>
          <a:xfrm>
            <a:off x="8093210" y="-899449"/>
            <a:ext cx="6070754" cy="11149647"/>
            <a:chOff x="0" y="-104775"/>
            <a:chExt cx="424177" cy="779050"/>
          </a:xfrm>
        </p:grpSpPr>
        <p:sp>
          <p:nvSpPr>
            <p:cNvPr id="1818" name="Google Shape;1818;p32"/>
            <p:cNvSpPr/>
            <p:nvPr/>
          </p:nvSpPr>
          <p:spPr>
            <a:xfrm>
              <a:off x="0" y="0"/>
              <a:ext cx="424177" cy="674275"/>
            </a:xfrm>
            <a:custGeom>
              <a:rect b="b" l="l" r="r" t="t"/>
              <a:pathLst>
                <a:path extrusionOk="0" h="674275" w="424177">
                  <a:moveTo>
                    <a:pt x="203200" y="0"/>
                  </a:moveTo>
                  <a:lnTo>
                    <a:pt x="424177" y="0"/>
                  </a:lnTo>
                  <a:lnTo>
                    <a:pt x="220977" y="674275"/>
                  </a:lnTo>
                  <a:lnTo>
                    <a:pt x="0" y="674275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393E46">
                <a:alpha val="46667"/>
              </a:srgbClr>
            </a:solidFill>
            <a:ln>
              <a:noFill/>
            </a:ln>
          </p:spPr>
        </p:sp>
        <p:sp>
          <p:nvSpPr>
            <p:cNvPr id="1819" name="Google Shape;1819;p32"/>
            <p:cNvSpPr txBox="1"/>
            <p:nvPr/>
          </p:nvSpPr>
          <p:spPr>
            <a:xfrm>
              <a:off x="101600" y="-104775"/>
              <a:ext cx="220977" cy="7790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20" name="Google Shape;1820;p32"/>
          <p:cNvGrpSpPr/>
          <p:nvPr/>
        </p:nvGrpSpPr>
        <p:grpSpPr>
          <a:xfrm>
            <a:off x="8499124" y="-455380"/>
            <a:ext cx="5816332" cy="11149647"/>
            <a:chOff x="0" y="-104775"/>
            <a:chExt cx="406400" cy="779050"/>
          </a:xfrm>
        </p:grpSpPr>
        <p:sp>
          <p:nvSpPr>
            <p:cNvPr id="1821" name="Google Shape;1821;p32"/>
            <p:cNvSpPr/>
            <p:nvPr/>
          </p:nvSpPr>
          <p:spPr>
            <a:xfrm>
              <a:off x="0" y="0"/>
              <a:ext cx="406400" cy="674275"/>
            </a:xfrm>
            <a:custGeom>
              <a:rect b="b" l="l" r="r" t="t"/>
              <a:pathLst>
                <a:path extrusionOk="0" h="674275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674275"/>
                  </a:lnTo>
                  <a:lnTo>
                    <a:pt x="0" y="674275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393E46"/>
            </a:solidFill>
            <a:ln>
              <a:noFill/>
            </a:ln>
          </p:spPr>
        </p:sp>
        <p:sp>
          <p:nvSpPr>
            <p:cNvPr id="1822" name="Google Shape;1822;p32"/>
            <p:cNvSpPr txBox="1"/>
            <p:nvPr/>
          </p:nvSpPr>
          <p:spPr>
            <a:xfrm>
              <a:off x="101600" y="-104775"/>
              <a:ext cx="203200" cy="7790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23" name="Google Shape;1823;p32"/>
          <p:cNvGrpSpPr/>
          <p:nvPr/>
        </p:nvGrpSpPr>
        <p:grpSpPr>
          <a:xfrm>
            <a:off x="-22436" y="-1368585"/>
            <a:ext cx="18332871" cy="3373138"/>
            <a:chOff x="0" y="-276225"/>
            <a:chExt cx="4828411" cy="888399"/>
          </a:xfrm>
        </p:grpSpPr>
        <p:sp>
          <p:nvSpPr>
            <p:cNvPr id="1824" name="Google Shape;1824;p32"/>
            <p:cNvSpPr/>
            <p:nvPr/>
          </p:nvSpPr>
          <p:spPr>
            <a:xfrm>
              <a:off x="0" y="0"/>
              <a:ext cx="4828411" cy="612174"/>
            </a:xfrm>
            <a:custGeom>
              <a:rect b="b" l="l" r="r" t="t"/>
              <a:pathLst>
                <a:path extrusionOk="0" h="612174" w="4828411">
                  <a:moveTo>
                    <a:pt x="0" y="0"/>
                  </a:moveTo>
                  <a:lnTo>
                    <a:pt x="4828411" y="0"/>
                  </a:lnTo>
                  <a:lnTo>
                    <a:pt x="4828411" y="612174"/>
                  </a:lnTo>
                  <a:lnTo>
                    <a:pt x="0" y="612174"/>
                  </a:lnTo>
                  <a:close/>
                </a:path>
              </a:pathLst>
            </a:custGeom>
            <a:solidFill>
              <a:srgbClr val="49C3FB"/>
            </a:solidFill>
            <a:ln>
              <a:noFill/>
            </a:ln>
          </p:spPr>
        </p:sp>
        <p:sp>
          <p:nvSpPr>
            <p:cNvPr id="1825" name="Google Shape;1825;p32"/>
            <p:cNvSpPr txBox="1"/>
            <p:nvPr/>
          </p:nvSpPr>
          <p:spPr>
            <a:xfrm>
              <a:off x="0" y="-276225"/>
              <a:ext cx="4828411" cy="8883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26" name="Google Shape;1826;p32"/>
          <p:cNvSpPr/>
          <p:nvPr/>
        </p:nvSpPr>
        <p:spPr>
          <a:xfrm>
            <a:off x="17789121" y="9481948"/>
            <a:ext cx="1699256" cy="1019554"/>
          </a:xfrm>
          <a:custGeom>
            <a:rect b="b" l="l" r="r" t="t"/>
            <a:pathLst>
              <a:path extrusionOk="0" h="1019554" w="1699256">
                <a:moveTo>
                  <a:pt x="0" y="0"/>
                </a:moveTo>
                <a:lnTo>
                  <a:pt x="1699257" y="0"/>
                </a:lnTo>
                <a:lnTo>
                  <a:pt x="1699257" y="1019554"/>
                </a:lnTo>
                <a:lnTo>
                  <a:pt x="0" y="101955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27" name="Google Shape;1827;p32"/>
          <p:cNvSpPr/>
          <p:nvPr/>
        </p:nvSpPr>
        <p:spPr>
          <a:xfrm rot="-5400000">
            <a:off x="17062944" y="-566905"/>
            <a:ext cx="2304785" cy="2333959"/>
          </a:xfrm>
          <a:custGeom>
            <a:rect b="b" l="l" r="r" t="t"/>
            <a:pathLst>
              <a:path extrusionOk="0" h="2333959" w="2304785">
                <a:moveTo>
                  <a:pt x="0" y="0"/>
                </a:moveTo>
                <a:lnTo>
                  <a:pt x="2304785" y="0"/>
                </a:lnTo>
                <a:lnTo>
                  <a:pt x="2304785" y="2333960"/>
                </a:lnTo>
                <a:lnTo>
                  <a:pt x="0" y="233396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28" name="Google Shape;1828;p32"/>
          <p:cNvSpPr/>
          <p:nvPr/>
        </p:nvSpPr>
        <p:spPr>
          <a:xfrm>
            <a:off x="3653851" y="9982200"/>
            <a:ext cx="10952506" cy="1880464"/>
          </a:xfrm>
          <a:custGeom>
            <a:rect b="b" l="l" r="r" t="t"/>
            <a:pathLst>
              <a:path extrusionOk="0" h="1880464" w="10952506">
                <a:moveTo>
                  <a:pt x="0" y="0"/>
                </a:moveTo>
                <a:lnTo>
                  <a:pt x="10952506" y="0"/>
                </a:lnTo>
                <a:lnTo>
                  <a:pt x="10952506" y="1880464"/>
                </a:lnTo>
                <a:lnTo>
                  <a:pt x="0" y="188046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-2157" r="-2202" t="-59556"/>
            </a:stretch>
          </a:blipFill>
          <a:ln>
            <a:noFill/>
          </a:ln>
        </p:spPr>
      </p:sp>
      <p:sp>
        <p:nvSpPr>
          <p:cNvPr id="1829" name="Google Shape;1829;p32"/>
          <p:cNvSpPr/>
          <p:nvPr/>
        </p:nvSpPr>
        <p:spPr>
          <a:xfrm>
            <a:off x="17869405" y="-1885942"/>
            <a:ext cx="1411048" cy="2914385"/>
          </a:xfrm>
          <a:custGeom>
            <a:rect b="b" l="l" r="r" t="t"/>
            <a:pathLst>
              <a:path extrusionOk="0" h="2914385" w="1411048">
                <a:moveTo>
                  <a:pt x="0" y="0"/>
                </a:moveTo>
                <a:lnTo>
                  <a:pt x="1411048" y="0"/>
                </a:lnTo>
                <a:lnTo>
                  <a:pt x="1411048" y="2914385"/>
                </a:lnTo>
                <a:lnTo>
                  <a:pt x="0" y="291438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cxnSp>
        <p:nvCxnSpPr>
          <p:cNvPr id="1830" name="Google Shape;1830;p32"/>
          <p:cNvCxnSpPr/>
          <p:nvPr/>
        </p:nvCxnSpPr>
        <p:spPr>
          <a:xfrm>
            <a:off x="2584271" y="431862"/>
            <a:ext cx="0" cy="982477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31" name="Google Shape;1831;p32"/>
          <p:cNvSpPr txBox="1"/>
          <p:nvPr/>
        </p:nvSpPr>
        <p:spPr>
          <a:xfrm>
            <a:off x="17663375" y="9579067"/>
            <a:ext cx="1524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56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32</a:t>
            </a:r>
            <a:endParaRPr/>
          </a:p>
        </p:txBody>
      </p:sp>
      <p:grpSp>
        <p:nvGrpSpPr>
          <p:cNvPr id="1832" name="Google Shape;1832;p32"/>
          <p:cNvGrpSpPr/>
          <p:nvPr/>
        </p:nvGrpSpPr>
        <p:grpSpPr>
          <a:xfrm>
            <a:off x="480766" y="2088188"/>
            <a:ext cx="12058458" cy="1938994"/>
            <a:chOff x="0" y="-652580"/>
            <a:chExt cx="16077944" cy="2585326"/>
          </a:xfrm>
        </p:grpSpPr>
        <p:grpSp>
          <p:nvGrpSpPr>
            <p:cNvPr id="1833" name="Google Shape;1833;p32"/>
            <p:cNvGrpSpPr/>
            <p:nvPr/>
          </p:nvGrpSpPr>
          <p:grpSpPr>
            <a:xfrm>
              <a:off x="0" y="-652580"/>
              <a:ext cx="16077944" cy="2585326"/>
              <a:chOff x="0" y="-104775"/>
              <a:chExt cx="2581397" cy="415087"/>
            </a:xfrm>
          </p:grpSpPr>
          <p:sp>
            <p:nvSpPr>
              <p:cNvPr id="1834" name="Google Shape;1834;p32"/>
              <p:cNvSpPr/>
              <p:nvPr/>
            </p:nvSpPr>
            <p:spPr>
              <a:xfrm>
                <a:off x="0" y="0"/>
                <a:ext cx="2581397" cy="310312"/>
              </a:xfrm>
              <a:custGeom>
                <a:rect b="b" l="l" r="r" t="t"/>
                <a:pathLst>
                  <a:path extrusionOk="0" h="310312" w="2581397">
                    <a:moveTo>
                      <a:pt x="0" y="0"/>
                    </a:moveTo>
                    <a:lnTo>
                      <a:pt x="2581397" y="0"/>
                    </a:lnTo>
                    <a:lnTo>
                      <a:pt x="2581397" y="310312"/>
                    </a:lnTo>
                    <a:lnTo>
                      <a:pt x="0" y="31031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835" name="Google Shape;1835;p32"/>
              <p:cNvSpPr txBox="1"/>
              <p:nvPr/>
            </p:nvSpPr>
            <p:spPr>
              <a:xfrm>
                <a:off x="0" y="-104775"/>
                <a:ext cx="2581397" cy="41508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47777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836" name="Google Shape;1836;p32"/>
            <p:cNvGrpSpPr/>
            <p:nvPr/>
          </p:nvGrpSpPr>
          <p:grpSpPr>
            <a:xfrm>
              <a:off x="10513" y="-46874"/>
              <a:ext cx="83168" cy="1979620"/>
              <a:chOff x="0" y="-38100"/>
              <a:chExt cx="67600" cy="1609056"/>
            </a:xfrm>
          </p:grpSpPr>
          <p:sp>
            <p:nvSpPr>
              <p:cNvPr id="1837" name="Google Shape;1837;p32"/>
              <p:cNvSpPr/>
              <p:nvPr/>
            </p:nvSpPr>
            <p:spPr>
              <a:xfrm>
                <a:off x="0" y="0"/>
                <a:ext cx="67600" cy="1570956"/>
              </a:xfrm>
              <a:custGeom>
                <a:rect b="b" l="l" r="r" t="t"/>
                <a:pathLst>
                  <a:path extrusionOk="0" h="1570956" w="67600">
                    <a:moveTo>
                      <a:pt x="0" y="0"/>
                    </a:moveTo>
                    <a:lnTo>
                      <a:pt x="67600" y="0"/>
                    </a:lnTo>
                    <a:lnTo>
                      <a:pt x="67600" y="1570956"/>
                    </a:lnTo>
                    <a:lnTo>
                      <a:pt x="0" y="1570956"/>
                    </a:lnTo>
                    <a:close/>
                  </a:path>
                </a:pathLst>
              </a:custGeom>
              <a:solidFill>
                <a:srgbClr val="7ED957"/>
              </a:solidFill>
              <a:ln>
                <a:noFill/>
              </a:ln>
            </p:spPr>
          </p:sp>
          <p:sp>
            <p:nvSpPr>
              <p:cNvPr id="1838" name="Google Shape;1838;p32"/>
              <p:cNvSpPr txBox="1"/>
              <p:nvPr/>
            </p:nvSpPr>
            <p:spPr>
              <a:xfrm>
                <a:off x="0" y="-38100"/>
                <a:ext cx="67600" cy="160905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l">
                  <a:lnSpc>
                    <a:spcPct val="93333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839" name="Google Shape;1839;p32"/>
            <p:cNvSpPr txBox="1"/>
            <p:nvPr/>
          </p:nvSpPr>
          <p:spPr>
            <a:xfrm>
              <a:off x="390847" y="-3605"/>
              <a:ext cx="12074254" cy="80358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2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198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Demos Realizadas</a:t>
              </a:r>
              <a:endParaRPr/>
            </a:p>
          </p:txBody>
        </p:sp>
        <p:sp>
          <p:nvSpPr>
            <p:cNvPr id="1840" name="Google Shape;1840;p32"/>
            <p:cNvSpPr txBox="1"/>
            <p:nvPr/>
          </p:nvSpPr>
          <p:spPr>
            <a:xfrm>
              <a:off x="390847" y="676154"/>
              <a:ext cx="15347429" cy="10800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1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214" u="none" cap="none" strike="noStrike">
                  <a:solidFill>
                    <a:srgbClr val="393E46"/>
                  </a:solidFill>
                  <a:latin typeface="Arial"/>
                  <a:ea typeface="Arial"/>
                  <a:cs typeface="Arial"/>
                  <a:sym typeface="Arial"/>
                </a:rPr>
                <a:t>Presentación de la plataforma web, repositorio GitHub, modelo predictivo de ML, modelo de base de datos y tabla de hechos.</a:t>
              </a:r>
              <a:endParaRPr/>
            </a:p>
          </p:txBody>
        </p:sp>
      </p:grpSp>
      <p:grpSp>
        <p:nvGrpSpPr>
          <p:cNvPr id="1841" name="Google Shape;1841;p32"/>
          <p:cNvGrpSpPr/>
          <p:nvPr/>
        </p:nvGrpSpPr>
        <p:grpSpPr>
          <a:xfrm>
            <a:off x="480766" y="3852778"/>
            <a:ext cx="12058458" cy="1999954"/>
            <a:chOff x="0" y="-652580"/>
            <a:chExt cx="16077944" cy="2666606"/>
          </a:xfrm>
        </p:grpSpPr>
        <p:grpSp>
          <p:nvGrpSpPr>
            <p:cNvPr id="1842" name="Google Shape;1842;p32"/>
            <p:cNvGrpSpPr/>
            <p:nvPr/>
          </p:nvGrpSpPr>
          <p:grpSpPr>
            <a:xfrm>
              <a:off x="0" y="-652580"/>
              <a:ext cx="16077944" cy="2666606"/>
              <a:chOff x="0" y="-104775"/>
              <a:chExt cx="2581397" cy="428137"/>
            </a:xfrm>
          </p:grpSpPr>
          <p:sp>
            <p:nvSpPr>
              <p:cNvPr id="1843" name="Google Shape;1843;p32"/>
              <p:cNvSpPr/>
              <p:nvPr/>
            </p:nvSpPr>
            <p:spPr>
              <a:xfrm>
                <a:off x="0" y="0"/>
                <a:ext cx="2581397" cy="323362"/>
              </a:xfrm>
              <a:custGeom>
                <a:rect b="b" l="l" r="r" t="t"/>
                <a:pathLst>
                  <a:path extrusionOk="0" h="323362" w="2581397">
                    <a:moveTo>
                      <a:pt x="0" y="0"/>
                    </a:moveTo>
                    <a:lnTo>
                      <a:pt x="2581397" y="0"/>
                    </a:lnTo>
                    <a:lnTo>
                      <a:pt x="2581397" y="323362"/>
                    </a:lnTo>
                    <a:lnTo>
                      <a:pt x="0" y="32336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844" name="Google Shape;1844;p32"/>
              <p:cNvSpPr txBox="1"/>
              <p:nvPr/>
            </p:nvSpPr>
            <p:spPr>
              <a:xfrm>
                <a:off x="0" y="-104775"/>
                <a:ext cx="2581397" cy="42813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47777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845" name="Google Shape;1845;p32"/>
            <p:cNvGrpSpPr/>
            <p:nvPr/>
          </p:nvGrpSpPr>
          <p:grpSpPr>
            <a:xfrm>
              <a:off x="4472" y="-46874"/>
              <a:ext cx="83527" cy="2060900"/>
              <a:chOff x="0" y="-38100"/>
              <a:chExt cx="67892" cy="1675121"/>
            </a:xfrm>
          </p:grpSpPr>
          <p:sp>
            <p:nvSpPr>
              <p:cNvPr id="1846" name="Google Shape;1846;p32"/>
              <p:cNvSpPr/>
              <p:nvPr/>
            </p:nvSpPr>
            <p:spPr>
              <a:xfrm>
                <a:off x="0" y="0"/>
                <a:ext cx="67892" cy="1637021"/>
              </a:xfrm>
              <a:custGeom>
                <a:rect b="b" l="l" r="r" t="t"/>
                <a:pathLst>
                  <a:path extrusionOk="0" h="1637021" w="67892">
                    <a:moveTo>
                      <a:pt x="0" y="0"/>
                    </a:moveTo>
                    <a:lnTo>
                      <a:pt x="67892" y="0"/>
                    </a:lnTo>
                    <a:lnTo>
                      <a:pt x="67892" y="1637021"/>
                    </a:lnTo>
                    <a:lnTo>
                      <a:pt x="0" y="1637021"/>
                    </a:lnTo>
                    <a:close/>
                  </a:path>
                </a:pathLst>
              </a:custGeom>
              <a:solidFill>
                <a:srgbClr val="7ED957"/>
              </a:solidFill>
              <a:ln>
                <a:noFill/>
              </a:ln>
            </p:spPr>
          </p:sp>
          <p:sp>
            <p:nvSpPr>
              <p:cNvPr id="1847" name="Google Shape;1847;p32"/>
              <p:cNvSpPr txBox="1"/>
              <p:nvPr/>
            </p:nvSpPr>
            <p:spPr>
              <a:xfrm>
                <a:off x="0" y="-38100"/>
                <a:ext cx="67892" cy="167512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l">
                  <a:lnSpc>
                    <a:spcPct val="93333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848" name="Google Shape;1848;p32"/>
            <p:cNvSpPr txBox="1"/>
            <p:nvPr/>
          </p:nvSpPr>
          <p:spPr>
            <a:xfrm>
              <a:off x="367144" y="-3605"/>
              <a:ext cx="11342000" cy="80358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2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198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Comentarios de Stakeholders</a:t>
              </a:r>
              <a:endParaRPr/>
            </a:p>
          </p:txBody>
        </p:sp>
        <p:sp>
          <p:nvSpPr>
            <p:cNvPr id="1849" name="Google Shape;1849;p32"/>
            <p:cNvSpPr txBox="1"/>
            <p:nvPr/>
          </p:nvSpPr>
          <p:spPr>
            <a:xfrm>
              <a:off x="367144" y="676154"/>
              <a:ext cx="15372497" cy="10800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1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214" u="none" cap="none" strike="noStrike">
                  <a:solidFill>
                    <a:srgbClr val="393E46"/>
                  </a:solidFill>
                  <a:latin typeface="Arial"/>
                  <a:ea typeface="Arial"/>
                  <a:cs typeface="Arial"/>
                  <a:sym typeface="Arial"/>
                </a:rPr>
                <a:t>Valoración positiva de los avances y resolución de impedimentos técnicos. Se destacó la necesidad de completar la tabla de hechos del DW.</a:t>
              </a:r>
              <a:endParaRPr/>
            </a:p>
          </p:txBody>
        </p:sp>
      </p:grpSp>
      <p:grpSp>
        <p:nvGrpSpPr>
          <p:cNvPr id="1850" name="Google Shape;1850;p32"/>
          <p:cNvGrpSpPr/>
          <p:nvPr/>
        </p:nvGrpSpPr>
        <p:grpSpPr>
          <a:xfrm>
            <a:off x="480766" y="5678328"/>
            <a:ext cx="12058458" cy="1999954"/>
            <a:chOff x="0" y="-652580"/>
            <a:chExt cx="16077944" cy="2666606"/>
          </a:xfrm>
        </p:grpSpPr>
        <p:grpSp>
          <p:nvGrpSpPr>
            <p:cNvPr id="1851" name="Google Shape;1851;p32"/>
            <p:cNvGrpSpPr/>
            <p:nvPr/>
          </p:nvGrpSpPr>
          <p:grpSpPr>
            <a:xfrm>
              <a:off x="0" y="-652580"/>
              <a:ext cx="16077944" cy="2666606"/>
              <a:chOff x="0" y="-104775"/>
              <a:chExt cx="2581397" cy="428137"/>
            </a:xfrm>
          </p:grpSpPr>
          <p:sp>
            <p:nvSpPr>
              <p:cNvPr id="1852" name="Google Shape;1852;p32"/>
              <p:cNvSpPr/>
              <p:nvPr/>
            </p:nvSpPr>
            <p:spPr>
              <a:xfrm>
                <a:off x="0" y="0"/>
                <a:ext cx="2581397" cy="323362"/>
              </a:xfrm>
              <a:custGeom>
                <a:rect b="b" l="l" r="r" t="t"/>
                <a:pathLst>
                  <a:path extrusionOk="0" h="323362" w="2581397">
                    <a:moveTo>
                      <a:pt x="0" y="0"/>
                    </a:moveTo>
                    <a:lnTo>
                      <a:pt x="2581397" y="0"/>
                    </a:lnTo>
                    <a:lnTo>
                      <a:pt x="2581397" y="323362"/>
                    </a:lnTo>
                    <a:lnTo>
                      <a:pt x="0" y="32336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853" name="Google Shape;1853;p32"/>
              <p:cNvSpPr txBox="1"/>
              <p:nvPr/>
            </p:nvSpPr>
            <p:spPr>
              <a:xfrm>
                <a:off x="0" y="-104775"/>
                <a:ext cx="2581397" cy="42813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47777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854" name="Google Shape;1854;p32"/>
            <p:cNvGrpSpPr/>
            <p:nvPr/>
          </p:nvGrpSpPr>
          <p:grpSpPr>
            <a:xfrm>
              <a:off x="0" y="-46874"/>
              <a:ext cx="93666" cy="2060900"/>
              <a:chOff x="0" y="-38100"/>
              <a:chExt cx="76132" cy="1675121"/>
            </a:xfrm>
          </p:grpSpPr>
          <p:sp>
            <p:nvSpPr>
              <p:cNvPr id="1855" name="Google Shape;1855;p32"/>
              <p:cNvSpPr/>
              <p:nvPr/>
            </p:nvSpPr>
            <p:spPr>
              <a:xfrm>
                <a:off x="0" y="0"/>
                <a:ext cx="76132" cy="1637021"/>
              </a:xfrm>
              <a:custGeom>
                <a:rect b="b" l="l" r="r" t="t"/>
                <a:pathLst>
                  <a:path extrusionOk="0" h="1637021" w="76132">
                    <a:moveTo>
                      <a:pt x="0" y="0"/>
                    </a:moveTo>
                    <a:lnTo>
                      <a:pt x="76132" y="0"/>
                    </a:lnTo>
                    <a:lnTo>
                      <a:pt x="76132" y="1637021"/>
                    </a:lnTo>
                    <a:lnTo>
                      <a:pt x="0" y="1637021"/>
                    </a:lnTo>
                    <a:close/>
                  </a:path>
                </a:pathLst>
              </a:custGeom>
              <a:solidFill>
                <a:srgbClr val="7ED957"/>
              </a:solidFill>
              <a:ln>
                <a:noFill/>
              </a:ln>
            </p:spPr>
          </p:sp>
          <p:sp>
            <p:nvSpPr>
              <p:cNvPr id="1856" name="Google Shape;1856;p32"/>
              <p:cNvSpPr txBox="1"/>
              <p:nvPr/>
            </p:nvSpPr>
            <p:spPr>
              <a:xfrm>
                <a:off x="0" y="-38100"/>
                <a:ext cx="76132" cy="167512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l">
                  <a:lnSpc>
                    <a:spcPct val="93333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857" name="Google Shape;1857;p32"/>
            <p:cNvSpPr txBox="1"/>
            <p:nvPr/>
          </p:nvSpPr>
          <p:spPr>
            <a:xfrm>
              <a:off x="390785" y="-3605"/>
              <a:ext cx="12072316" cy="80358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2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198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Impacto en el Producto</a:t>
              </a:r>
              <a:endParaRPr/>
            </a:p>
          </p:txBody>
        </p:sp>
        <p:sp>
          <p:nvSpPr>
            <p:cNvPr id="1858" name="Google Shape;1858;p32"/>
            <p:cNvSpPr txBox="1"/>
            <p:nvPr/>
          </p:nvSpPr>
          <p:spPr>
            <a:xfrm>
              <a:off x="390785" y="676154"/>
              <a:ext cx="15321077" cy="10800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1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214" u="none" cap="none" strike="noStrike">
                  <a:solidFill>
                    <a:srgbClr val="393E46"/>
                  </a:solidFill>
                  <a:latin typeface="Arial"/>
                  <a:ea typeface="Arial"/>
                  <a:cs typeface="Arial"/>
                  <a:sym typeface="Arial"/>
                </a:rPr>
                <a:t>Avances en el motor de oportunidades, modelo predictivo e infraestructura. Los dashboards de Productos y Competencia se trasladaron al Sprint 3.</a:t>
              </a:r>
              <a:endParaRPr/>
            </a:p>
          </p:txBody>
        </p:sp>
      </p:grpSp>
      <p:grpSp>
        <p:nvGrpSpPr>
          <p:cNvPr id="1859" name="Google Shape;1859;p32"/>
          <p:cNvGrpSpPr/>
          <p:nvPr/>
        </p:nvGrpSpPr>
        <p:grpSpPr>
          <a:xfrm>
            <a:off x="480766" y="7503878"/>
            <a:ext cx="12058458" cy="1938994"/>
            <a:chOff x="0" y="-652580"/>
            <a:chExt cx="16077944" cy="2585326"/>
          </a:xfrm>
        </p:grpSpPr>
        <p:grpSp>
          <p:nvGrpSpPr>
            <p:cNvPr id="1860" name="Google Shape;1860;p32"/>
            <p:cNvGrpSpPr/>
            <p:nvPr/>
          </p:nvGrpSpPr>
          <p:grpSpPr>
            <a:xfrm>
              <a:off x="0" y="-652580"/>
              <a:ext cx="16077944" cy="2585326"/>
              <a:chOff x="0" y="-104775"/>
              <a:chExt cx="2581397" cy="415087"/>
            </a:xfrm>
          </p:grpSpPr>
          <p:sp>
            <p:nvSpPr>
              <p:cNvPr id="1861" name="Google Shape;1861;p32"/>
              <p:cNvSpPr/>
              <p:nvPr/>
            </p:nvSpPr>
            <p:spPr>
              <a:xfrm>
                <a:off x="0" y="0"/>
                <a:ext cx="2581397" cy="310312"/>
              </a:xfrm>
              <a:custGeom>
                <a:rect b="b" l="l" r="r" t="t"/>
                <a:pathLst>
                  <a:path extrusionOk="0" h="310312" w="2581397">
                    <a:moveTo>
                      <a:pt x="0" y="0"/>
                    </a:moveTo>
                    <a:lnTo>
                      <a:pt x="2581397" y="0"/>
                    </a:lnTo>
                    <a:lnTo>
                      <a:pt x="2581397" y="310312"/>
                    </a:lnTo>
                    <a:lnTo>
                      <a:pt x="0" y="31031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862" name="Google Shape;1862;p32"/>
              <p:cNvSpPr txBox="1"/>
              <p:nvPr/>
            </p:nvSpPr>
            <p:spPr>
              <a:xfrm>
                <a:off x="0" y="-104775"/>
                <a:ext cx="2581397" cy="41508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47777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863" name="Google Shape;1863;p32"/>
            <p:cNvGrpSpPr/>
            <p:nvPr/>
          </p:nvGrpSpPr>
          <p:grpSpPr>
            <a:xfrm>
              <a:off x="11234" y="-46874"/>
              <a:ext cx="88877" cy="1979620"/>
              <a:chOff x="0" y="-38100"/>
              <a:chExt cx="72240" cy="1609056"/>
            </a:xfrm>
          </p:grpSpPr>
          <p:sp>
            <p:nvSpPr>
              <p:cNvPr id="1864" name="Google Shape;1864;p32"/>
              <p:cNvSpPr/>
              <p:nvPr/>
            </p:nvSpPr>
            <p:spPr>
              <a:xfrm>
                <a:off x="0" y="0"/>
                <a:ext cx="72240" cy="1570956"/>
              </a:xfrm>
              <a:custGeom>
                <a:rect b="b" l="l" r="r" t="t"/>
                <a:pathLst>
                  <a:path extrusionOk="0" h="1570956" w="72240">
                    <a:moveTo>
                      <a:pt x="0" y="0"/>
                    </a:moveTo>
                    <a:lnTo>
                      <a:pt x="72240" y="0"/>
                    </a:lnTo>
                    <a:lnTo>
                      <a:pt x="72240" y="1570956"/>
                    </a:lnTo>
                    <a:lnTo>
                      <a:pt x="0" y="1570956"/>
                    </a:lnTo>
                    <a:close/>
                  </a:path>
                </a:pathLst>
              </a:custGeom>
              <a:solidFill>
                <a:srgbClr val="7ED957"/>
              </a:solidFill>
              <a:ln>
                <a:noFill/>
              </a:ln>
            </p:spPr>
          </p:sp>
          <p:sp>
            <p:nvSpPr>
              <p:cNvPr id="1865" name="Google Shape;1865;p32"/>
              <p:cNvSpPr txBox="1"/>
              <p:nvPr/>
            </p:nvSpPr>
            <p:spPr>
              <a:xfrm>
                <a:off x="0" y="-38100"/>
                <a:ext cx="72240" cy="160905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l">
                  <a:lnSpc>
                    <a:spcPct val="93333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866" name="Google Shape;1866;p32"/>
            <p:cNvSpPr txBox="1"/>
            <p:nvPr/>
          </p:nvSpPr>
          <p:spPr>
            <a:xfrm>
              <a:off x="417676" y="-3605"/>
              <a:ext cx="12903048" cy="80358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2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198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Documentación entregada</a:t>
              </a:r>
              <a:endParaRPr/>
            </a:p>
          </p:txBody>
        </p:sp>
        <p:sp>
          <p:nvSpPr>
            <p:cNvPr id="1867" name="Google Shape;1867;p32"/>
            <p:cNvSpPr txBox="1"/>
            <p:nvPr/>
          </p:nvSpPr>
          <p:spPr>
            <a:xfrm>
              <a:off x="417676" y="676154"/>
              <a:ext cx="14567452" cy="10800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1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214" u="none" cap="none" strike="noStrike">
                  <a:solidFill>
                    <a:srgbClr val="393E46"/>
                  </a:solidFill>
                  <a:latin typeface="Arial"/>
                  <a:ea typeface="Arial"/>
                  <a:cs typeface="Arial"/>
                  <a:sym typeface="Arial"/>
                </a:rPr>
                <a:t>Diseño del Data Warehouse, repositorio GitHub, código del modelo ML, avances de la plataforma e Impediment Log.</a:t>
              </a:r>
              <a:endParaRPr/>
            </a:p>
          </p:txBody>
        </p:sp>
      </p:grpSp>
      <p:grpSp>
        <p:nvGrpSpPr>
          <p:cNvPr id="1868" name="Google Shape;1868;p32"/>
          <p:cNvGrpSpPr/>
          <p:nvPr/>
        </p:nvGrpSpPr>
        <p:grpSpPr>
          <a:xfrm>
            <a:off x="12824935" y="1275680"/>
            <a:ext cx="5249935" cy="8629544"/>
            <a:chOff x="0" y="-123825"/>
            <a:chExt cx="602223" cy="989899"/>
          </a:xfrm>
        </p:grpSpPr>
        <p:sp>
          <p:nvSpPr>
            <p:cNvPr id="1869" name="Google Shape;1869;p32"/>
            <p:cNvSpPr/>
            <p:nvPr/>
          </p:nvSpPr>
          <p:spPr>
            <a:xfrm>
              <a:off x="0" y="0"/>
              <a:ext cx="602223" cy="866074"/>
            </a:xfrm>
            <a:custGeom>
              <a:rect b="b" l="l" r="r" t="t"/>
              <a:pathLst>
                <a:path extrusionOk="0" h="866074" w="602223">
                  <a:moveTo>
                    <a:pt x="602223" y="0"/>
                  </a:moveTo>
                  <a:lnTo>
                    <a:pt x="602223" y="751774"/>
                  </a:lnTo>
                  <a:lnTo>
                    <a:pt x="301111" y="866074"/>
                  </a:lnTo>
                  <a:lnTo>
                    <a:pt x="0" y="751774"/>
                  </a:lnTo>
                  <a:lnTo>
                    <a:pt x="0" y="0"/>
                  </a:lnTo>
                  <a:lnTo>
                    <a:pt x="602223" y="0"/>
                  </a:lnTo>
                  <a:close/>
                </a:path>
              </a:pathLst>
            </a:custGeom>
            <a:solidFill>
              <a:srgbClr val="7ED957"/>
            </a:solidFill>
            <a:ln>
              <a:noFill/>
            </a:ln>
          </p:spPr>
        </p:sp>
        <p:sp>
          <p:nvSpPr>
            <p:cNvPr id="1870" name="Google Shape;1870;p32"/>
            <p:cNvSpPr txBox="1"/>
            <p:nvPr/>
          </p:nvSpPr>
          <p:spPr>
            <a:xfrm>
              <a:off x="0" y="-123825"/>
              <a:ext cx="602223" cy="8755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5450" lIns="65450" spcFirstLastPara="1" rIns="65450" wrap="square" tIns="65450">
              <a:noAutofit/>
            </a:bodyPr>
            <a:lstStyle/>
            <a:p>
              <a:pPr indent="0" lvl="0" marL="0" marR="0" rtl="0" algn="ctr">
                <a:lnSpc>
                  <a:spcPct val="175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71" name="Google Shape;1871;p32"/>
          <p:cNvSpPr/>
          <p:nvPr/>
        </p:nvSpPr>
        <p:spPr>
          <a:xfrm>
            <a:off x="13455280" y="3874195"/>
            <a:ext cx="4031462" cy="2565476"/>
          </a:xfrm>
          <a:custGeom>
            <a:rect b="b" l="l" r="r" t="t"/>
            <a:pathLst>
              <a:path extrusionOk="0" h="2565476" w="4031462">
                <a:moveTo>
                  <a:pt x="0" y="0"/>
                </a:moveTo>
                <a:lnTo>
                  <a:pt x="4031462" y="0"/>
                </a:lnTo>
                <a:lnTo>
                  <a:pt x="4031462" y="2565476"/>
                </a:lnTo>
                <a:lnTo>
                  <a:pt x="0" y="256547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72" name="Google Shape;1872;p32"/>
          <p:cNvSpPr txBox="1"/>
          <p:nvPr/>
        </p:nvSpPr>
        <p:spPr>
          <a:xfrm>
            <a:off x="2982013" y="73863"/>
            <a:ext cx="11679472" cy="17214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99" u="none" cap="none" strike="noStrike">
                <a:solidFill>
                  <a:srgbClr val="000000"/>
                </a:solidFill>
                <a:latin typeface="Ultra"/>
                <a:ea typeface="Ultra"/>
                <a:cs typeface="Ultra"/>
                <a:sym typeface="Ultra"/>
              </a:rPr>
              <a:t>SPRINT 2</a:t>
            </a:r>
            <a:endParaRPr/>
          </a:p>
          <a:p>
            <a:pPr indent="0" lvl="0" marL="0" marR="0" rtl="0" algn="l">
              <a:lnSpc>
                <a:spcPct val="140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99" u="none" cap="none" strike="noStrike">
                <a:solidFill>
                  <a:srgbClr val="000000"/>
                </a:solidFill>
                <a:latin typeface="Ultra"/>
                <a:ea typeface="Ultra"/>
                <a:cs typeface="Ultra"/>
                <a:sym typeface="Ultra"/>
              </a:rPr>
              <a:t>SPRINT REVIEW</a:t>
            </a:r>
            <a:endParaRPr/>
          </a:p>
        </p:txBody>
      </p:sp>
      <p:sp>
        <p:nvSpPr>
          <p:cNvPr id="1873" name="Google Shape;1873;p32"/>
          <p:cNvSpPr txBox="1"/>
          <p:nvPr/>
        </p:nvSpPr>
        <p:spPr>
          <a:xfrm>
            <a:off x="282646" y="-133433"/>
            <a:ext cx="2076748" cy="18256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124" u="none" cap="none" strike="noStrike">
                <a:solidFill>
                  <a:srgbClr val="000000"/>
                </a:solidFill>
                <a:latin typeface="Ultra"/>
                <a:ea typeface="Ultra"/>
                <a:cs typeface="Ultra"/>
                <a:sym typeface="Ultra"/>
              </a:rPr>
              <a:t>X.-</a:t>
            </a:r>
            <a:endParaRPr/>
          </a:p>
        </p:txBody>
      </p:sp>
      <p:sp>
        <p:nvSpPr>
          <p:cNvPr id="1874" name="Google Shape;1874;p32"/>
          <p:cNvSpPr txBox="1"/>
          <p:nvPr/>
        </p:nvSpPr>
        <p:spPr>
          <a:xfrm>
            <a:off x="13109170" y="2510948"/>
            <a:ext cx="4681464" cy="12514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Toma de Conocimiento</a:t>
            </a:r>
            <a:endParaRPr/>
          </a:p>
        </p:txBody>
      </p:sp>
      <p:sp>
        <p:nvSpPr>
          <p:cNvPr id="1875" name="Google Shape;1875;p32"/>
          <p:cNvSpPr/>
          <p:nvPr/>
        </p:nvSpPr>
        <p:spPr>
          <a:xfrm>
            <a:off x="13509393" y="6599132"/>
            <a:ext cx="3881018" cy="2158300"/>
          </a:xfrm>
          <a:custGeom>
            <a:rect b="b" l="l" r="r" t="t"/>
            <a:pathLst>
              <a:path extrusionOk="0" h="2158300" w="3881018">
                <a:moveTo>
                  <a:pt x="0" y="0"/>
                </a:moveTo>
                <a:lnTo>
                  <a:pt x="3881018" y="0"/>
                </a:lnTo>
                <a:lnTo>
                  <a:pt x="3881018" y="2158301"/>
                </a:lnTo>
                <a:lnTo>
                  <a:pt x="0" y="215830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 b="-65360" l="0" r="0" t="-74396"/>
            </a:stretch>
          </a:blipFill>
          <a:ln>
            <a:noFill/>
          </a:ln>
        </p:spPr>
      </p:sp>
    </p:spTree>
  </p:cSld>
  <p:clrMapOvr>
    <a:masterClrMapping/>
  </p:clrMapOvr>
  <p:transition spd="slow">
    <p:push/>
  </p:transition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9" name="Shape 18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0" name="Google Shape;1880;p33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9333" l="0" r="0" t="-9333"/>
            </a:stretch>
          </a:blipFill>
          <a:ln>
            <a:noFill/>
          </a:ln>
        </p:spPr>
      </p:sp>
      <p:sp>
        <p:nvSpPr>
          <p:cNvPr id="1881" name="Google Shape;1881;p33"/>
          <p:cNvSpPr/>
          <p:nvPr/>
        </p:nvSpPr>
        <p:spPr>
          <a:xfrm>
            <a:off x="11128588" y="1333119"/>
            <a:ext cx="11375763" cy="9072171"/>
          </a:xfrm>
          <a:custGeom>
            <a:rect b="b" l="l" r="r" t="t"/>
            <a:pathLst>
              <a:path extrusionOk="0" h="9072171" w="11375763">
                <a:moveTo>
                  <a:pt x="0" y="0"/>
                </a:moveTo>
                <a:lnTo>
                  <a:pt x="11375763" y="0"/>
                </a:lnTo>
                <a:lnTo>
                  <a:pt x="11375763" y="9072172"/>
                </a:lnTo>
                <a:lnTo>
                  <a:pt x="0" y="907217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882" name="Google Shape;1882;p33"/>
          <p:cNvGrpSpPr/>
          <p:nvPr/>
        </p:nvGrpSpPr>
        <p:grpSpPr>
          <a:xfrm>
            <a:off x="8093210" y="-899449"/>
            <a:ext cx="6070754" cy="11149647"/>
            <a:chOff x="0" y="-104775"/>
            <a:chExt cx="424177" cy="779050"/>
          </a:xfrm>
        </p:grpSpPr>
        <p:sp>
          <p:nvSpPr>
            <p:cNvPr id="1883" name="Google Shape;1883;p33"/>
            <p:cNvSpPr/>
            <p:nvPr/>
          </p:nvSpPr>
          <p:spPr>
            <a:xfrm>
              <a:off x="0" y="0"/>
              <a:ext cx="424177" cy="674275"/>
            </a:xfrm>
            <a:custGeom>
              <a:rect b="b" l="l" r="r" t="t"/>
              <a:pathLst>
                <a:path extrusionOk="0" h="674275" w="424177">
                  <a:moveTo>
                    <a:pt x="203200" y="0"/>
                  </a:moveTo>
                  <a:lnTo>
                    <a:pt x="424177" y="0"/>
                  </a:lnTo>
                  <a:lnTo>
                    <a:pt x="220977" y="674275"/>
                  </a:lnTo>
                  <a:lnTo>
                    <a:pt x="0" y="674275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393E46">
                <a:alpha val="46667"/>
              </a:srgbClr>
            </a:solidFill>
            <a:ln>
              <a:noFill/>
            </a:ln>
          </p:spPr>
        </p:sp>
        <p:sp>
          <p:nvSpPr>
            <p:cNvPr id="1884" name="Google Shape;1884;p33"/>
            <p:cNvSpPr txBox="1"/>
            <p:nvPr/>
          </p:nvSpPr>
          <p:spPr>
            <a:xfrm>
              <a:off x="101600" y="-104775"/>
              <a:ext cx="220977" cy="7790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85" name="Google Shape;1885;p33"/>
          <p:cNvGrpSpPr/>
          <p:nvPr/>
        </p:nvGrpSpPr>
        <p:grpSpPr>
          <a:xfrm>
            <a:off x="8512259" y="-396233"/>
            <a:ext cx="5816332" cy="11149647"/>
            <a:chOff x="0" y="-104775"/>
            <a:chExt cx="406400" cy="779050"/>
          </a:xfrm>
        </p:grpSpPr>
        <p:sp>
          <p:nvSpPr>
            <p:cNvPr id="1886" name="Google Shape;1886;p33"/>
            <p:cNvSpPr/>
            <p:nvPr/>
          </p:nvSpPr>
          <p:spPr>
            <a:xfrm>
              <a:off x="0" y="0"/>
              <a:ext cx="406400" cy="674275"/>
            </a:xfrm>
            <a:custGeom>
              <a:rect b="b" l="l" r="r" t="t"/>
              <a:pathLst>
                <a:path extrusionOk="0" h="674275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674275"/>
                  </a:lnTo>
                  <a:lnTo>
                    <a:pt x="0" y="674275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393E46"/>
            </a:solidFill>
            <a:ln>
              <a:noFill/>
            </a:ln>
          </p:spPr>
        </p:sp>
        <p:sp>
          <p:nvSpPr>
            <p:cNvPr id="1887" name="Google Shape;1887;p33"/>
            <p:cNvSpPr txBox="1"/>
            <p:nvPr/>
          </p:nvSpPr>
          <p:spPr>
            <a:xfrm>
              <a:off x="101600" y="-104775"/>
              <a:ext cx="203200" cy="7790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88" name="Google Shape;1888;p33"/>
          <p:cNvGrpSpPr/>
          <p:nvPr/>
        </p:nvGrpSpPr>
        <p:grpSpPr>
          <a:xfrm>
            <a:off x="-22436" y="-1368585"/>
            <a:ext cx="18332871" cy="3373138"/>
            <a:chOff x="0" y="-276225"/>
            <a:chExt cx="4828411" cy="888399"/>
          </a:xfrm>
        </p:grpSpPr>
        <p:sp>
          <p:nvSpPr>
            <p:cNvPr id="1889" name="Google Shape;1889;p33"/>
            <p:cNvSpPr/>
            <p:nvPr/>
          </p:nvSpPr>
          <p:spPr>
            <a:xfrm>
              <a:off x="0" y="0"/>
              <a:ext cx="4828411" cy="612174"/>
            </a:xfrm>
            <a:custGeom>
              <a:rect b="b" l="l" r="r" t="t"/>
              <a:pathLst>
                <a:path extrusionOk="0" h="612174" w="4828411">
                  <a:moveTo>
                    <a:pt x="0" y="0"/>
                  </a:moveTo>
                  <a:lnTo>
                    <a:pt x="4828411" y="0"/>
                  </a:lnTo>
                  <a:lnTo>
                    <a:pt x="4828411" y="612174"/>
                  </a:lnTo>
                  <a:lnTo>
                    <a:pt x="0" y="612174"/>
                  </a:lnTo>
                  <a:close/>
                </a:path>
              </a:pathLst>
            </a:custGeom>
            <a:solidFill>
              <a:srgbClr val="49C3FB"/>
            </a:solidFill>
            <a:ln>
              <a:noFill/>
            </a:ln>
          </p:spPr>
        </p:sp>
        <p:sp>
          <p:nvSpPr>
            <p:cNvPr id="1890" name="Google Shape;1890;p33"/>
            <p:cNvSpPr txBox="1"/>
            <p:nvPr/>
          </p:nvSpPr>
          <p:spPr>
            <a:xfrm>
              <a:off x="0" y="-276225"/>
              <a:ext cx="4828411" cy="8883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91" name="Google Shape;1891;p33"/>
          <p:cNvSpPr/>
          <p:nvPr/>
        </p:nvSpPr>
        <p:spPr>
          <a:xfrm>
            <a:off x="17789121" y="9481948"/>
            <a:ext cx="1699256" cy="1019554"/>
          </a:xfrm>
          <a:custGeom>
            <a:rect b="b" l="l" r="r" t="t"/>
            <a:pathLst>
              <a:path extrusionOk="0" h="1019554" w="1699256">
                <a:moveTo>
                  <a:pt x="0" y="0"/>
                </a:moveTo>
                <a:lnTo>
                  <a:pt x="1699257" y="0"/>
                </a:lnTo>
                <a:lnTo>
                  <a:pt x="1699257" y="1019554"/>
                </a:lnTo>
                <a:lnTo>
                  <a:pt x="0" y="101955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92" name="Google Shape;1892;p33"/>
          <p:cNvSpPr/>
          <p:nvPr/>
        </p:nvSpPr>
        <p:spPr>
          <a:xfrm rot="-5400000">
            <a:off x="17062944" y="-566905"/>
            <a:ext cx="2304785" cy="2333959"/>
          </a:xfrm>
          <a:custGeom>
            <a:rect b="b" l="l" r="r" t="t"/>
            <a:pathLst>
              <a:path extrusionOk="0" h="2333959" w="2304785">
                <a:moveTo>
                  <a:pt x="0" y="0"/>
                </a:moveTo>
                <a:lnTo>
                  <a:pt x="2304785" y="0"/>
                </a:lnTo>
                <a:lnTo>
                  <a:pt x="2304785" y="2333960"/>
                </a:lnTo>
                <a:lnTo>
                  <a:pt x="0" y="233396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93" name="Google Shape;1893;p33"/>
          <p:cNvSpPr/>
          <p:nvPr/>
        </p:nvSpPr>
        <p:spPr>
          <a:xfrm>
            <a:off x="3653851" y="9982200"/>
            <a:ext cx="10952506" cy="1880464"/>
          </a:xfrm>
          <a:custGeom>
            <a:rect b="b" l="l" r="r" t="t"/>
            <a:pathLst>
              <a:path extrusionOk="0" h="1880464" w="10952506">
                <a:moveTo>
                  <a:pt x="0" y="0"/>
                </a:moveTo>
                <a:lnTo>
                  <a:pt x="10952506" y="0"/>
                </a:lnTo>
                <a:lnTo>
                  <a:pt x="10952506" y="1880464"/>
                </a:lnTo>
                <a:lnTo>
                  <a:pt x="0" y="188046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-2157" r="-2202" t="-59556"/>
            </a:stretch>
          </a:blipFill>
          <a:ln>
            <a:noFill/>
          </a:ln>
        </p:spPr>
      </p:sp>
      <p:sp>
        <p:nvSpPr>
          <p:cNvPr id="1894" name="Google Shape;1894;p33"/>
          <p:cNvSpPr/>
          <p:nvPr/>
        </p:nvSpPr>
        <p:spPr>
          <a:xfrm>
            <a:off x="17869405" y="-1885942"/>
            <a:ext cx="1411048" cy="2914385"/>
          </a:xfrm>
          <a:custGeom>
            <a:rect b="b" l="l" r="r" t="t"/>
            <a:pathLst>
              <a:path extrusionOk="0" h="2914385" w="1411048">
                <a:moveTo>
                  <a:pt x="0" y="0"/>
                </a:moveTo>
                <a:lnTo>
                  <a:pt x="1411048" y="0"/>
                </a:lnTo>
                <a:lnTo>
                  <a:pt x="1411048" y="2914385"/>
                </a:lnTo>
                <a:lnTo>
                  <a:pt x="0" y="291438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cxnSp>
        <p:nvCxnSpPr>
          <p:cNvPr id="1895" name="Google Shape;1895;p33"/>
          <p:cNvCxnSpPr/>
          <p:nvPr/>
        </p:nvCxnSpPr>
        <p:spPr>
          <a:xfrm>
            <a:off x="2584271" y="431862"/>
            <a:ext cx="0" cy="982477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896" name="Google Shape;1896;p33"/>
          <p:cNvGrpSpPr/>
          <p:nvPr/>
        </p:nvGrpSpPr>
        <p:grpSpPr>
          <a:xfrm>
            <a:off x="2359514" y="1554490"/>
            <a:ext cx="12924471" cy="5960317"/>
            <a:chOff x="0" y="-871721"/>
            <a:chExt cx="17232628" cy="7947089"/>
          </a:xfrm>
        </p:grpSpPr>
        <p:sp>
          <p:nvSpPr>
            <p:cNvPr id="1897" name="Google Shape;1897;p33"/>
            <p:cNvSpPr/>
            <p:nvPr/>
          </p:nvSpPr>
          <p:spPr>
            <a:xfrm>
              <a:off x="0" y="1171153"/>
              <a:ext cx="17232628" cy="5904215"/>
            </a:xfrm>
            <a:custGeom>
              <a:rect b="b" l="l" r="r" t="t"/>
              <a:pathLst>
                <a:path extrusionOk="0" h="5904215" w="17232628">
                  <a:moveTo>
                    <a:pt x="0" y="0"/>
                  </a:moveTo>
                  <a:lnTo>
                    <a:pt x="17232628" y="0"/>
                  </a:lnTo>
                  <a:lnTo>
                    <a:pt x="17232628" y="5904215"/>
                  </a:lnTo>
                  <a:lnTo>
                    <a:pt x="0" y="590421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9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grpSp>
          <p:nvGrpSpPr>
            <p:cNvPr id="1898" name="Google Shape;1898;p33"/>
            <p:cNvGrpSpPr/>
            <p:nvPr/>
          </p:nvGrpSpPr>
          <p:grpSpPr>
            <a:xfrm>
              <a:off x="0" y="-871721"/>
              <a:ext cx="7648602" cy="2042874"/>
              <a:chOff x="0" y="-276225"/>
              <a:chExt cx="2423638" cy="647332"/>
            </a:xfrm>
          </p:grpSpPr>
          <p:sp>
            <p:nvSpPr>
              <p:cNvPr id="1899" name="Google Shape;1899;p33"/>
              <p:cNvSpPr/>
              <p:nvPr/>
            </p:nvSpPr>
            <p:spPr>
              <a:xfrm>
                <a:off x="0" y="0"/>
                <a:ext cx="2423638" cy="371107"/>
              </a:xfrm>
              <a:custGeom>
                <a:rect b="b" l="l" r="r" t="t"/>
                <a:pathLst>
                  <a:path extrusionOk="0" h="371107" w="2423638">
                    <a:moveTo>
                      <a:pt x="0" y="0"/>
                    </a:moveTo>
                    <a:lnTo>
                      <a:pt x="2423638" y="0"/>
                    </a:lnTo>
                    <a:lnTo>
                      <a:pt x="2423638" y="371107"/>
                    </a:lnTo>
                    <a:lnTo>
                      <a:pt x="0" y="371107"/>
                    </a:lnTo>
                    <a:close/>
                  </a:path>
                </a:pathLst>
              </a:custGeom>
              <a:solidFill>
                <a:srgbClr val="7ED957"/>
              </a:solidFill>
              <a:ln>
                <a:noFill/>
              </a:ln>
            </p:spPr>
          </p:sp>
          <p:sp>
            <p:nvSpPr>
              <p:cNvPr id="1900" name="Google Shape;1900;p33"/>
              <p:cNvSpPr txBox="1"/>
              <p:nvPr/>
            </p:nvSpPr>
            <p:spPr>
              <a:xfrm>
                <a:off x="0" y="-276225"/>
                <a:ext cx="2423637" cy="647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279944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901" name="Google Shape;1901;p33"/>
            <p:cNvGrpSpPr/>
            <p:nvPr/>
          </p:nvGrpSpPr>
          <p:grpSpPr>
            <a:xfrm>
              <a:off x="139764" y="-692675"/>
              <a:ext cx="7268879" cy="1689340"/>
              <a:chOff x="0" y="-276225"/>
              <a:chExt cx="2303314" cy="535307"/>
            </a:xfrm>
          </p:grpSpPr>
          <p:sp>
            <p:nvSpPr>
              <p:cNvPr id="1902" name="Google Shape;1902;p33"/>
              <p:cNvSpPr/>
              <p:nvPr/>
            </p:nvSpPr>
            <p:spPr>
              <a:xfrm>
                <a:off x="0" y="0"/>
                <a:ext cx="2303314" cy="259082"/>
              </a:xfrm>
              <a:custGeom>
                <a:rect b="b" l="l" r="r" t="t"/>
                <a:pathLst>
                  <a:path extrusionOk="0" h="259082" w="2303314">
                    <a:moveTo>
                      <a:pt x="0" y="0"/>
                    </a:moveTo>
                    <a:lnTo>
                      <a:pt x="2303314" y="0"/>
                    </a:lnTo>
                    <a:lnTo>
                      <a:pt x="2303314" y="259082"/>
                    </a:lnTo>
                    <a:lnTo>
                      <a:pt x="0" y="259082"/>
                    </a:lnTo>
                    <a:close/>
                  </a:path>
                </a:pathLst>
              </a:custGeom>
              <a:solidFill>
                <a:srgbClr val="F8FAFC"/>
              </a:solidFill>
              <a:ln>
                <a:noFill/>
              </a:ln>
            </p:spPr>
          </p:sp>
          <p:sp>
            <p:nvSpPr>
              <p:cNvPr id="1903" name="Google Shape;1903;p33"/>
              <p:cNvSpPr txBox="1"/>
              <p:nvPr/>
            </p:nvSpPr>
            <p:spPr>
              <a:xfrm>
                <a:off x="0" y="-276225"/>
                <a:ext cx="2303314" cy="5353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279944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904" name="Google Shape;1904;p33"/>
            <p:cNvSpPr txBox="1"/>
            <p:nvPr/>
          </p:nvSpPr>
          <p:spPr>
            <a:xfrm>
              <a:off x="334491" y="113960"/>
              <a:ext cx="6879424" cy="7572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826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Historias Completadas</a:t>
              </a:r>
              <a:endParaRPr/>
            </a:p>
          </p:txBody>
        </p:sp>
      </p:grpSp>
      <p:grpSp>
        <p:nvGrpSpPr>
          <p:cNvPr id="1905" name="Google Shape;1905;p33"/>
          <p:cNvGrpSpPr/>
          <p:nvPr/>
        </p:nvGrpSpPr>
        <p:grpSpPr>
          <a:xfrm>
            <a:off x="2359514" y="7017800"/>
            <a:ext cx="12903010" cy="2760671"/>
            <a:chOff x="0" y="-893985"/>
            <a:chExt cx="17204013" cy="3680895"/>
          </a:xfrm>
        </p:grpSpPr>
        <p:grpSp>
          <p:nvGrpSpPr>
            <p:cNvPr id="1906" name="Google Shape;1906;p33"/>
            <p:cNvGrpSpPr/>
            <p:nvPr/>
          </p:nvGrpSpPr>
          <p:grpSpPr>
            <a:xfrm>
              <a:off x="0" y="-893985"/>
              <a:ext cx="7843952" cy="2095050"/>
              <a:chOff x="0" y="-276225"/>
              <a:chExt cx="2423638" cy="647332"/>
            </a:xfrm>
          </p:grpSpPr>
          <p:sp>
            <p:nvSpPr>
              <p:cNvPr id="1907" name="Google Shape;1907;p33"/>
              <p:cNvSpPr/>
              <p:nvPr/>
            </p:nvSpPr>
            <p:spPr>
              <a:xfrm>
                <a:off x="0" y="0"/>
                <a:ext cx="2423638" cy="371107"/>
              </a:xfrm>
              <a:custGeom>
                <a:rect b="b" l="l" r="r" t="t"/>
                <a:pathLst>
                  <a:path extrusionOk="0" h="371107" w="2423638">
                    <a:moveTo>
                      <a:pt x="0" y="0"/>
                    </a:moveTo>
                    <a:lnTo>
                      <a:pt x="2423638" y="0"/>
                    </a:lnTo>
                    <a:lnTo>
                      <a:pt x="2423638" y="371107"/>
                    </a:lnTo>
                    <a:lnTo>
                      <a:pt x="0" y="371107"/>
                    </a:lnTo>
                    <a:close/>
                  </a:path>
                </a:pathLst>
              </a:custGeom>
              <a:solidFill>
                <a:srgbClr val="FF5757"/>
              </a:solidFill>
              <a:ln>
                <a:noFill/>
              </a:ln>
            </p:spPr>
          </p:sp>
          <p:sp>
            <p:nvSpPr>
              <p:cNvPr id="1908" name="Google Shape;1908;p33"/>
              <p:cNvSpPr txBox="1"/>
              <p:nvPr/>
            </p:nvSpPr>
            <p:spPr>
              <a:xfrm>
                <a:off x="0" y="-276225"/>
                <a:ext cx="2423637" cy="647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2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909" name="Google Shape;1909;p33"/>
            <p:cNvGrpSpPr/>
            <p:nvPr/>
          </p:nvGrpSpPr>
          <p:grpSpPr>
            <a:xfrm>
              <a:off x="143333" y="-710367"/>
              <a:ext cx="7454531" cy="1732488"/>
              <a:chOff x="0" y="-276225"/>
              <a:chExt cx="2303314" cy="535307"/>
            </a:xfrm>
          </p:grpSpPr>
          <p:sp>
            <p:nvSpPr>
              <p:cNvPr id="1910" name="Google Shape;1910;p33"/>
              <p:cNvSpPr/>
              <p:nvPr/>
            </p:nvSpPr>
            <p:spPr>
              <a:xfrm>
                <a:off x="0" y="0"/>
                <a:ext cx="2303314" cy="259082"/>
              </a:xfrm>
              <a:custGeom>
                <a:rect b="b" l="l" r="r" t="t"/>
                <a:pathLst>
                  <a:path extrusionOk="0" h="259082" w="2303314">
                    <a:moveTo>
                      <a:pt x="0" y="0"/>
                    </a:moveTo>
                    <a:lnTo>
                      <a:pt x="2303314" y="0"/>
                    </a:lnTo>
                    <a:lnTo>
                      <a:pt x="2303314" y="259082"/>
                    </a:lnTo>
                    <a:lnTo>
                      <a:pt x="0" y="259082"/>
                    </a:lnTo>
                    <a:close/>
                  </a:path>
                </a:pathLst>
              </a:custGeom>
              <a:solidFill>
                <a:srgbClr val="F8FAFC"/>
              </a:solidFill>
              <a:ln>
                <a:noFill/>
              </a:ln>
            </p:spPr>
          </p:sp>
          <p:sp>
            <p:nvSpPr>
              <p:cNvPr id="1911" name="Google Shape;1911;p33"/>
              <p:cNvSpPr txBox="1"/>
              <p:nvPr/>
            </p:nvSpPr>
            <p:spPr>
              <a:xfrm>
                <a:off x="0" y="-276225"/>
                <a:ext cx="2303314" cy="5353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2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912" name="Google Shape;1912;p33"/>
            <p:cNvSpPr txBox="1"/>
            <p:nvPr/>
          </p:nvSpPr>
          <p:spPr>
            <a:xfrm>
              <a:off x="343034" y="131261"/>
              <a:ext cx="7055130" cy="76224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898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Historias NO Completadas</a:t>
              </a:r>
              <a:endParaRPr/>
            </a:p>
          </p:txBody>
        </p:sp>
        <p:sp>
          <p:nvSpPr>
            <p:cNvPr id="1913" name="Google Shape;1913;p33"/>
            <p:cNvSpPr/>
            <p:nvPr/>
          </p:nvSpPr>
          <p:spPr>
            <a:xfrm>
              <a:off x="0" y="1201065"/>
              <a:ext cx="17204013" cy="1585845"/>
            </a:xfrm>
            <a:custGeom>
              <a:rect b="b" l="l" r="r" t="t"/>
              <a:pathLst>
                <a:path extrusionOk="0" h="1585845" w="17204013">
                  <a:moveTo>
                    <a:pt x="0" y="0"/>
                  </a:moveTo>
                  <a:lnTo>
                    <a:pt x="17204013" y="0"/>
                  </a:lnTo>
                  <a:lnTo>
                    <a:pt x="17204013" y="1585845"/>
                  </a:lnTo>
                  <a:lnTo>
                    <a:pt x="0" y="158584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10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  <p:sp>
        <p:nvSpPr>
          <p:cNvPr id="1914" name="Google Shape;1914;p33"/>
          <p:cNvSpPr txBox="1"/>
          <p:nvPr/>
        </p:nvSpPr>
        <p:spPr>
          <a:xfrm>
            <a:off x="2982013" y="73863"/>
            <a:ext cx="11679472" cy="17214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99" u="none" cap="none" strike="noStrike">
                <a:solidFill>
                  <a:srgbClr val="000000"/>
                </a:solidFill>
                <a:latin typeface="Ultra"/>
                <a:ea typeface="Ultra"/>
                <a:cs typeface="Ultra"/>
                <a:sym typeface="Ultra"/>
              </a:rPr>
              <a:t>SPRINT 2</a:t>
            </a:r>
            <a:endParaRPr/>
          </a:p>
          <a:p>
            <a:pPr indent="0" lvl="0" marL="0" marR="0" rtl="0" algn="l">
              <a:lnSpc>
                <a:spcPct val="140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99" u="none" cap="none" strike="noStrike">
                <a:solidFill>
                  <a:srgbClr val="000000"/>
                </a:solidFill>
                <a:latin typeface="Ultra"/>
                <a:ea typeface="Ultra"/>
                <a:cs typeface="Ultra"/>
                <a:sym typeface="Ultra"/>
              </a:rPr>
              <a:t>SPRINT REVIEW</a:t>
            </a:r>
            <a:endParaRPr/>
          </a:p>
        </p:txBody>
      </p:sp>
      <p:sp>
        <p:nvSpPr>
          <p:cNvPr id="1915" name="Google Shape;1915;p33"/>
          <p:cNvSpPr txBox="1"/>
          <p:nvPr/>
        </p:nvSpPr>
        <p:spPr>
          <a:xfrm>
            <a:off x="282646" y="-133433"/>
            <a:ext cx="2076748" cy="18256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124" u="none" cap="none" strike="noStrike">
                <a:solidFill>
                  <a:srgbClr val="000000"/>
                </a:solidFill>
                <a:latin typeface="Ultra"/>
                <a:ea typeface="Ultra"/>
                <a:cs typeface="Ultra"/>
                <a:sym typeface="Ultra"/>
              </a:rPr>
              <a:t>X.-</a:t>
            </a:r>
            <a:endParaRPr/>
          </a:p>
        </p:txBody>
      </p:sp>
      <p:sp>
        <p:nvSpPr>
          <p:cNvPr id="1916" name="Google Shape;1916;p33"/>
          <p:cNvSpPr txBox="1"/>
          <p:nvPr/>
        </p:nvSpPr>
        <p:spPr>
          <a:xfrm>
            <a:off x="17663375" y="9579067"/>
            <a:ext cx="1524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56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33</a:t>
            </a:r>
            <a:endParaRPr/>
          </a:p>
        </p:txBody>
      </p:sp>
    </p:spTree>
  </p:cSld>
  <p:clrMapOvr>
    <a:masterClrMapping/>
  </p:clrMapOvr>
  <p:transition spd="slow">
    <p:push/>
  </p:transition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0" name="Shape 19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1" name="Google Shape;1921;p34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9333" l="0" r="0" t="-9333"/>
            </a:stretch>
          </a:blipFill>
          <a:ln>
            <a:noFill/>
          </a:ln>
        </p:spPr>
      </p:sp>
      <p:sp>
        <p:nvSpPr>
          <p:cNvPr id="1922" name="Google Shape;1922;p34"/>
          <p:cNvSpPr/>
          <p:nvPr/>
        </p:nvSpPr>
        <p:spPr>
          <a:xfrm>
            <a:off x="11128588" y="1333119"/>
            <a:ext cx="11375763" cy="9072171"/>
          </a:xfrm>
          <a:custGeom>
            <a:rect b="b" l="l" r="r" t="t"/>
            <a:pathLst>
              <a:path extrusionOk="0" h="9072171" w="11375763">
                <a:moveTo>
                  <a:pt x="0" y="0"/>
                </a:moveTo>
                <a:lnTo>
                  <a:pt x="11375763" y="0"/>
                </a:lnTo>
                <a:lnTo>
                  <a:pt x="11375763" y="9072172"/>
                </a:lnTo>
                <a:lnTo>
                  <a:pt x="0" y="907217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923" name="Google Shape;1923;p34"/>
          <p:cNvGrpSpPr/>
          <p:nvPr/>
        </p:nvGrpSpPr>
        <p:grpSpPr>
          <a:xfrm>
            <a:off x="8093210" y="-899449"/>
            <a:ext cx="6070754" cy="11149647"/>
            <a:chOff x="0" y="-104775"/>
            <a:chExt cx="424177" cy="779050"/>
          </a:xfrm>
        </p:grpSpPr>
        <p:sp>
          <p:nvSpPr>
            <p:cNvPr id="1924" name="Google Shape;1924;p34"/>
            <p:cNvSpPr/>
            <p:nvPr/>
          </p:nvSpPr>
          <p:spPr>
            <a:xfrm>
              <a:off x="0" y="0"/>
              <a:ext cx="424177" cy="674275"/>
            </a:xfrm>
            <a:custGeom>
              <a:rect b="b" l="l" r="r" t="t"/>
              <a:pathLst>
                <a:path extrusionOk="0" h="674275" w="424177">
                  <a:moveTo>
                    <a:pt x="203200" y="0"/>
                  </a:moveTo>
                  <a:lnTo>
                    <a:pt x="424177" y="0"/>
                  </a:lnTo>
                  <a:lnTo>
                    <a:pt x="220977" y="674275"/>
                  </a:lnTo>
                  <a:lnTo>
                    <a:pt x="0" y="674275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393E46">
                <a:alpha val="46667"/>
              </a:srgbClr>
            </a:solidFill>
            <a:ln>
              <a:noFill/>
            </a:ln>
          </p:spPr>
        </p:sp>
        <p:sp>
          <p:nvSpPr>
            <p:cNvPr id="1925" name="Google Shape;1925;p34"/>
            <p:cNvSpPr txBox="1"/>
            <p:nvPr/>
          </p:nvSpPr>
          <p:spPr>
            <a:xfrm>
              <a:off x="101600" y="-104775"/>
              <a:ext cx="220977" cy="7790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926" name="Google Shape;1926;p34"/>
          <p:cNvGrpSpPr/>
          <p:nvPr/>
        </p:nvGrpSpPr>
        <p:grpSpPr>
          <a:xfrm>
            <a:off x="8499124" y="-455380"/>
            <a:ext cx="5816332" cy="11149647"/>
            <a:chOff x="0" y="-104775"/>
            <a:chExt cx="406400" cy="779050"/>
          </a:xfrm>
        </p:grpSpPr>
        <p:sp>
          <p:nvSpPr>
            <p:cNvPr id="1927" name="Google Shape;1927;p34"/>
            <p:cNvSpPr/>
            <p:nvPr/>
          </p:nvSpPr>
          <p:spPr>
            <a:xfrm>
              <a:off x="0" y="0"/>
              <a:ext cx="406400" cy="674275"/>
            </a:xfrm>
            <a:custGeom>
              <a:rect b="b" l="l" r="r" t="t"/>
              <a:pathLst>
                <a:path extrusionOk="0" h="674275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674275"/>
                  </a:lnTo>
                  <a:lnTo>
                    <a:pt x="0" y="674275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393E46"/>
            </a:solidFill>
            <a:ln>
              <a:noFill/>
            </a:ln>
          </p:spPr>
        </p:sp>
        <p:sp>
          <p:nvSpPr>
            <p:cNvPr id="1928" name="Google Shape;1928;p34"/>
            <p:cNvSpPr txBox="1"/>
            <p:nvPr/>
          </p:nvSpPr>
          <p:spPr>
            <a:xfrm>
              <a:off x="101600" y="-104775"/>
              <a:ext cx="203200" cy="7790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929" name="Google Shape;1929;p34"/>
          <p:cNvGrpSpPr/>
          <p:nvPr/>
        </p:nvGrpSpPr>
        <p:grpSpPr>
          <a:xfrm>
            <a:off x="-22436" y="-1368585"/>
            <a:ext cx="18332871" cy="3373138"/>
            <a:chOff x="0" y="-276225"/>
            <a:chExt cx="4828411" cy="888399"/>
          </a:xfrm>
        </p:grpSpPr>
        <p:sp>
          <p:nvSpPr>
            <p:cNvPr id="1930" name="Google Shape;1930;p34"/>
            <p:cNvSpPr/>
            <p:nvPr/>
          </p:nvSpPr>
          <p:spPr>
            <a:xfrm>
              <a:off x="0" y="0"/>
              <a:ext cx="4828411" cy="612174"/>
            </a:xfrm>
            <a:custGeom>
              <a:rect b="b" l="l" r="r" t="t"/>
              <a:pathLst>
                <a:path extrusionOk="0" h="612174" w="4828411">
                  <a:moveTo>
                    <a:pt x="0" y="0"/>
                  </a:moveTo>
                  <a:lnTo>
                    <a:pt x="4828411" y="0"/>
                  </a:lnTo>
                  <a:lnTo>
                    <a:pt x="4828411" y="612174"/>
                  </a:lnTo>
                  <a:lnTo>
                    <a:pt x="0" y="612174"/>
                  </a:lnTo>
                  <a:close/>
                </a:path>
              </a:pathLst>
            </a:custGeom>
            <a:solidFill>
              <a:srgbClr val="49C3FB"/>
            </a:solidFill>
            <a:ln>
              <a:noFill/>
            </a:ln>
          </p:spPr>
        </p:sp>
        <p:sp>
          <p:nvSpPr>
            <p:cNvPr id="1931" name="Google Shape;1931;p34"/>
            <p:cNvSpPr txBox="1"/>
            <p:nvPr/>
          </p:nvSpPr>
          <p:spPr>
            <a:xfrm>
              <a:off x="0" y="-276225"/>
              <a:ext cx="4828411" cy="8883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32" name="Google Shape;1932;p34"/>
          <p:cNvSpPr/>
          <p:nvPr/>
        </p:nvSpPr>
        <p:spPr>
          <a:xfrm>
            <a:off x="17789121" y="9481948"/>
            <a:ext cx="1699256" cy="1019554"/>
          </a:xfrm>
          <a:custGeom>
            <a:rect b="b" l="l" r="r" t="t"/>
            <a:pathLst>
              <a:path extrusionOk="0" h="1019554" w="1699256">
                <a:moveTo>
                  <a:pt x="0" y="0"/>
                </a:moveTo>
                <a:lnTo>
                  <a:pt x="1699257" y="0"/>
                </a:lnTo>
                <a:lnTo>
                  <a:pt x="1699257" y="1019554"/>
                </a:lnTo>
                <a:lnTo>
                  <a:pt x="0" y="101955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33" name="Google Shape;1933;p34"/>
          <p:cNvSpPr/>
          <p:nvPr/>
        </p:nvSpPr>
        <p:spPr>
          <a:xfrm rot="-5400000">
            <a:off x="17062944" y="-566905"/>
            <a:ext cx="2304785" cy="2333959"/>
          </a:xfrm>
          <a:custGeom>
            <a:rect b="b" l="l" r="r" t="t"/>
            <a:pathLst>
              <a:path extrusionOk="0" h="2333959" w="2304785">
                <a:moveTo>
                  <a:pt x="0" y="0"/>
                </a:moveTo>
                <a:lnTo>
                  <a:pt x="2304785" y="0"/>
                </a:lnTo>
                <a:lnTo>
                  <a:pt x="2304785" y="2333960"/>
                </a:lnTo>
                <a:lnTo>
                  <a:pt x="0" y="233396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34" name="Google Shape;1934;p34"/>
          <p:cNvSpPr/>
          <p:nvPr/>
        </p:nvSpPr>
        <p:spPr>
          <a:xfrm>
            <a:off x="3653851" y="9982200"/>
            <a:ext cx="10952506" cy="1880464"/>
          </a:xfrm>
          <a:custGeom>
            <a:rect b="b" l="l" r="r" t="t"/>
            <a:pathLst>
              <a:path extrusionOk="0" h="1880464" w="10952506">
                <a:moveTo>
                  <a:pt x="0" y="0"/>
                </a:moveTo>
                <a:lnTo>
                  <a:pt x="10952506" y="0"/>
                </a:lnTo>
                <a:lnTo>
                  <a:pt x="10952506" y="1880464"/>
                </a:lnTo>
                <a:lnTo>
                  <a:pt x="0" y="188046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-2157" r="-2202" t="-59556"/>
            </a:stretch>
          </a:blipFill>
          <a:ln>
            <a:noFill/>
          </a:ln>
        </p:spPr>
      </p:sp>
      <p:sp>
        <p:nvSpPr>
          <p:cNvPr id="1935" name="Google Shape;1935;p34"/>
          <p:cNvSpPr/>
          <p:nvPr/>
        </p:nvSpPr>
        <p:spPr>
          <a:xfrm>
            <a:off x="17869405" y="-1885942"/>
            <a:ext cx="1411048" cy="2914385"/>
          </a:xfrm>
          <a:custGeom>
            <a:rect b="b" l="l" r="r" t="t"/>
            <a:pathLst>
              <a:path extrusionOk="0" h="2914385" w="1411048">
                <a:moveTo>
                  <a:pt x="0" y="0"/>
                </a:moveTo>
                <a:lnTo>
                  <a:pt x="1411048" y="0"/>
                </a:lnTo>
                <a:lnTo>
                  <a:pt x="1411048" y="2914385"/>
                </a:lnTo>
                <a:lnTo>
                  <a:pt x="0" y="291438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cxnSp>
        <p:nvCxnSpPr>
          <p:cNvPr id="1936" name="Google Shape;1936;p34"/>
          <p:cNvCxnSpPr/>
          <p:nvPr/>
        </p:nvCxnSpPr>
        <p:spPr>
          <a:xfrm>
            <a:off x="5756697" y="9197450"/>
            <a:ext cx="0" cy="168314"/>
          </a:xfrm>
          <a:prstGeom prst="straightConnector1">
            <a:avLst/>
          </a:prstGeom>
          <a:noFill/>
          <a:ln cap="flat" cmpd="sng" w="19050">
            <a:solidFill>
              <a:srgbClr val="4FC3F7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937" name="Google Shape;1937;p34"/>
          <p:cNvCxnSpPr/>
          <p:nvPr/>
        </p:nvCxnSpPr>
        <p:spPr>
          <a:xfrm>
            <a:off x="2584271" y="431862"/>
            <a:ext cx="0" cy="982477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38" name="Google Shape;1938;p34"/>
          <p:cNvSpPr/>
          <p:nvPr/>
        </p:nvSpPr>
        <p:spPr>
          <a:xfrm>
            <a:off x="1286113" y="4425359"/>
            <a:ext cx="15762244" cy="4940405"/>
          </a:xfrm>
          <a:custGeom>
            <a:rect b="b" l="l" r="r" t="t"/>
            <a:pathLst>
              <a:path extrusionOk="0" h="4940405" w="15762244">
                <a:moveTo>
                  <a:pt x="0" y="0"/>
                </a:moveTo>
                <a:lnTo>
                  <a:pt x="15762244" y="0"/>
                </a:lnTo>
                <a:lnTo>
                  <a:pt x="15762244" y="4940405"/>
                </a:lnTo>
                <a:lnTo>
                  <a:pt x="0" y="494040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39" name="Google Shape;1939;p34"/>
          <p:cNvSpPr txBox="1"/>
          <p:nvPr/>
        </p:nvSpPr>
        <p:spPr>
          <a:xfrm>
            <a:off x="2982013" y="73863"/>
            <a:ext cx="11679472" cy="17214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99" u="none" cap="none" strike="noStrike">
                <a:solidFill>
                  <a:srgbClr val="000000"/>
                </a:solidFill>
                <a:latin typeface="Ultra"/>
                <a:ea typeface="Ultra"/>
                <a:cs typeface="Ultra"/>
                <a:sym typeface="Ultra"/>
              </a:rPr>
              <a:t>SPRINT 3</a:t>
            </a:r>
            <a:endParaRPr/>
          </a:p>
          <a:p>
            <a:pPr indent="0" lvl="0" marL="0" marR="0" rtl="0" algn="l">
              <a:lnSpc>
                <a:spcPct val="140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99" u="none" cap="none" strike="noStrike">
                <a:solidFill>
                  <a:srgbClr val="000000"/>
                </a:solidFill>
                <a:latin typeface="Ultra"/>
                <a:ea typeface="Ultra"/>
                <a:cs typeface="Ultra"/>
                <a:sym typeface="Ultra"/>
              </a:rPr>
              <a:t>BACKLOG</a:t>
            </a:r>
            <a:endParaRPr/>
          </a:p>
        </p:txBody>
      </p:sp>
      <p:sp>
        <p:nvSpPr>
          <p:cNvPr id="1940" name="Google Shape;1940;p34"/>
          <p:cNvSpPr txBox="1"/>
          <p:nvPr/>
        </p:nvSpPr>
        <p:spPr>
          <a:xfrm>
            <a:off x="282646" y="-133433"/>
            <a:ext cx="2076748" cy="18256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124" u="none" cap="none" strike="noStrike">
                <a:solidFill>
                  <a:srgbClr val="000000"/>
                </a:solidFill>
                <a:latin typeface="Ultra"/>
                <a:ea typeface="Ultra"/>
                <a:cs typeface="Ultra"/>
                <a:sym typeface="Ultra"/>
              </a:rPr>
              <a:t>X.-</a:t>
            </a:r>
            <a:endParaRPr/>
          </a:p>
        </p:txBody>
      </p:sp>
      <p:sp>
        <p:nvSpPr>
          <p:cNvPr id="1941" name="Google Shape;1941;p34"/>
          <p:cNvSpPr txBox="1"/>
          <p:nvPr/>
        </p:nvSpPr>
        <p:spPr>
          <a:xfrm>
            <a:off x="17663375" y="9579067"/>
            <a:ext cx="1524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56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34</a:t>
            </a:r>
            <a:endParaRPr/>
          </a:p>
        </p:txBody>
      </p:sp>
      <p:grpSp>
        <p:nvGrpSpPr>
          <p:cNvPr id="1942" name="Google Shape;1942;p34"/>
          <p:cNvGrpSpPr/>
          <p:nvPr/>
        </p:nvGrpSpPr>
        <p:grpSpPr>
          <a:xfrm>
            <a:off x="4162905" y="1322143"/>
            <a:ext cx="9934403" cy="2653390"/>
            <a:chOff x="0" y="-276225"/>
            <a:chExt cx="2423638" cy="647332"/>
          </a:xfrm>
        </p:grpSpPr>
        <p:sp>
          <p:nvSpPr>
            <p:cNvPr id="1943" name="Google Shape;1943;p34"/>
            <p:cNvSpPr/>
            <p:nvPr/>
          </p:nvSpPr>
          <p:spPr>
            <a:xfrm>
              <a:off x="0" y="0"/>
              <a:ext cx="2423638" cy="371107"/>
            </a:xfrm>
            <a:custGeom>
              <a:rect b="b" l="l" r="r" t="t"/>
              <a:pathLst>
                <a:path extrusionOk="0" h="371107" w="2423638">
                  <a:moveTo>
                    <a:pt x="0" y="0"/>
                  </a:moveTo>
                  <a:lnTo>
                    <a:pt x="2423638" y="0"/>
                  </a:lnTo>
                  <a:lnTo>
                    <a:pt x="2423638" y="371107"/>
                  </a:lnTo>
                  <a:lnTo>
                    <a:pt x="0" y="371107"/>
                  </a:lnTo>
                  <a:close/>
                </a:path>
              </a:pathLst>
            </a:custGeom>
            <a:solidFill>
              <a:srgbClr val="FFDE59"/>
            </a:solidFill>
            <a:ln>
              <a:noFill/>
            </a:ln>
          </p:spPr>
        </p:sp>
        <p:sp>
          <p:nvSpPr>
            <p:cNvPr id="1944" name="Google Shape;1944;p34"/>
            <p:cNvSpPr txBox="1"/>
            <p:nvPr/>
          </p:nvSpPr>
          <p:spPr>
            <a:xfrm>
              <a:off x="0" y="-276225"/>
              <a:ext cx="2423637" cy="647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945" name="Google Shape;1945;p34"/>
          <p:cNvGrpSpPr/>
          <p:nvPr/>
        </p:nvGrpSpPr>
        <p:grpSpPr>
          <a:xfrm>
            <a:off x="4344437" y="1554695"/>
            <a:ext cx="9441199" cy="2194205"/>
            <a:chOff x="0" y="-276225"/>
            <a:chExt cx="2303314" cy="535307"/>
          </a:xfrm>
        </p:grpSpPr>
        <p:sp>
          <p:nvSpPr>
            <p:cNvPr id="1946" name="Google Shape;1946;p34"/>
            <p:cNvSpPr/>
            <p:nvPr/>
          </p:nvSpPr>
          <p:spPr>
            <a:xfrm>
              <a:off x="0" y="0"/>
              <a:ext cx="2303314" cy="259082"/>
            </a:xfrm>
            <a:custGeom>
              <a:rect b="b" l="l" r="r" t="t"/>
              <a:pathLst>
                <a:path extrusionOk="0" h="259082" w="2303314">
                  <a:moveTo>
                    <a:pt x="0" y="0"/>
                  </a:moveTo>
                  <a:lnTo>
                    <a:pt x="2303314" y="0"/>
                  </a:lnTo>
                  <a:lnTo>
                    <a:pt x="2303314" y="259082"/>
                  </a:lnTo>
                  <a:lnTo>
                    <a:pt x="0" y="259082"/>
                  </a:lnTo>
                  <a:close/>
                </a:path>
              </a:pathLst>
            </a:custGeom>
            <a:solidFill>
              <a:srgbClr val="F8FAFC"/>
            </a:solidFill>
            <a:ln>
              <a:noFill/>
            </a:ln>
          </p:spPr>
        </p:sp>
        <p:sp>
          <p:nvSpPr>
            <p:cNvPr id="1947" name="Google Shape;1947;p34"/>
            <p:cNvSpPr txBox="1"/>
            <p:nvPr/>
          </p:nvSpPr>
          <p:spPr>
            <a:xfrm>
              <a:off x="0" y="-276225"/>
              <a:ext cx="2303314" cy="53530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48" name="Google Shape;1948;p34"/>
          <p:cNvSpPr txBox="1"/>
          <p:nvPr/>
        </p:nvSpPr>
        <p:spPr>
          <a:xfrm>
            <a:off x="5396748" y="2547585"/>
            <a:ext cx="7336575" cy="11513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4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Incrementable:  </a:t>
            </a:r>
            <a:r>
              <a:rPr b="0" i="0" lang="en-US" sz="284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Seguimiento e Inteligencia Integrada</a:t>
            </a:r>
            <a:endParaRPr/>
          </a:p>
        </p:txBody>
      </p:sp>
    </p:spTree>
  </p:cSld>
  <p:clrMapOvr>
    <a:masterClrMapping/>
  </p:clrMapOvr>
  <p:transition spd="slow">
    <p:push/>
  </p:transition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2" name="Shape 19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3" name="Google Shape;1953;p35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9333" l="0" r="0" t="-9333"/>
            </a:stretch>
          </a:blipFill>
          <a:ln>
            <a:noFill/>
          </a:ln>
        </p:spPr>
      </p:sp>
      <p:sp>
        <p:nvSpPr>
          <p:cNvPr id="1954" name="Google Shape;1954;p35"/>
          <p:cNvSpPr/>
          <p:nvPr/>
        </p:nvSpPr>
        <p:spPr>
          <a:xfrm>
            <a:off x="11128588" y="1333119"/>
            <a:ext cx="11375763" cy="9072171"/>
          </a:xfrm>
          <a:custGeom>
            <a:rect b="b" l="l" r="r" t="t"/>
            <a:pathLst>
              <a:path extrusionOk="0" h="9072171" w="11375763">
                <a:moveTo>
                  <a:pt x="0" y="0"/>
                </a:moveTo>
                <a:lnTo>
                  <a:pt x="11375763" y="0"/>
                </a:lnTo>
                <a:lnTo>
                  <a:pt x="11375763" y="9072172"/>
                </a:lnTo>
                <a:lnTo>
                  <a:pt x="0" y="907217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955" name="Google Shape;1955;p35"/>
          <p:cNvGrpSpPr/>
          <p:nvPr/>
        </p:nvGrpSpPr>
        <p:grpSpPr>
          <a:xfrm>
            <a:off x="8093210" y="-899449"/>
            <a:ext cx="6070754" cy="11149647"/>
            <a:chOff x="0" y="-104775"/>
            <a:chExt cx="424177" cy="779050"/>
          </a:xfrm>
        </p:grpSpPr>
        <p:sp>
          <p:nvSpPr>
            <p:cNvPr id="1956" name="Google Shape;1956;p35"/>
            <p:cNvSpPr/>
            <p:nvPr/>
          </p:nvSpPr>
          <p:spPr>
            <a:xfrm>
              <a:off x="0" y="0"/>
              <a:ext cx="424177" cy="674275"/>
            </a:xfrm>
            <a:custGeom>
              <a:rect b="b" l="l" r="r" t="t"/>
              <a:pathLst>
                <a:path extrusionOk="0" h="674275" w="424177">
                  <a:moveTo>
                    <a:pt x="203200" y="0"/>
                  </a:moveTo>
                  <a:lnTo>
                    <a:pt x="424177" y="0"/>
                  </a:lnTo>
                  <a:lnTo>
                    <a:pt x="220977" y="674275"/>
                  </a:lnTo>
                  <a:lnTo>
                    <a:pt x="0" y="674275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393E46">
                <a:alpha val="46667"/>
              </a:srgbClr>
            </a:solidFill>
            <a:ln>
              <a:noFill/>
            </a:ln>
          </p:spPr>
        </p:sp>
        <p:sp>
          <p:nvSpPr>
            <p:cNvPr id="1957" name="Google Shape;1957;p35"/>
            <p:cNvSpPr txBox="1"/>
            <p:nvPr/>
          </p:nvSpPr>
          <p:spPr>
            <a:xfrm>
              <a:off x="101600" y="-104775"/>
              <a:ext cx="220977" cy="7790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958" name="Google Shape;1958;p35"/>
          <p:cNvGrpSpPr/>
          <p:nvPr/>
        </p:nvGrpSpPr>
        <p:grpSpPr>
          <a:xfrm>
            <a:off x="8499124" y="-455380"/>
            <a:ext cx="5816332" cy="11149647"/>
            <a:chOff x="0" y="-104775"/>
            <a:chExt cx="406400" cy="779050"/>
          </a:xfrm>
        </p:grpSpPr>
        <p:sp>
          <p:nvSpPr>
            <p:cNvPr id="1959" name="Google Shape;1959;p35"/>
            <p:cNvSpPr/>
            <p:nvPr/>
          </p:nvSpPr>
          <p:spPr>
            <a:xfrm>
              <a:off x="0" y="0"/>
              <a:ext cx="406400" cy="674275"/>
            </a:xfrm>
            <a:custGeom>
              <a:rect b="b" l="l" r="r" t="t"/>
              <a:pathLst>
                <a:path extrusionOk="0" h="674275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674275"/>
                  </a:lnTo>
                  <a:lnTo>
                    <a:pt x="0" y="674275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393E46"/>
            </a:solidFill>
            <a:ln>
              <a:noFill/>
            </a:ln>
          </p:spPr>
        </p:sp>
        <p:sp>
          <p:nvSpPr>
            <p:cNvPr id="1960" name="Google Shape;1960;p35"/>
            <p:cNvSpPr txBox="1"/>
            <p:nvPr/>
          </p:nvSpPr>
          <p:spPr>
            <a:xfrm>
              <a:off x="101600" y="-104775"/>
              <a:ext cx="203200" cy="7790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961" name="Google Shape;1961;p35"/>
          <p:cNvGrpSpPr/>
          <p:nvPr/>
        </p:nvGrpSpPr>
        <p:grpSpPr>
          <a:xfrm>
            <a:off x="-22436" y="-1368585"/>
            <a:ext cx="18332871" cy="3373138"/>
            <a:chOff x="0" y="-276225"/>
            <a:chExt cx="4828411" cy="888399"/>
          </a:xfrm>
        </p:grpSpPr>
        <p:sp>
          <p:nvSpPr>
            <p:cNvPr id="1962" name="Google Shape;1962;p35"/>
            <p:cNvSpPr/>
            <p:nvPr/>
          </p:nvSpPr>
          <p:spPr>
            <a:xfrm>
              <a:off x="0" y="0"/>
              <a:ext cx="4828411" cy="612174"/>
            </a:xfrm>
            <a:custGeom>
              <a:rect b="b" l="l" r="r" t="t"/>
              <a:pathLst>
                <a:path extrusionOk="0" h="612174" w="4828411">
                  <a:moveTo>
                    <a:pt x="0" y="0"/>
                  </a:moveTo>
                  <a:lnTo>
                    <a:pt x="4828411" y="0"/>
                  </a:lnTo>
                  <a:lnTo>
                    <a:pt x="4828411" y="612174"/>
                  </a:lnTo>
                  <a:lnTo>
                    <a:pt x="0" y="612174"/>
                  </a:lnTo>
                  <a:close/>
                </a:path>
              </a:pathLst>
            </a:custGeom>
            <a:solidFill>
              <a:srgbClr val="49C3FB"/>
            </a:solidFill>
            <a:ln>
              <a:noFill/>
            </a:ln>
          </p:spPr>
        </p:sp>
        <p:sp>
          <p:nvSpPr>
            <p:cNvPr id="1963" name="Google Shape;1963;p35"/>
            <p:cNvSpPr txBox="1"/>
            <p:nvPr/>
          </p:nvSpPr>
          <p:spPr>
            <a:xfrm>
              <a:off x="0" y="-276225"/>
              <a:ext cx="4828411" cy="8883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64" name="Google Shape;1964;p35"/>
          <p:cNvSpPr/>
          <p:nvPr/>
        </p:nvSpPr>
        <p:spPr>
          <a:xfrm>
            <a:off x="17789121" y="9481948"/>
            <a:ext cx="1699256" cy="1019554"/>
          </a:xfrm>
          <a:custGeom>
            <a:rect b="b" l="l" r="r" t="t"/>
            <a:pathLst>
              <a:path extrusionOk="0" h="1019554" w="1699256">
                <a:moveTo>
                  <a:pt x="0" y="0"/>
                </a:moveTo>
                <a:lnTo>
                  <a:pt x="1699257" y="0"/>
                </a:lnTo>
                <a:lnTo>
                  <a:pt x="1699257" y="1019554"/>
                </a:lnTo>
                <a:lnTo>
                  <a:pt x="0" y="101955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65" name="Google Shape;1965;p35"/>
          <p:cNvSpPr/>
          <p:nvPr/>
        </p:nvSpPr>
        <p:spPr>
          <a:xfrm rot="-5400000">
            <a:off x="17062944" y="-566905"/>
            <a:ext cx="2304785" cy="2333959"/>
          </a:xfrm>
          <a:custGeom>
            <a:rect b="b" l="l" r="r" t="t"/>
            <a:pathLst>
              <a:path extrusionOk="0" h="2333959" w="2304785">
                <a:moveTo>
                  <a:pt x="0" y="0"/>
                </a:moveTo>
                <a:lnTo>
                  <a:pt x="2304785" y="0"/>
                </a:lnTo>
                <a:lnTo>
                  <a:pt x="2304785" y="2333960"/>
                </a:lnTo>
                <a:lnTo>
                  <a:pt x="0" y="233396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66" name="Google Shape;1966;p35"/>
          <p:cNvSpPr/>
          <p:nvPr/>
        </p:nvSpPr>
        <p:spPr>
          <a:xfrm>
            <a:off x="3653851" y="9982200"/>
            <a:ext cx="10952506" cy="1880464"/>
          </a:xfrm>
          <a:custGeom>
            <a:rect b="b" l="l" r="r" t="t"/>
            <a:pathLst>
              <a:path extrusionOk="0" h="1880464" w="10952506">
                <a:moveTo>
                  <a:pt x="0" y="0"/>
                </a:moveTo>
                <a:lnTo>
                  <a:pt x="10952506" y="0"/>
                </a:lnTo>
                <a:lnTo>
                  <a:pt x="10952506" y="1880464"/>
                </a:lnTo>
                <a:lnTo>
                  <a:pt x="0" y="188046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-2157" r="-2202" t="-59556"/>
            </a:stretch>
          </a:blipFill>
          <a:ln>
            <a:noFill/>
          </a:ln>
        </p:spPr>
      </p:sp>
      <p:sp>
        <p:nvSpPr>
          <p:cNvPr id="1967" name="Google Shape;1967;p35"/>
          <p:cNvSpPr/>
          <p:nvPr/>
        </p:nvSpPr>
        <p:spPr>
          <a:xfrm>
            <a:off x="17869405" y="-1885942"/>
            <a:ext cx="1411048" cy="2914385"/>
          </a:xfrm>
          <a:custGeom>
            <a:rect b="b" l="l" r="r" t="t"/>
            <a:pathLst>
              <a:path extrusionOk="0" h="2914385" w="1411048">
                <a:moveTo>
                  <a:pt x="0" y="0"/>
                </a:moveTo>
                <a:lnTo>
                  <a:pt x="1411048" y="0"/>
                </a:lnTo>
                <a:lnTo>
                  <a:pt x="1411048" y="2914385"/>
                </a:lnTo>
                <a:lnTo>
                  <a:pt x="0" y="291438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cxnSp>
        <p:nvCxnSpPr>
          <p:cNvPr id="1968" name="Google Shape;1968;p35"/>
          <p:cNvCxnSpPr/>
          <p:nvPr/>
        </p:nvCxnSpPr>
        <p:spPr>
          <a:xfrm>
            <a:off x="2584271" y="431862"/>
            <a:ext cx="0" cy="982477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69" name="Google Shape;1969;p35"/>
          <p:cNvSpPr/>
          <p:nvPr/>
        </p:nvSpPr>
        <p:spPr>
          <a:xfrm>
            <a:off x="7603557" y="2678091"/>
            <a:ext cx="10464449" cy="6630571"/>
          </a:xfrm>
          <a:custGeom>
            <a:rect b="b" l="l" r="r" t="t"/>
            <a:pathLst>
              <a:path extrusionOk="0" h="6630571" w="10464449">
                <a:moveTo>
                  <a:pt x="0" y="0"/>
                </a:moveTo>
                <a:lnTo>
                  <a:pt x="10464449" y="0"/>
                </a:lnTo>
                <a:lnTo>
                  <a:pt x="10464449" y="6630571"/>
                </a:lnTo>
                <a:lnTo>
                  <a:pt x="0" y="663057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70" name="Google Shape;1970;p35"/>
          <p:cNvSpPr txBox="1"/>
          <p:nvPr/>
        </p:nvSpPr>
        <p:spPr>
          <a:xfrm>
            <a:off x="2982013" y="73863"/>
            <a:ext cx="11679472" cy="17214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99" u="none" cap="none" strike="noStrike">
                <a:solidFill>
                  <a:srgbClr val="000000"/>
                </a:solidFill>
                <a:latin typeface="Ultra"/>
                <a:ea typeface="Ultra"/>
                <a:cs typeface="Ultra"/>
                <a:sym typeface="Ultra"/>
              </a:rPr>
              <a:t>SPRINT 3</a:t>
            </a:r>
            <a:endParaRPr/>
          </a:p>
          <a:p>
            <a:pPr indent="0" lvl="0" marL="0" marR="0" rtl="0" algn="l">
              <a:lnSpc>
                <a:spcPct val="140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99" u="none" cap="none" strike="noStrike">
                <a:solidFill>
                  <a:srgbClr val="000000"/>
                </a:solidFill>
                <a:latin typeface="Ultra"/>
                <a:ea typeface="Ultra"/>
                <a:cs typeface="Ultra"/>
                <a:sym typeface="Ultra"/>
              </a:rPr>
              <a:t>KANBAN ACTUAL</a:t>
            </a:r>
            <a:endParaRPr/>
          </a:p>
        </p:txBody>
      </p:sp>
      <p:sp>
        <p:nvSpPr>
          <p:cNvPr id="1971" name="Google Shape;1971;p35"/>
          <p:cNvSpPr txBox="1"/>
          <p:nvPr/>
        </p:nvSpPr>
        <p:spPr>
          <a:xfrm>
            <a:off x="282646" y="-133433"/>
            <a:ext cx="2076748" cy="18256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124" u="none" cap="none" strike="noStrike">
                <a:solidFill>
                  <a:srgbClr val="000000"/>
                </a:solidFill>
                <a:latin typeface="Ultra"/>
                <a:ea typeface="Ultra"/>
                <a:cs typeface="Ultra"/>
                <a:sym typeface="Ultra"/>
              </a:rPr>
              <a:t>X.-</a:t>
            </a:r>
            <a:endParaRPr/>
          </a:p>
        </p:txBody>
      </p:sp>
      <p:sp>
        <p:nvSpPr>
          <p:cNvPr id="1972" name="Google Shape;1972;p35"/>
          <p:cNvSpPr txBox="1"/>
          <p:nvPr/>
        </p:nvSpPr>
        <p:spPr>
          <a:xfrm>
            <a:off x="17663375" y="9579067"/>
            <a:ext cx="1524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56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35</a:t>
            </a:r>
            <a:endParaRPr/>
          </a:p>
        </p:txBody>
      </p:sp>
      <p:sp>
        <p:nvSpPr>
          <p:cNvPr id="1973" name="Google Shape;1973;p35"/>
          <p:cNvSpPr txBox="1"/>
          <p:nvPr/>
        </p:nvSpPr>
        <p:spPr>
          <a:xfrm>
            <a:off x="282646" y="2386487"/>
            <a:ext cx="6914014" cy="70804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77641" lvl="1" marL="555281" marR="0" rtl="0" algn="l">
              <a:lnSpc>
                <a:spcPct val="13601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71"/>
              <a:buFont typeface="Arial"/>
              <a:buChar char="•"/>
            </a:pPr>
            <a:r>
              <a:rPr b="1" i="0" lang="en-US" sz="2571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Seguimiento del Sprint 3: </a:t>
            </a:r>
            <a:r>
              <a:rPr b="0" i="0" lang="en-US" sz="2571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El tablero Kanban permite visualizar el avance de las historias de usuario y su distribución según el estado de desarrollo.</a:t>
            </a:r>
            <a:endParaRPr/>
          </a:p>
          <a:p>
            <a:pPr indent="0" lvl="0" marL="0" marR="0" rtl="0" algn="l">
              <a:lnSpc>
                <a:spcPct val="1360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571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77641" lvl="1" marL="555281" marR="0" rtl="0" algn="l">
              <a:lnSpc>
                <a:spcPct val="13601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71"/>
              <a:buFont typeface="Arial"/>
              <a:buChar char="•"/>
            </a:pPr>
            <a:r>
              <a:rPr b="1" i="0" lang="en-US" sz="2571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Desarrollo en curso: </a:t>
            </a:r>
            <a:r>
              <a:rPr b="0" i="0" lang="en-US" sz="2571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 trabaja en los dashboards de Productos y Competencia, además de mejoras derivadas de las pruebas realizadas.</a:t>
            </a:r>
            <a:endParaRPr/>
          </a:p>
          <a:p>
            <a:pPr indent="0" lvl="0" marL="0" marR="0" rtl="0" algn="l">
              <a:lnSpc>
                <a:spcPct val="1360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571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77641" lvl="1" marL="555281" marR="0" rtl="0" algn="l">
              <a:lnSpc>
                <a:spcPct val="13601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71"/>
              <a:buFont typeface="Arial"/>
              <a:buChar char="•"/>
            </a:pPr>
            <a:r>
              <a:rPr b="1" i="0" lang="en-US" sz="2571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Validación y pendientes: </a:t>
            </a:r>
            <a:r>
              <a:rPr b="0" i="0" lang="en-US" sz="2571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Varias funcionalidades se encuentran en Testing, mientras que la integración y el despliegue del modelo predictivo permanecen en el Sprint Backlog.</a:t>
            </a:r>
            <a:endParaRPr/>
          </a:p>
        </p:txBody>
      </p:sp>
    </p:spTree>
  </p:cSld>
  <p:clrMapOvr>
    <a:masterClrMapping/>
  </p:clrMapOvr>
  <p:transition spd="slow">
    <p:push/>
  </p:transition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7" name="Shape 19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8" name="Google Shape;1978;p36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9333" l="0" r="0" t="-9333"/>
            </a:stretch>
          </a:blipFill>
          <a:ln>
            <a:noFill/>
          </a:ln>
        </p:spPr>
      </p:sp>
      <p:sp>
        <p:nvSpPr>
          <p:cNvPr id="1979" name="Google Shape;1979;p36"/>
          <p:cNvSpPr/>
          <p:nvPr/>
        </p:nvSpPr>
        <p:spPr>
          <a:xfrm>
            <a:off x="9144000" y="1214829"/>
            <a:ext cx="11375763" cy="9072171"/>
          </a:xfrm>
          <a:custGeom>
            <a:rect b="b" l="l" r="r" t="t"/>
            <a:pathLst>
              <a:path extrusionOk="0" h="9072171" w="11375763">
                <a:moveTo>
                  <a:pt x="0" y="0"/>
                </a:moveTo>
                <a:lnTo>
                  <a:pt x="11375763" y="0"/>
                </a:lnTo>
                <a:lnTo>
                  <a:pt x="11375763" y="9072171"/>
                </a:lnTo>
                <a:lnTo>
                  <a:pt x="0" y="907217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980" name="Google Shape;1980;p36"/>
          <p:cNvGrpSpPr/>
          <p:nvPr/>
        </p:nvGrpSpPr>
        <p:grpSpPr>
          <a:xfrm>
            <a:off x="6428022" y="-471081"/>
            <a:ext cx="6433195" cy="11165348"/>
            <a:chOff x="0" y="-1999365"/>
            <a:chExt cx="8577593" cy="14887130"/>
          </a:xfrm>
        </p:grpSpPr>
        <p:grpSp>
          <p:nvGrpSpPr>
            <p:cNvPr id="1981" name="Google Shape;1981;p36"/>
            <p:cNvGrpSpPr/>
            <p:nvPr/>
          </p:nvGrpSpPr>
          <p:grpSpPr>
            <a:xfrm>
              <a:off x="483254" y="-1999365"/>
              <a:ext cx="8094339" cy="14866195"/>
              <a:chOff x="0" y="-104775"/>
              <a:chExt cx="424177" cy="779050"/>
            </a:xfrm>
          </p:grpSpPr>
          <p:sp>
            <p:nvSpPr>
              <p:cNvPr id="1982" name="Google Shape;1982;p36"/>
              <p:cNvSpPr/>
              <p:nvPr/>
            </p:nvSpPr>
            <p:spPr>
              <a:xfrm>
                <a:off x="0" y="0"/>
                <a:ext cx="424177" cy="674275"/>
              </a:xfrm>
              <a:custGeom>
                <a:rect b="b" l="l" r="r" t="t"/>
                <a:pathLst>
                  <a:path extrusionOk="0" h="674275" w="424177">
                    <a:moveTo>
                      <a:pt x="203200" y="0"/>
                    </a:moveTo>
                    <a:lnTo>
                      <a:pt x="424177" y="0"/>
                    </a:lnTo>
                    <a:lnTo>
                      <a:pt x="220977" y="674275"/>
                    </a:lnTo>
                    <a:lnTo>
                      <a:pt x="0" y="674275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393E46">
                  <a:alpha val="46667"/>
                </a:srgbClr>
              </a:solidFill>
              <a:ln>
                <a:noFill/>
              </a:ln>
            </p:spPr>
          </p:sp>
          <p:sp>
            <p:nvSpPr>
              <p:cNvPr id="1983" name="Google Shape;1983;p36"/>
              <p:cNvSpPr txBox="1"/>
              <p:nvPr/>
            </p:nvSpPr>
            <p:spPr>
              <a:xfrm>
                <a:off x="101600" y="-104775"/>
                <a:ext cx="220977" cy="7790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984" name="Google Shape;1984;p36"/>
            <p:cNvGrpSpPr/>
            <p:nvPr/>
          </p:nvGrpSpPr>
          <p:grpSpPr>
            <a:xfrm>
              <a:off x="0" y="-1978430"/>
              <a:ext cx="7755110" cy="14866195"/>
              <a:chOff x="0" y="-104775"/>
              <a:chExt cx="406400" cy="779050"/>
            </a:xfrm>
          </p:grpSpPr>
          <p:sp>
            <p:nvSpPr>
              <p:cNvPr id="1985" name="Google Shape;1985;p36"/>
              <p:cNvSpPr/>
              <p:nvPr/>
            </p:nvSpPr>
            <p:spPr>
              <a:xfrm>
                <a:off x="0" y="0"/>
                <a:ext cx="406400" cy="674275"/>
              </a:xfrm>
              <a:custGeom>
                <a:rect b="b" l="l" r="r" t="t"/>
                <a:pathLst>
                  <a:path extrusionOk="0" h="674275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74275"/>
                    </a:lnTo>
                    <a:lnTo>
                      <a:pt x="0" y="674275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393E46"/>
              </a:solidFill>
              <a:ln>
                <a:noFill/>
              </a:ln>
            </p:spPr>
          </p:sp>
          <p:sp>
            <p:nvSpPr>
              <p:cNvPr id="1986" name="Google Shape;1986;p36"/>
              <p:cNvSpPr txBox="1"/>
              <p:nvPr/>
            </p:nvSpPr>
            <p:spPr>
              <a:xfrm>
                <a:off x="101600" y="-104775"/>
                <a:ext cx="203200" cy="7790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987" name="Google Shape;1987;p36"/>
          <p:cNvGrpSpPr/>
          <p:nvPr/>
        </p:nvGrpSpPr>
        <p:grpSpPr>
          <a:xfrm>
            <a:off x="-22436" y="-1368585"/>
            <a:ext cx="18332871" cy="3373138"/>
            <a:chOff x="0" y="-276225"/>
            <a:chExt cx="4828411" cy="888399"/>
          </a:xfrm>
        </p:grpSpPr>
        <p:sp>
          <p:nvSpPr>
            <p:cNvPr id="1988" name="Google Shape;1988;p36"/>
            <p:cNvSpPr/>
            <p:nvPr/>
          </p:nvSpPr>
          <p:spPr>
            <a:xfrm>
              <a:off x="0" y="0"/>
              <a:ext cx="4828411" cy="612174"/>
            </a:xfrm>
            <a:custGeom>
              <a:rect b="b" l="l" r="r" t="t"/>
              <a:pathLst>
                <a:path extrusionOk="0" h="612174" w="4828411">
                  <a:moveTo>
                    <a:pt x="0" y="0"/>
                  </a:moveTo>
                  <a:lnTo>
                    <a:pt x="4828411" y="0"/>
                  </a:lnTo>
                  <a:lnTo>
                    <a:pt x="4828411" y="612174"/>
                  </a:lnTo>
                  <a:lnTo>
                    <a:pt x="0" y="612174"/>
                  </a:lnTo>
                  <a:close/>
                </a:path>
              </a:pathLst>
            </a:custGeom>
            <a:solidFill>
              <a:srgbClr val="4FC3F7"/>
            </a:solidFill>
            <a:ln>
              <a:noFill/>
            </a:ln>
          </p:spPr>
        </p:sp>
        <p:sp>
          <p:nvSpPr>
            <p:cNvPr id="1989" name="Google Shape;1989;p36"/>
            <p:cNvSpPr txBox="1"/>
            <p:nvPr/>
          </p:nvSpPr>
          <p:spPr>
            <a:xfrm>
              <a:off x="0" y="-276225"/>
              <a:ext cx="4828411" cy="8883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90" name="Google Shape;1990;p36"/>
          <p:cNvSpPr/>
          <p:nvPr/>
        </p:nvSpPr>
        <p:spPr>
          <a:xfrm>
            <a:off x="17789121" y="9481948"/>
            <a:ext cx="1699256" cy="1019554"/>
          </a:xfrm>
          <a:custGeom>
            <a:rect b="b" l="l" r="r" t="t"/>
            <a:pathLst>
              <a:path extrusionOk="0" h="1019554" w="1699256">
                <a:moveTo>
                  <a:pt x="0" y="0"/>
                </a:moveTo>
                <a:lnTo>
                  <a:pt x="1699257" y="0"/>
                </a:lnTo>
                <a:lnTo>
                  <a:pt x="1699257" y="1019554"/>
                </a:lnTo>
                <a:lnTo>
                  <a:pt x="0" y="101955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91" name="Google Shape;1991;p36"/>
          <p:cNvSpPr/>
          <p:nvPr/>
        </p:nvSpPr>
        <p:spPr>
          <a:xfrm rot="-5400000">
            <a:off x="17062944" y="-566905"/>
            <a:ext cx="2304785" cy="2333959"/>
          </a:xfrm>
          <a:custGeom>
            <a:rect b="b" l="l" r="r" t="t"/>
            <a:pathLst>
              <a:path extrusionOk="0" h="2333959" w="2304785">
                <a:moveTo>
                  <a:pt x="0" y="0"/>
                </a:moveTo>
                <a:lnTo>
                  <a:pt x="2304785" y="0"/>
                </a:lnTo>
                <a:lnTo>
                  <a:pt x="2304785" y="2333960"/>
                </a:lnTo>
                <a:lnTo>
                  <a:pt x="0" y="233396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92" name="Google Shape;1992;p36"/>
          <p:cNvSpPr/>
          <p:nvPr/>
        </p:nvSpPr>
        <p:spPr>
          <a:xfrm>
            <a:off x="17869405" y="-1885942"/>
            <a:ext cx="1411048" cy="2914385"/>
          </a:xfrm>
          <a:custGeom>
            <a:rect b="b" l="l" r="r" t="t"/>
            <a:pathLst>
              <a:path extrusionOk="0" h="2914385" w="1411048">
                <a:moveTo>
                  <a:pt x="0" y="0"/>
                </a:moveTo>
                <a:lnTo>
                  <a:pt x="1411048" y="0"/>
                </a:lnTo>
                <a:lnTo>
                  <a:pt x="1411048" y="2914385"/>
                </a:lnTo>
                <a:lnTo>
                  <a:pt x="0" y="291438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cxnSp>
        <p:nvCxnSpPr>
          <p:cNvPr id="1993" name="Google Shape;1993;p36"/>
          <p:cNvCxnSpPr/>
          <p:nvPr/>
        </p:nvCxnSpPr>
        <p:spPr>
          <a:xfrm flipH="1">
            <a:off x="12501586" y="4254258"/>
            <a:ext cx="4291346" cy="12942"/>
          </a:xfrm>
          <a:prstGeom prst="straightConnector1">
            <a:avLst/>
          </a:prstGeom>
          <a:noFill/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94" name="Google Shape;1994;p36"/>
          <p:cNvCxnSpPr/>
          <p:nvPr/>
        </p:nvCxnSpPr>
        <p:spPr>
          <a:xfrm>
            <a:off x="2584271" y="431862"/>
            <a:ext cx="0" cy="982477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95" name="Google Shape;1995;p36"/>
          <p:cNvSpPr/>
          <p:nvPr/>
        </p:nvSpPr>
        <p:spPr>
          <a:xfrm>
            <a:off x="1433217" y="2082538"/>
            <a:ext cx="15096444" cy="8091694"/>
          </a:xfrm>
          <a:custGeom>
            <a:rect b="b" l="l" r="r" t="t"/>
            <a:pathLst>
              <a:path extrusionOk="0" h="8091694" w="15096444">
                <a:moveTo>
                  <a:pt x="0" y="0"/>
                </a:moveTo>
                <a:lnTo>
                  <a:pt x="15096444" y="0"/>
                </a:lnTo>
                <a:lnTo>
                  <a:pt x="15096444" y="8091694"/>
                </a:lnTo>
                <a:lnTo>
                  <a:pt x="0" y="80916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-17963"/>
            </a:stretch>
          </a:blipFill>
          <a:ln>
            <a:noFill/>
          </a:ln>
        </p:spPr>
      </p:sp>
      <p:sp>
        <p:nvSpPr>
          <p:cNvPr id="1996" name="Google Shape;1996;p36"/>
          <p:cNvSpPr txBox="1"/>
          <p:nvPr/>
        </p:nvSpPr>
        <p:spPr>
          <a:xfrm>
            <a:off x="282646" y="-133433"/>
            <a:ext cx="2076748" cy="18256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124" u="none" cap="none" strike="noStrike">
                <a:solidFill>
                  <a:srgbClr val="000000"/>
                </a:solidFill>
                <a:latin typeface="Ultra"/>
                <a:ea typeface="Ultra"/>
                <a:cs typeface="Ultra"/>
                <a:sym typeface="Ultra"/>
              </a:rPr>
              <a:t>X.-</a:t>
            </a:r>
            <a:endParaRPr/>
          </a:p>
        </p:txBody>
      </p:sp>
      <p:sp>
        <p:nvSpPr>
          <p:cNvPr id="1997" name="Google Shape;1997;p36"/>
          <p:cNvSpPr txBox="1"/>
          <p:nvPr/>
        </p:nvSpPr>
        <p:spPr>
          <a:xfrm>
            <a:off x="17663375" y="9579067"/>
            <a:ext cx="1524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56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36</a:t>
            </a:r>
            <a:endParaRPr/>
          </a:p>
        </p:txBody>
      </p:sp>
      <p:sp>
        <p:nvSpPr>
          <p:cNvPr id="1998" name="Google Shape;1998;p36"/>
          <p:cNvSpPr txBox="1"/>
          <p:nvPr/>
        </p:nvSpPr>
        <p:spPr>
          <a:xfrm>
            <a:off x="2982013" y="73863"/>
            <a:ext cx="11679472" cy="17214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SPRINTS</a:t>
            </a:r>
            <a:endParaRPr/>
          </a:p>
          <a:p>
            <a:pPr indent="0" lvl="0" marL="0" marR="0" rtl="0" algn="l">
              <a:lnSpc>
                <a:spcPct val="140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CRONOGRAMA ACTUALIZADO</a:t>
            </a:r>
            <a:endParaRPr/>
          </a:p>
        </p:txBody>
      </p:sp>
    </p:spTree>
  </p:cSld>
  <p:clrMapOvr>
    <a:masterClrMapping/>
  </p:clrMapOvr>
  <p:transition spd="slow">
    <p:push/>
  </p:transition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2" name="Shape 20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3" name="Google Shape;2003;p37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9333" l="0" r="0" t="-9333"/>
            </a:stretch>
          </a:blipFill>
          <a:ln>
            <a:noFill/>
          </a:ln>
        </p:spPr>
      </p:sp>
      <p:sp>
        <p:nvSpPr>
          <p:cNvPr id="2004" name="Google Shape;2004;p37"/>
          <p:cNvSpPr/>
          <p:nvPr/>
        </p:nvSpPr>
        <p:spPr>
          <a:xfrm rot="540797">
            <a:off x="10032090" y="1533356"/>
            <a:ext cx="14912647" cy="10793736"/>
          </a:xfrm>
          <a:custGeom>
            <a:rect b="b" l="l" r="r" t="t"/>
            <a:pathLst>
              <a:path extrusionOk="0" h="10793736" w="14912647">
                <a:moveTo>
                  <a:pt x="0" y="0"/>
                </a:moveTo>
                <a:lnTo>
                  <a:pt x="14912647" y="0"/>
                </a:lnTo>
                <a:lnTo>
                  <a:pt x="14912647" y="10793736"/>
                </a:lnTo>
                <a:lnTo>
                  <a:pt x="0" y="1079373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-3715" r="-3715" t="0"/>
            </a:stretch>
          </a:blipFill>
          <a:ln>
            <a:noFill/>
          </a:ln>
        </p:spPr>
      </p:sp>
      <p:grpSp>
        <p:nvGrpSpPr>
          <p:cNvPr id="2005" name="Google Shape;2005;p37"/>
          <p:cNvGrpSpPr/>
          <p:nvPr/>
        </p:nvGrpSpPr>
        <p:grpSpPr>
          <a:xfrm>
            <a:off x="6753343" y="-389339"/>
            <a:ext cx="6760011" cy="11165348"/>
            <a:chOff x="0" y="-1999365"/>
            <a:chExt cx="9013348" cy="14887130"/>
          </a:xfrm>
        </p:grpSpPr>
        <p:grpSp>
          <p:nvGrpSpPr>
            <p:cNvPr id="2006" name="Google Shape;2006;p37"/>
            <p:cNvGrpSpPr/>
            <p:nvPr/>
          </p:nvGrpSpPr>
          <p:grpSpPr>
            <a:xfrm>
              <a:off x="496113" y="-1999365"/>
              <a:ext cx="8517235" cy="14866195"/>
              <a:chOff x="0" y="-104775"/>
              <a:chExt cx="446339" cy="779050"/>
            </a:xfrm>
          </p:grpSpPr>
          <p:sp>
            <p:nvSpPr>
              <p:cNvPr id="2007" name="Google Shape;2007;p37"/>
              <p:cNvSpPr/>
              <p:nvPr/>
            </p:nvSpPr>
            <p:spPr>
              <a:xfrm>
                <a:off x="0" y="0"/>
                <a:ext cx="446339" cy="674275"/>
              </a:xfrm>
              <a:custGeom>
                <a:rect b="b" l="l" r="r" t="t"/>
                <a:pathLst>
                  <a:path extrusionOk="0" h="674275" w="446339">
                    <a:moveTo>
                      <a:pt x="203200" y="0"/>
                    </a:moveTo>
                    <a:lnTo>
                      <a:pt x="446339" y="0"/>
                    </a:lnTo>
                    <a:lnTo>
                      <a:pt x="243139" y="674275"/>
                    </a:lnTo>
                    <a:lnTo>
                      <a:pt x="0" y="674275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393E46">
                  <a:alpha val="46667"/>
                </a:srgbClr>
              </a:solidFill>
              <a:ln>
                <a:noFill/>
              </a:ln>
            </p:spPr>
          </p:sp>
          <p:sp>
            <p:nvSpPr>
              <p:cNvPr id="2008" name="Google Shape;2008;p37"/>
              <p:cNvSpPr txBox="1"/>
              <p:nvPr/>
            </p:nvSpPr>
            <p:spPr>
              <a:xfrm>
                <a:off x="101600" y="-104775"/>
                <a:ext cx="243139" cy="7790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009" name="Google Shape;2009;p37"/>
            <p:cNvGrpSpPr/>
            <p:nvPr/>
          </p:nvGrpSpPr>
          <p:grpSpPr>
            <a:xfrm>
              <a:off x="0" y="-1978430"/>
              <a:ext cx="7755110" cy="14866195"/>
              <a:chOff x="0" y="-104775"/>
              <a:chExt cx="406400" cy="779050"/>
            </a:xfrm>
          </p:grpSpPr>
          <p:sp>
            <p:nvSpPr>
              <p:cNvPr id="2010" name="Google Shape;2010;p37"/>
              <p:cNvSpPr/>
              <p:nvPr/>
            </p:nvSpPr>
            <p:spPr>
              <a:xfrm>
                <a:off x="0" y="0"/>
                <a:ext cx="406400" cy="674275"/>
              </a:xfrm>
              <a:custGeom>
                <a:rect b="b" l="l" r="r" t="t"/>
                <a:pathLst>
                  <a:path extrusionOk="0" h="674275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74275"/>
                    </a:lnTo>
                    <a:lnTo>
                      <a:pt x="0" y="674275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393E46"/>
              </a:solidFill>
              <a:ln>
                <a:noFill/>
              </a:ln>
            </p:spPr>
          </p:sp>
          <p:sp>
            <p:nvSpPr>
              <p:cNvPr id="2011" name="Google Shape;2011;p37"/>
              <p:cNvSpPr txBox="1"/>
              <p:nvPr/>
            </p:nvSpPr>
            <p:spPr>
              <a:xfrm>
                <a:off x="101600" y="-104775"/>
                <a:ext cx="203200" cy="7790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012" name="Google Shape;2012;p37"/>
          <p:cNvGrpSpPr/>
          <p:nvPr/>
        </p:nvGrpSpPr>
        <p:grpSpPr>
          <a:xfrm>
            <a:off x="-22436" y="-1368585"/>
            <a:ext cx="18332871" cy="3373138"/>
            <a:chOff x="0" y="-276225"/>
            <a:chExt cx="4828411" cy="888399"/>
          </a:xfrm>
        </p:grpSpPr>
        <p:sp>
          <p:nvSpPr>
            <p:cNvPr id="2013" name="Google Shape;2013;p37"/>
            <p:cNvSpPr/>
            <p:nvPr/>
          </p:nvSpPr>
          <p:spPr>
            <a:xfrm>
              <a:off x="0" y="0"/>
              <a:ext cx="4828411" cy="612174"/>
            </a:xfrm>
            <a:custGeom>
              <a:rect b="b" l="l" r="r" t="t"/>
              <a:pathLst>
                <a:path extrusionOk="0" h="612174" w="4828411">
                  <a:moveTo>
                    <a:pt x="0" y="0"/>
                  </a:moveTo>
                  <a:lnTo>
                    <a:pt x="4828411" y="0"/>
                  </a:lnTo>
                  <a:lnTo>
                    <a:pt x="4828411" y="612174"/>
                  </a:lnTo>
                  <a:lnTo>
                    <a:pt x="0" y="612174"/>
                  </a:lnTo>
                  <a:close/>
                </a:path>
              </a:pathLst>
            </a:custGeom>
            <a:solidFill>
              <a:srgbClr val="4FC3F7"/>
            </a:solidFill>
            <a:ln>
              <a:noFill/>
            </a:ln>
          </p:spPr>
        </p:sp>
        <p:sp>
          <p:nvSpPr>
            <p:cNvPr id="2014" name="Google Shape;2014;p37"/>
            <p:cNvSpPr txBox="1"/>
            <p:nvPr/>
          </p:nvSpPr>
          <p:spPr>
            <a:xfrm>
              <a:off x="0" y="-276225"/>
              <a:ext cx="4828411" cy="8883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15" name="Google Shape;2015;p37"/>
          <p:cNvSpPr/>
          <p:nvPr/>
        </p:nvSpPr>
        <p:spPr>
          <a:xfrm>
            <a:off x="17789121" y="9481948"/>
            <a:ext cx="1699256" cy="1019554"/>
          </a:xfrm>
          <a:custGeom>
            <a:rect b="b" l="l" r="r" t="t"/>
            <a:pathLst>
              <a:path extrusionOk="0" h="1019554" w="1699256">
                <a:moveTo>
                  <a:pt x="0" y="0"/>
                </a:moveTo>
                <a:lnTo>
                  <a:pt x="1699257" y="0"/>
                </a:lnTo>
                <a:lnTo>
                  <a:pt x="1699257" y="1019554"/>
                </a:lnTo>
                <a:lnTo>
                  <a:pt x="0" y="101955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16" name="Google Shape;2016;p37"/>
          <p:cNvSpPr/>
          <p:nvPr/>
        </p:nvSpPr>
        <p:spPr>
          <a:xfrm rot="-5400000">
            <a:off x="17062944" y="-566905"/>
            <a:ext cx="2304785" cy="2333959"/>
          </a:xfrm>
          <a:custGeom>
            <a:rect b="b" l="l" r="r" t="t"/>
            <a:pathLst>
              <a:path extrusionOk="0" h="2333959" w="2304785">
                <a:moveTo>
                  <a:pt x="0" y="0"/>
                </a:moveTo>
                <a:lnTo>
                  <a:pt x="2304785" y="0"/>
                </a:lnTo>
                <a:lnTo>
                  <a:pt x="2304785" y="2333960"/>
                </a:lnTo>
                <a:lnTo>
                  <a:pt x="0" y="233396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17" name="Google Shape;2017;p37"/>
          <p:cNvSpPr/>
          <p:nvPr/>
        </p:nvSpPr>
        <p:spPr>
          <a:xfrm>
            <a:off x="17869405" y="-1885942"/>
            <a:ext cx="1411048" cy="2914385"/>
          </a:xfrm>
          <a:custGeom>
            <a:rect b="b" l="l" r="r" t="t"/>
            <a:pathLst>
              <a:path extrusionOk="0" h="2914385" w="1411048">
                <a:moveTo>
                  <a:pt x="0" y="0"/>
                </a:moveTo>
                <a:lnTo>
                  <a:pt x="1411048" y="0"/>
                </a:lnTo>
                <a:lnTo>
                  <a:pt x="1411048" y="2914385"/>
                </a:lnTo>
                <a:lnTo>
                  <a:pt x="0" y="291438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cxnSp>
        <p:nvCxnSpPr>
          <p:cNvPr id="2018" name="Google Shape;2018;p37"/>
          <p:cNvCxnSpPr/>
          <p:nvPr/>
        </p:nvCxnSpPr>
        <p:spPr>
          <a:xfrm>
            <a:off x="2584271" y="431862"/>
            <a:ext cx="0" cy="982477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19" name="Google Shape;2019;p37"/>
          <p:cNvSpPr/>
          <p:nvPr/>
        </p:nvSpPr>
        <p:spPr>
          <a:xfrm>
            <a:off x="2272005" y="3938689"/>
            <a:ext cx="4156017" cy="4008814"/>
          </a:xfrm>
          <a:custGeom>
            <a:rect b="b" l="l" r="r" t="t"/>
            <a:pathLst>
              <a:path extrusionOk="0" h="1268132" w="1314698">
                <a:moveTo>
                  <a:pt x="0" y="0"/>
                </a:moveTo>
                <a:lnTo>
                  <a:pt x="1314698" y="0"/>
                </a:lnTo>
                <a:lnTo>
                  <a:pt x="1314698" y="1268132"/>
                </a:lnTo>
                <a:lnTo>
                  <a:pt x="0" y="1268132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-1538" r="-274402" t="0"/>
            </a:stretch>
          </a:blipFill>
          <a:ln>
            <a:noFill/>
          </a:ln>
        </p:spPr>
      </p:sp>
      <p:sp>
        <p:nvSpPr>
          <p:cNvPr id="2020" name="Google Shape;2020;p37"/>
          <p:cNvSpPr txBox="1"/>
          <p:nvPr/>
        </p:nvSpPr>
        <p:spPr>
          <a:xfrm>
            <a:off x="282646" y="-133433"/>
            <a:ext cx="2076748" cy="18256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124" u="none" cap="none" strike="noStrike">
                <a:solidFill>
                  <a:srgbClr val="000000"/>
                </a:solidFill>
                <a:latin typeface="Ultra"/>
                <a:ea typeface="Ultra"/>
                <a:cs typeface="Ultra"/>
                <a:sym typeface="Ultra"/>
              </a:rPr>
              <a:t>X.-</a:t>
            </a:r>
            <a:endParaRPr/>
          </a:p>
        </p:txBody>
      </p:sp>
      <p:sp>
        <p:nvSpPr>
          <p:cNvPr id="2021" name="Google Shape;2021;p37"/>
          <p:cNvSpPr txBox="1"/>
          <p:nvPr/>
        </p:nvSpPr>
        <p:spPr>
          <a:xfrm>
            <a:off x="17663375" y="9579067"/>
            <a:ext cx="1524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56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37</a:t>
            </a:r>
            <a:endParaRPr/>
          </a:p>
        </p:txBody>
      </p:sp>
      <p:sp>
        <p:nvSpPr>
          <p:cNvPr id="2022" name="Google Shape;2022;p37"/>
          <p:cNvSpPr txBox="1"/>
          <p:nvPr/>
        </p:nvSpPr>
        <p:spPr>
          <a:xfrm>
            <a:off x="3097217" y="-346159"/>
            <a:ext cx="4760391" cy="23507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80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DEMO</a:t>
            </a:r>
            <a:endParaRPr/>
          </a:p>
        </p:txBody>
      </p:sp>
      <p:sp>
        <p:nvSpPr>
          <p:cNvPr id="2023" name="Google Shape;2023;p37"/>
          <p:cNvSpPr txBox="1"/>
          <p:nvPr/>
        </p:nvSpPr>
        <p:spPr>
          <a:xfrm>
            <a:off x="539589" y="2182759"/>
            <a:ext cx="7620849" cy="12953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0" u="sng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hlinkClick r:id="rId9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SMARTBIDS</a:t>
            </a:r>
            <a:endParaRPr/>
          </a:p>
        </p:txBody>
      </p:sp>
      <p:sp>
        <p:nvSpPr>
          <p:cNvPr id="2024" name="Google Shape;2024;p37"/>
          <p:cNvSpPr txBox="1"/>
          <p:nvPr/>
        </p:nvSpPr>
        <p:spPr>
          <a:xfrm>
            <a:off x="14468848" y="8570594"/>
            <a:ext cx="2579489" cy="6877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99.588.680-4</a:t>
            </a:r>
            <a:endParaRPr/>
          </a:p>
        </p:txBody>
      </p:sp>
      <p:grpSp>
        <p:nvGrpSpPr>
          <p:cNvPr id="2025" name="Google Shape;2025;p37"/>
          <p:cNvGrpSpPr/>
          <p:nvPr/>
        </p:nvGrpSpPr>
        <p:grpSpPr>
          <a:xfrm>
            <a:off x="14378658" y="7317305"/>
            <a:ext cx="2669699" cy="1145574"/>
            <a:chOff x="0" y="-352425"/>
            <a:chExt cx="3559598" cy="1527432"/>
          </a:xfrm>
        </p:grpSpPr>
        <p:sp>
          <p:nvSpPr>
            <p:cNvPr id="2026" name="Google Shape;2026;p37"/>
            <p:cNvSpPr txBox="1"/>
            <p:nvPr/>
          </p:nvSpPr>
          <p:spPr>
            <a:xfrm>
              <a:off x="496253" y="479046"/>
              <a:ext cx="2567093" cy="69596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1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6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ITSolutions</a:t>
              </a:r>
              <a:endParaRPr/>
            </a:p>
          </p:txBody>
        </p:sp>
        <p:sp>
          <p:nvSpPr>
            <p:cNvPr id="2027" name="Google Shape;2027;p37"/>
            <p:cNvSpPr txBox="1"/>
            <p:nvPr/>
          </p:nvSpPr>
          <p:spPr>
            <a:xfrm>
              <a:off x="0" y="-352425"/>
              <a:ext cx="3559598" cy="98387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20003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11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Rut pruebas</a:t>
              </a:r>
              <a:endParaRPr/>
            </a:p>
          </p:txBody>
        </p:sp>
      </p:grpSp>
      <p:sp>
        <p:nvSpPr>
          <p:cNvPr id="2028" name="Google Shape;2028;p37"/>
          <p:cNvSpPr txBox="1"/>
          <p:nvPr/>
        </p:nvSpPr>
        <p:spPr>
          <a:xfrm>
            <a:off x="832728" y="8596646"/>
            <a:ext cx="2802646" cy="6964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4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Cuenta Admin</a:t>
            </a:r>
            <a:endParaRPr/>
          </a:p>
        </p:txBody>
      </p:sp>
      <p:sp>
        <p:nvSpPr>
          <p:cNvPr id="2029" name="Google Shape;2029;p37"/>
          <p:cNvSpPr txBox="1"/>
          <p:nvPr/>
        </p:nvSpPr>
        <p:spPr>
          <a:xfrm>
            <a:off x="832728" y="9113617"/>
            <a:ext cx="4528979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2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mi.gonzalezt@duocuc.cl</a:t>
            </a:r>
            <a:endParaRPr/>
          </a:p>
        </p:txBody>
      </p:sp>
    </p:spTree>
  </p:cSld>
  <p:clrMapOvr>
    <a:masterClrMapping/>
  </p:clrMapOvr>
  <p:transition spd="slow">
    <p:push/>
  </p:transition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3" name="Shape 20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4" name="Google Shape;2034;p38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5443" r="-5443" t="0"/>
            </a:stretch>
          </a:blipFill>
          <a:ln>
            <a:noFill/>
          </a:ln>
        </p:spPr>
      </p:sp>
      <p:sp>
        <p:nvSpPr>
          <p:cNvPr id="2035" name="Google Shape;2035;p38"/>
          <p:cNvSpPr/>
          <p:nvPr/>
        </p:nvSpPr>
        <p:spPr>
          <a:xfrm>
            <a:off x="10512196" y="1752467"/>
            <a:ext cx="8542788" cy="9819296"/>
          </a:xfrm>
          <a:custGeom>
            <a:rect b="b" l="l" r="r" t="t"/>
            <a:pathLst>
              <a:path extrusionOk="0" h="9819296" w="8542788">
                <a:moveTo>
                  <a:pt x="0" y="0"/>
                </a:moveTo>
                <a:lnTo>
                  <a:pt x="8542788" y="0"/>
                </a:lnTo>
                <a:lnTo>
                  <a:pt x="8542788" y="9819297"/>
                </a:lnTo>
                <a:lnTo>
                  <a:pt x="0" y="981929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036" name="Google Shape;2036;p38"/>
          <p:cNvGrpSpPr/>
          <p:nvPr/>
        </p:nvGrpSpPr>
        <p:grpSpPr>
          <a:xfrm>
            <a:off x="-22436" y="-1368587"/>
            <a:ext cx="18332871" cy="3323370"/>
            <a:chOff x="0" y="-276225"/>
            <a:chExt cx="4828411" cy="875290"/>
          </a:xfrm>
        </p:grpSpPr>
        <p:sp>
          <p:nvSpPr>
            <p:cNvPr id="2037" name="Google Shape;2037;p38"/>
            <p:cNvSpPr/>
            <p:nvPr/>
          </p:nvSpPr>
          <p:spPr>
            <a:xfrm>
              <a:off x="0" y="0"/>
              <a:ext cx="4828411" cy="599065"/>
            </a:xfrm>
            <a:custGeom>
              <a:rect b="b" l="l" r="r" t="t"/>
              <a:pathLst>
                <a:path extrusionOk="0" h="599065" w="4828411">
                  <a:moveTo>
                    <a:pt x="0" y="0"/>
                  </a:moveTo>
                  <a:lnTo>
                    <a:pt x="4828411" y="0"/>
                  </a:lnTo>
                  <a:lnTo>
                    <a:pt x="4828411" y="599065"/>
                  </a:lnTo>
                  <a:lnTo>
                    <a:pt x="0" y="599065"/>
                  </a:lnTo>
                  <a:close/>
                </a:path>
              </a:pathLst>
            </a:custGeom>
            <a:solidFill>
              <a:srgbClr val="FF5757"/>
            </a:solidFill>
            <a:ln>
              <a:noFill/>
            </a:ln>
          </p:spPr>
        </p:sp>
        <p:sp>
          <p:nvSpPr>
            <p:cNvPr id="2038" name="Google Shape;2038;p38"/>
            <p:cNvSpPr txBox="1"/>
            <p:nvPr/>
          </p:nvSpPr>
          <p:spPr>
            <a:xfrm>
              <a:off x="0" y="-276225"/>
              <a:ext cx="4828411" cy="8752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39" name="Google Shape;2039;p38"/>
          <p:cNvSpPr/>
          <p:nvPr/>
        </p:nvSpPr>
        <p:spPr>
          <a:xfrm>
            <a:off x="17899678" y="8523893"/>
            <a:ext cx="1699256" cy="1019554"/>
          </a:xfrm>
          <a:custGeom>
            <a:rect b="b" l="l" r="r" t="t"/>
            <a:pathLst>
              <a:path extrusionOk="0" h="1019554" w="1699256">
                <a:moveTo>
                  <a:pt x="0" y="0"/>
                </a:moveTo>
                <a:lnTo>
                  <a:pt x="1699257" y="0"/>
                </a:lnTo>
                <a:lnTo>
                  <a:pt x="1699257" y="1019554"/>
                </a:lnTo>
                <a:lnTo>
                  <a:pt x="0" y="101955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40" name="Google Shape;2040;p38"/>
          <p:cNvSpPr/>
          <p:nvPr/>
        </p:nvSpPr>
        <p:spPr>
          <a:xfrm rot="-5400000">
            <a:off x="17349035" y="285844"/>
            <a:ext cx="2304785" cy="2333959"/>
          </a:xfrm>
          <a:custGeom>
            <a:rect b="b" l="l" r="r" t="t"/>
            <a:pathLst>
              <a:path extrusionOk="0" h="2333959" w="2304785">
                <a:moveTo>
                  <a:pt x="0" y="0"/>
                </a:moveTo>
                <a:lnTo>
                  <a:pt x="2304785" y="0"/>
                </a:lnTo>
                <a:lnTo>
                  <a:pt x="2304785" y="2333960"/>
                </a:lnTo>
                <a:lnTo>
                  <a:pt x="0" y="233396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41" name="Google Shape;2041;p38"/>
          <p:cNvSpPr/>
          <p:nvPr/>
        </p:nvSpPr>
        <p:spPr>
          <a:xfrm flipH="1">
            <a:off x="-2056853" y="5327253"/>
            <a:ext cx="7421708" cy="5232304"/>
          </a:xfrm>
          <a:custGeom>
            <a:rect b="b" l="l" r="r" t="t"/>
            <a:pathLst>
              <a:path extrusionOk="0" h="5232304" w="7421708">
                <a:moveTo>
                  <a:pt x="7421707" y="0"/>
                </a:moveTo>
                <a:lnTo>
                  <a:pt x="0" y="0"/>
                </a:lnTo>
                <a:lnTo>
                  <a:pt x="0" y="5232304"/>
                </a:lnTo>
                <a:lnTo>
                  <a:pt x="7421707" y="5232304"/>
                </a:lnTo>
                <a:lnTo>
                  <a:pt x="7421707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42" name="Google Shape;2042;p38"/>
          <p:cNvSpPr/>
          <p:nvPr/>
        </p:nvSpPr>
        <p:spPr>
          <a:xfrm>
            <a:off x="-1027496" y="8529558"/>
            <a:ext cx="1491022" cy="952391"/>
          </a:xfrm>
          <a:custGeom>
            <a:rect b="b" l="l" r="r" t="t"/>
            <a:pathLst>
              <a:path extrusionOk="0" h="952391" w="1491022">
                <a:moveTo>
                  <a:pt x="0" y="0"/>
                </a:moveTo>
                <a:lnTo>
                  <a:pt x="1491022" y="0"/>
                </a:lnTo>
                <a:lnTo>
                  <a:pt x="1491022" y="952390"/>
                </a:lnTo>
                <a:lnTo>
                  <a:pt x="0" y="95239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43" name="Google Shape;2043;p38"/>
          <p:cNvSpPr/>
          <p:nvPr/>
        </p:nvSpPr>
        <p:spPr>
          <a:xfrm>
            <a:off x="3667747" y="10064402"/>
            <a:ext cx="10952506" cy="1880464"/>
          </a:xfrm>
          <a:custGeom>
            <a:rect b="b" l="l" r="r" t="t"/>
            <a:pathLst>
              <a:path extrusionOk="0" h="1880464" w="10952506">
                <a:moveTo>
                  <a:pt x="0" y="0"/>
                </a:moveTo>
                <a:lnTo>
                  <a:pt x="10952506" y="0"/>
                </a:lnTo>
                <a:lnTo>
                  <a:pt x="10952506" y="1880464"/>
                </a:lnTo>
                <a:lnTo>
                  <a:pt x="0" y="188046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-2157" r="-2202" t="-59556"/>
            </a:stretch>
          </a:blipFill>
          <a:ln>
            <a:noFill/>
          </a:ln>
        </p:spPr>
      </p:sp>
      <p:sp>
        <p:nvSpPr>
          <p:cNvPr id="2044" name="Google Shape;2044;p38"/>
          <p:cNvSpPr/>
          <p:nvPr/>
        </p:nvSpPr>
        <p:spPr>
          <a:xfrm>
            <a:off x="-1027496" y="8529558"/>
            <a:ext cx="1491022" cy="952391"/>
          </a:xfrm>
          <a:custGeom>
            <a:rect b="b" l="l" r="r" t="t"/>
            <a:pathLst>
              <a:path extrusionOk="0" h="952391" w="1491022">
                <a:moveTo>
                  <a:pt x="0" y="0"/>
                </a:moveTo>
                <a:lnTo>
                  <a:pt x="1491022" y="0"/>
                </a:lnTo>
                <a:lnTo>
                  <a:pt x="1491022" y="952390"/>
                </a:lnTo>
                <a:lnTo>
                  <a:pt x="0" y="95239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45" name="Google Shape;2045;p38"/>
          <p:cNvSpPr/>
          <p:nvPr/>
        </p:nvSpPr>
        <p:spPr>
          <a:xfrm rot="5400000">
            <a:off x="-1406533" y="2501433"/>
            <a:ext cx="2419917" cy="2450549"/>
          </a:xfrm>
          <a:custGeom>
            <a:rect b="b" l="l" r="r" t="t"/>
            <a:pathLst>
              <a:path extrusionOk="0" h="2450549" w="2419917">
                <a:moveTo>
                  <a:pt x="2419917" y="2450549"/>
                </a:moveTo>
                <a:lnTo>
                  <a:pt x="0" y="2450549"/>
                </a:lnTo>
                <a:lnTo>
                  <a:pt x="0" y="0"/>
                </a:lnTo>
                <a:lnTo>
                  <a:pt x="2419917" y="0"/>
                </a:lnTo>
                <a:lnTo>
                  <a:pt x="2419917" y="2450549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046" name="Google Shape;2046;p38"/>
          <p:cNvGrpSpPr/>
          <p:nvPr/>
        </p:nvGrpSpPr>
        <p:grpSpPr>
          <a:xfrm>
            <a:off x="1863705" y="2148330"/>
            <a:ext cx="15464929" cy="2039351"/>
            <a:chOff x="0" y="-104775"/>
            <a:chExt cx="2666468" cy="351625"/>
          </a:xfrm>
        </p:grpSpPr>
        <p:sp>
          <p:nvSpPr>
            <p:cNvPr id="2047" name="Google Shape;2047;p38"/>
            <p:cNvSpPr/>
            <p:nvPr/>
          </p:nvSpPr>
          <p:spPr>
            <a:xfrm>
              <a:off x="0" y="0"/>
              <a:ext cx="2666468" cy="246850"/>
            </a:xfrm>
            <a:custGeom>
              <a:rect b="b" l="l" r="r" t="t"/>
              <a:pathLst>
                <a:path extrusionOk="0" h="246850" w="2666468">
                  <a:moveTo>
                    <a:pt x="0" y="0"/>
                  </a:moveTo>
                  <a:lnTo>
                    <a:pt x="2666468" y="0"/>
                  </a:lnTo>
                  <a:lnTo>
                    <a:pt x="2666468" y="246850"/>
                  </a:lnTo>
                  <a:lnTo>
                    <a:pt x="0" y="24685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2048" name="Google Shape;2048;p38"/>
            <p:cNvSpPr txBox="1"/>
            <p:nvPr/>
          </p:nvSpPr>
          <p:spPr>
            <a:xfrm>
              <a:off x="0" y="-104775"/>
              <a:ext cx="2666468" cy="3516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7575" lIns="77575" spcFirstLastPara="1" rIns="77575" wrap="square" tIns="77575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49" name="Google Shape;2049;p38"/>
          <p:cNvSpPr/>
          <p:nvPr/>
        </p:nvSpPr>
        <p:spPr>
          <a:xfrm>
            <a:off x="670151" y="2403126"/>
            <a:ext cx="2163282" cy="1903688"/>
          </a:xfrm>
          <a:custGeom>
            <a:rect b="b" l="l" r="r" t="t"/>
            <a:pathLst>
              <a:path extrusionOk="0" h="1903688" w="2163282">
                <a:moveTo>
                  <a:pt x="0" y="0"/>
                </a:moveTo>
                <a:lnTo>
                  <a:pt x="2163282" y="0"/>
                </a:lnTo>
                <a:lnTo>
                  <a:pt x="2163282" y="1903688"/>
                </a:lnTo>
                <a:lnTo>
                  <a:pt x="0" y="190368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1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050" name="Google Shape;2050;p38"/>
          <p:cNvGrpSpPr/>
          <p:nvPr/>
        </p:nvGrpSpPr>
        <p:grpSpPr>
          <a:xfrm>
            <a:off x="670151" y="2676885"/>
            <a:ext cx="16357185" cy="2293688"/>
            <a:chOff x="0" y="-171450"/>
            <a:chExt cx="21809580" cy="3058252"/>
          </a:xfrm>
        </p:grpSpPr>
        <p:sp>
          <p:nvSpPr>
            <p:cNvPr id="2051" name="Google Shape;2051;p38"/>
            <p:cNvSpPr txBox="1"/>
            <p:nvPr/>
          </p:nvSpPr>
          <p:spPr>
            <a:xfrm>
              <a:off x="3225255" y="-171450"/>
              <a:ext cx="15438538" cy="90086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998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666" u="none" cap="none" strike="noStrike">
                  <a:solidFill>
                    <a:srgbClr val="1A1A1A"/>
                  </a:solidFill>
                  <a:latin typeface="Arial"/>
                  <a:ea typeface="Arial"/>
                  <a:cs typeface="Arial"/>
                  <a:sym typeface="Arial"/>
                </a:rPr>
                <a:t>Trabajo en Equipo</a:t>
              </a:r>
              <a:endParaRPr/>
            </a:p>
          </p:txBody>
        </p:sp>
        <p:sp>
          <p:nvSpPr>
            <p:cNvPr id="2052" name="Google Shape;2052;p38"/>
            <p:cNvSpPr txBox="1"/>
            <p:nvPr/>
          </p:nvSpPr>
          <p:spPr>
            <a:xfrm>
              <a:off x="3259895" y="529503"/>
              <a:ext cx="18549685" cy="119370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314" u="none" cap="none" strike="noStrike">
                  <a:solidFill>
                    <a:srgbClr val="4A4A4A"/>
                  </a:solidFill>
                  <a:latin typeface="Arial"/>
                  <a:ea typeface="Arial"/>
                  <a:cs typeface="Arial"/>
                  <a:sym typeface="Arial"/>
                </a:rPr>
                <a:t>El desarrollo de Smartbids nos impulsó a la uso a trabajar como equipo para poder desarrollar una solución de calidad</a:t>
              </a:r>
              <a:r>
                <a:rPr b="0" i="0" lang="en-US" sz="2314" u="none" cap="none" strike="noStrike">
                  <a:solidFill>
                    <a:srgbClr val="4A4A4A"/>
                  </a:solidFill>
                  <a:latin typeface="Arial"/>
                  <a:ea typeface="Arial"/>
                  <a:cs typeface="Arial"/>
                  <a:sym typeface="Arial"/>
                </a:rPr>
                <a:t>. Logrando un mejor alcance profesional.</a:t>
              </a:r>
              <a:endParaRPr/>
            </a:p>
          </p:txBody>
        </p:sp>
        <p:sp>
          <p:nvSpPr>
            <p:cNvPr id="2053" name="Google Shape;2053;p38"/>
            <p:cNvSpPr/>
            <p:nvPr/>
          </p:nvSpPr>
          <p:spPr>
            <a:xfrm>
              <a:off x="0" y="2090681"/>
              <a:ext cx="3485788" cy="796121"/>
            </a:xfrm>
            <a:custGeom>
              <a:rect b="b" l="l" r="r" t="t"/>
              <a:pathLst>
                <a:path extrusionOk="0" h="310401" w="1359079">
                  <a:moveTo>
                    <a:pt x="0" y="0"/>
                  </a:moveTo>
                  <a:lnTo>
                    <a:pt x="1359079" y="0"/>
                  </a:lnTo>
                  <a:lnTo>
                    <a:pt x="1359079" y="310401"/>
                  </a:lnTo>
                  <a:lnTo>
                    <a:pt x="0" y="31040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2054" name="Google Shape;2054;p38"/>
            <p:cNvSpPr txBox="1"/>
            <p:nvPr/>
          </p:nvSpPr>
          <p:spPr>
            <a:xfrm>
              <a:off x="203175" y="2133004"/>
              <a:ext cx="2868729" cy="6214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0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2462" u="none" cap="none" strike="noStrike">
                  <a:solidFill>
                    <a:srgbClr val="1E1E1E"/>
                  </a:solidFill>
                  <a:latin typeface="Arial"/>
                  <a:ea typeface="Arial"/>
                  <a:cs typeface="Arial"/>
                  <a:sym typeface="Arial"/>
                </a:rPr>
                <a:t>PRISMA</a:t>
              </a:r>
              <a:endParaRPr/>
            </a:p>
          </p:txBody>
        </p:sp>
        <p:sp>
          <p:nvSpPr>
            <p:cNvPr id="2055" name="Google Shape;2055;p38"/>
            <p:cNvSpPr/>
            <p:nvPr/>
          </p:nvSpPr>
          <p:spPr>
            <a:xfrm>
              <a:off x="1058057" y="977621"/>
              <a:ext cx="807835" cy="807835"/>
            </a:xfrm>
            <a:custGeom>
              <a:rect b="b" l="l" r="r" t="t"/>
              <a:pathLst>
                <a:path extrusionOk="0" h="3282950" w="3282950">
                  <a:moveTo>
                    <a:pt x="0" y="0"/>
                  </a:moveTo>
                  <a:lnTo>
                    <a:pt x="2532380" y="0"/>
                  </a:lnTo>
                  <a:cubicBezTo>
                    <a:pt x="2946400" y="0"/>
                    <a:pt x="3282950" y="336550"/>
                    <a:pt x="3282950" y="750570"/>
                  </a:cubicBezTo>
                  <a:lnTo>
                    <a:pt x="3282950" y="3282950"/>
                  </a:lnTo>
                  <a:lnTo>
                    <a:pt x="0" y="328295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12">
                <a:alphaModFix/>
              </a:blip>
              <a:stretch>
                <a:fillRect b="-72522" l="-32988" r="-342614" t="-65279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056" name="Google Shape;2056;p38"/>
          <p:cNvGrpSpPr/>
          <p:nvPr/>
        </p:nvGrpSpPr>
        <p:grpSpPr>
          <a:xfrm>
            <a:off x="487647" y="3549660"/>
            <a:ext cx="17023492" cy="5456092"/>
            <a:chOff x="0" y="-2370124"/>
            <a:chExt cx="22697989" cy="7274790"/>
          </a:xfrm>
        </p:grpSpPr>
        <p:grpSp>
          <p:nvGrpSpPr>
            <p:cNvPr id="2057" name="Google Shape;2057;p38"/>
            <p:cNvGrpSpPr/>
            <p:nvPr/>
          </p:nvGrpSpPr>
          <p:grpSpPr>
            <a:xfrm>
              <a:off x="0" y="-2370124"/>
              <a:ext cx="22697989" cy="7274790"/>
              <a:chOff x="0" y="-276225"/>
              <a:chExt cx="2645328" cy="847837"/>
            </a:xfrm>
          </p:grpSpPr>
          <p:sp>
            <p:nvSpPr>
              <p:cNvPr id="2058" name="Google Shape;2058;p38"/>
              <p:cNvSpPr/>
              <p:nvPr/>
            </p:nvSpPr>
            <p:spPr>
              <a:xfrm>
                <a:off x="0" y="0"/>
                <a:ext cx="2645328" cy="571612"/>
              </a:xfrm>
              <a:custGeom>
                <a:rect b="b" l="l" r="r" t="t"/>
                <a:pathLst>
                  <a:path extrusionOk="0" h="571612" w="2645328">
                    <a:moveTo>
                      <a:pt x="0" y="0"/>
                    </a:moveTo>
                    <a:lnTo>
                      <a:pt x="2645328" y="0"/>
                    </a:lnTo>
                    <a:lnTo>
                      <a:pt x="2645328" y="571612"/>
                    </a:lnTo>
                    <a:lnTo>
                      <a:pt x="0" y="571612"/>
                    </a:lnTo>
                    <a:close/>
                  </a:path>
                </a:pathLst>
              </a:custGeom>
              <a:solidFill>
                <a:srgbClr val="C57677"/>
              </a:solidFill>
              <a:ln>
                <a:noFill/>
              </a:ln>
            </p:spPr>
          </p:sp>
          <p:sp>
            <p:nvSpPr>
              <p:cNvPr id="2059" name="Google Shape;2059;p38"/>
              <p:cNvSpPr txBox="1"/>
              <p:nvPr/>
            </p:nvSpPr>
            <p:spPr>
              <a:xfrm>
                <a:off x="0" y="-276225"/>
                <a:ext cx="2645328" cy="84783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2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060" name="Google Shape;2060;p38"/>
            <p:cNvGrpSpPr/>
            <p:nvPr/>
          </p:nvGrpSpPr>
          <p:grpSpPr>
            <a:xfrm>
              <a:off x="500826" y="-368550"/>
              <a:ext cx="21720695" cy="4862909"/>
              <a:chOff x="0" y="-276225"/>
              <a:chExt cx="2531430" cy="566745"/>
            </a:xfrm>
          </p:grpSpPr>
          <p:sp>
            <p:nvSpPr>
              <p:cNvPr id="2061" name="Google Shape;2061;p38"/>
              <p:cNvSpPr/>
              <p:nvPr/>
            </p:nvSpPr>
            <p:spPr>
              <a:xfrm>
                <a:off x="0" y="0"/>
                <a:ext cx="2531430" cy="290520"/>
              </a:xfrm>
              <a:custGeom>
                <a:rect b="b" l="l" r="r" t="t"/>
                <a:pathLst>
                  <a:path extrusionOk="0" h="290520" w="2531430">
                    <a:moveTo>
                      <a:pt x="0" y="0"/>
                    </a:moveTo>
                    <a:lnTo>
                      <a:pt x="2531430" y="0"/>
                    </a:lnTo>
                    <a:lnTo>
                      <a:pt x="2531430" y="290520"/>
                    </a:lnTo>
                    <a:lnTo>
                      <a:pt x="0" y="290520"/>
                    </a:lnTo>
                    <a:close/>
                  </a:path>
                </a:pathLst>
              </a:custGeom>
              <a:solidFill>
                <a:srgbClr val="F8FAFC"/>
              </a:solidFill>
              <a:ln>
                <a:noFill/>
              </a:ln>
            </p:spPr>
          </p:sp>
          <p:sp>
            <p:nvSpPr>
              <p:cNvPr id="2062" name="Google Shape;2062;p38"/>
              <p:cNvSpPr txBox="1"/>
              <p:nvPr/>
            </p:nvSpPr>
            <p:spPr>
              <a:xfrm>
                <a:off x="0" y="-276225"/>
                <a:ext cx="2531430" cy="56674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2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063" name="Google Shape;2063;p38"/>
            <p:cNvGrpSpPr/>
            <p:nvPr/>
          </p:nvGrpSpPr>
          <p:grpSpPr>
            <a:xfrm>
              <a:off x="500826" y="-1949873"/>
              <a:ext cx="21720695" cy="3721643"/>
              <a:chOff x="0" y="-276225"/>
              <a:chExt cx="2531430" cy="433737"/>
            </a:xfrm>
          </p:grpSpPr>
          <p:sp>
            <p:nvSpPr>
              <p:cNvPr id="2064" name="Google Shape;2064;p38"/>
              <p:cNvSpPr/>
              <p:nvPr/>
            </p:nvSpPr>
            <p:spPr>
              <a:xfrm>
                <a:off x="0" y="0"/>
                <a:ext cx="2531430" cy="157512"/>
              </a:xfrm>
              <a:custGeom>
                <a:rect b="b" l="l" r="r" t="t"/>
                <a:pathLst>
                  <a:path extrusionOk="0" h="157512" w="2531430">
                    <a:moveTo>
                      <a:pt x="0" y="0"/>
                    </a:moveTo>
                    <a:lnTo>
                      <a:pt x="2531430" y="0"/>
                    </a:lnTo>
                    <a:lnTo>
                      <a:pt x="2531430" y="157512"/>
                    </a:lnTo>
                    <a:lnTo>
                      <a:pt x="0" y="157512"/>
                    </a:lnTo>
                    <a:close/>
                  </a:path>
                </a:pathLst>
              </a:custGeom>
              <a:solidFill>
                <a:srgbClr val="F8FAFC"/>
              </a:solidFill>
              <a:ln>
                <a:noFill/>
              </a:ln>
            </p:spPr>
          </p:sp>
          <p:sp>
            <p:nvSpPr>
              <p:cNvPr id="2065" name="Google Shape;2065;p38"/>
              <p:cNvSpPr txBox="1"/>
              <p:nvPr/>
            </p:nvSpPr>
            <p:spPr>
              <a:xfrm>
                <a:off x="0" y="-276225"/>
                <a:ext cx="2531430" cy="43373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2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066" name="Google Shape;2066;p38"/>
            <p:cNvSpPr/>
            <p:nvPr/>
          </p:nvSpPr>
          <p:spPr>
            <a:xfrm>
              <a:off x="15028985" y="683801"/>
              <a:ext cx="6870162" cy="824419"/>
            </a:xfrm>
            <a:custGeom>
              <a:rect b="b" l="l" r="r" t="t"/>
              <a:pathLst>
                <a:path extrusionOk="0" h="824419" w="6870162">
                  <a:moveTo>
                    <a:pt x="0" y="0"/>
                  </a:moveTo>
                  <a:lnTo>
                    <a:pt x="6870162" y="0"/>
                  </a:lnTo>
                  <a:lnTo>
                    <a:pt x="6870162" y="824420"/>
                  </a:lnTo>
                  <a:lnTo>
                    <a:pt x="0" y="82442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1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2067" name="Google Shape;2067;p38"/>
            <p:cNvSpPr txBox="1"/>
            <p:nvPr/>
          </p:nvSpPr>
          <p:spPr>
            <a:xfrm>
              <a:off x="723474" y="2034698"/>
              <a:ext cx="21251040" cy="218161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5003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804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Optimizar los dashboards de Productos y Competencia, completar la integración y despliegue del modelo predictivo, y realizar pruebas integrales para validar el funcionamiento de SmartBids.</a:t>
              </a:r>
              <a:endParaRPr/>
            </a:p>
          </p:txBody>
        </p:sp>
        <p:sp>
          <p:nvSpPr>
            <p:cNvPr id="2068" name="Google Shape;2068;p38"/>
            <p:cNvSpPr txBox="1"/>
            <p:nvPr/>
          </p:nvSpPr>
          <p:spPr>
            <a:xfrm>
              <a:off x="7624227" y="147155"/>
              <a:ext cx="7093866" cy="13610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20002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431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Próximos Pasos:</a:t>
              </a:r>
              <a:endParaRPr/>
            </a:p>
          </p:txBody>
        </p:sp>
        <p:sp>
          <p:nvSpPr>
            <p:cNvPr id="2069" name="Google Shape;2069;p38"/>
            <p:cNvSpPr/>
            <p:nvPr/>
          </p:nvSpPr>
          <p:spPr>
            <a:xfrm>
              <a:off x="754065" y="683801"/>
              <a:ext cx="6870162" cy="824419"/>
            </a:xfrm>
            <a:custGeom>
              <a:rect b="b" l="l" r="r" t="t"/>
              <a:pathLst>
                <a:path extrusionOk="0" h="824419" w="6870162">
                  <a:moveTo>
                    <a:pt x="0" y="0"/>
                  </a:moveTo>
                  <a:lnTo>
                    <a:pt x="6870162" y="0"/>
                  </a:lnTo>
                  <a:lnTo>
                    <a:pt x="6870162" y="824420"/>
                  </a:lnTo>
                  <a:lnTo>
                    <a:pt x="0" y="82442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1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  <p:sp>
        <p:nvSpPr>
          <p:cNvPr id="2070" name="Google Shape;2070;p38"/>
          <p:cNvSpPr/>
          <p:nvPr/>
        </p:nvSpPr>
        <p:spPr>
          <a:xfrm rot="5554315">
            <a:off x="12461614" y="5841905"/>
            <a:ext cx="471110" cy="564204"/>
          </a:xfrm>
          <a:custGeom>
            <a:rect b="b" l="l" r="r" t="t"/>
            <a:pathLst>
              <a:path extrusionOk="0" h="564204" w="471110">
                <a:moveTo>
                  <a:pt x="0" y="0"/>
                </a:moveTo>
                <a:lnTo>
                  <a:pt x="471110" y="0"/>
                </a:lnTo>
                <a:lnTo>
                  <a:pt x="471110" y="564204"/>
                </a:lnTo>
                <a:lnTo>
                  <a:pt x="0" y="56420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71" name="Google Shape;2071;p38"/>
          <p:cNvSpPr/>
          <p:nvPr/>
        </p:nvSpPr>
        <p:spPr>
          <a:xfrm rot="5554315">
            <a:off x="3432192" y="5841905"/>
            <a:ext cx="471110" cy="564204"/>
          </a:xfrm>
          <a:custGeom>
            <a:rect b="b" l="l" r="r" t="t"/>
            <a:pathLst>
              <a:path extrusionOk="0" h="564204" w="471110">
                <a:moveTo>
                  <a:pt x="0" y="0"/>
                </a:moveTo>
                <a:lnTo>
                  <a:pt x="471110" y="0"/>
                </a:lnTo>
                <a:lnTo>
                  <a:pt x="471110" y="564204"/>
                </a:lnTo>
                <a:lnTo>
                  <a:pt x="0" y="56420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72" name="Google Shape;2072;p38"/>
          <p:cNvSpPr/>
          <p:nvPr/>
        </p:nvSpPr>
        <p:spPr>
          <a:xfrm flipH="1" rot="5173207">
            <a:off x="15756083" y="5847568"/>
            <a:ext cx="471110" cy="564204"/>
          </a:xfrm>
          <a:custGeom>
            <a:rect b="b" l="l" r="r" t="t"/>
            <a:pathLst>
              <a:path extrusionOk="0" h="564204" w="471110">
                <a:moveTo>
                  <a:pt x="471110" y="0"/>
                </a:moveTo>
                <a:lnTo>
                  <a:pt x="0" y="0"/>
                </a:lnTo>
                <a:lnTo>
                  <a:pt x="0" y="564204"/>
                </a:lnTo>
                <a:lnTo>
                  <a:pt x="471110" y="564204"/>
                </a:lnTo>
                <a:lnTo>
                  <a:pt x="471110" y="0"/>
                </a:lnTo>
                <a:close/>
              </a:path>
            </a:pathLst>
          </a:custGeom>
          <a:blipFill rotWithShape="1">
            <a:blip r:embed="rId1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73" name="Google Shape;2073;p38"/>
          <p:cNvSpPr txBox="1"/>
          <p:nvPr/>
        </p:nvSpPr>
        <p:spPr>
          <a:xfrm>
            <a:off x="2383065" y="-167246"/>
            <a:ext cx="12931356" cy="21156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580" u="none" cap="none" strike="noStrike">
                <a:solidFill>
                  <a:srgbClr val="000000"/>
                </a:solidFill>
                <a:latin typeface="Ultra"/>
                <a:ea typeface="Ultra"/>
                <a:cs typeface="Ultra"/>
                <a:sym typeface="Ultra"/>
              </a:rPr>
              <a:t>XI.- CONCLUSIONES Y PRÓXIMOS PASOS</a:t>
            </a:r>
            <a:endParaRPr/>
          </a:p>
        </p:txBody>
      </p:sp>
      <p:sp>
        <p:nvSpPr>
          <p:cNvPr id="2074" name="Google Shape;2074;p38"/>
          <p:cNvSpPr txBox="1"/>
          <p:nvPr/>
        </p:nvSpPr>
        <p:spPr>
          <a:xfrm>
            <a:off x="17663375" y="9579067"/>
            <a:ext cx="1524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56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38</a:t>
            </a:r>
            <a:endParaRPr/>
          </a:p>
        </p:txBody>
      </p:sp>
    </p:spTree>
  </p:cSld>
  <p:clrMapOvr>
    <a:masterClrMapping/>
  </p:clrMapOvr>
  <p:transition spd="slow">
    <p:push/>
  </p:transition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8" name="Shape 20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9" name="Google Shape;2079;p39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5443" r="-5443" t="0"/>
            </a:stretch>
          </a:blipFill>
          <a:ln>
            <a:noFill/>
          </a:ln>
        </p:spPr>
      </p:sp>
      <p:grpSp>
        <p:nvGrpSpPr>
          <p:cNvPr id="2080" name="Google Shape;2080;p39"/>
          <p:cNvGrpSpPr/>
          <p:nvPr/>
        </p:nvGrpSpPr>
        <p:grpSpPr>
          <a:xfrm>
            <a:off x="-22436" y="-1368585"/>
            <a:ext cx="18332871" cy="3121052"/>
            <a:chOff x="0" y="-276225"/>
            <a:chExt cx="4828411" cy="822006"/>
          </a:xfrm>
        </p:grpSpPr>
        <p:sp>
          <p:nvSpPr>
            <p:cNvPr id="2081" name="Google Shape;2081;p39"/>
            <p:cNvSpPr/>
            <p:nvPr/>
          </p:nvSpPr>
          <p:spPr>
            <a:xfrm>
              <a:off x="0" y="0"/>
              <a:ext cx="4828411" cy="545781"/>
            </a:xfrm>
            <a:custGeom>
              <a:rect b="b" l="l" r="r" t="t"/>
              <a:pathLst>
                <a:path extrusionOk="0" h="545781" w="4828411">
                  <a:moveTo>
                    <a:pt x="0" y="0"/>
                  </a:moveTo>
                  <a:lnTo>
                    <a:pt x="4828411" y="0"/>
                  </a:lnTo>
                  <a:lnTo>
                    <a:pt x="4828411" y="545781"/>
                  </a:lnTo>
                  <a:lnTo>
                    <a:pt x="0" y="545781"/>
                  </a:lnTo>
                  <a:close/>
                </a:path>
              </a:pathLst>
            </a:custGeom>
            <a:solidFill>
              <a:srgbClr val="FF5757"/>
            </a:solidFill>
            <a:ln>
              <a:noFill/>
            </a:ln>
          </p:spPr>
        </p:sp>
        <p:sp>
          <p:nvSpPr>
            <p:cNvPr id="2082" name="Google Shape;2082;p39"/>
            <p:cNvSpPr txBox="1"/>
            <p:nvPr/>
          </p:nvSpPr>
          <p:spPr>
            <a:xfrm>
              <a:off x="0" y="-276225"/>
              <a:ext cx="4828411" cy="8220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83" name="Google Shape;2083;p39"/>
          <p:cNvSpPr/>
          <p:nvPr/>
        </p:nvSpPr>
        <p:spPr>
          <a:xfrm>
            <a:off x="17899678" y="8523893"/>
            <a:ext cx="1699256" cy="1019554"/>
          </a:xfrm>
          <a:custGeom>
            <a:rect b="b" l="l" r="r" t="t"/>
            <a:pathLst>
              <a:path extrusionOk="0" h="1019554" w="1699256">
                <a:moveTo>
                  <a:pt x="0" y="0"/>
                </a:moveTo>
                <a:lnTo>
                  <a:pt x="1699257" y="0"/>
                </a:lnTo>
                <a:lnTo>
                  <a:pt x="1699257" y="1019554"/>
                </a:lnTo>
                <a:lnTo>
                  <a:pt x="0" y="101955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84" name="Google Shape;2084;p39"/>
          <p:cNvSpPr/>
          <p:nvPr/>
        </p:nvSpPr>
        <p:spPr>
          <a:xfrm rot="-5400000">
            <a:off x="17349035" y="285844"/>
            <a:ext cx="2304785" cy="2333959"/>
          </a:xfrm>
          <a:custGeom>
            <a:rect b="b" l="l" r="r" t="t"/>
            <a:pathLst>
              <a:path extrusionOk="0" h="2333959" w="2304785">
                <a:moveTo>
                  <a:pt x="0" y="0"/>
                </a:moveTo>
                <a:lnTo>
                  <a:pt x="2304785" y="0"/>
                </a:lnTo>
                <a:lnTo>
                  <a:pt x="2304785" y="2333960"/>
                </a:lnTo>
                <a:lnTo>
                  <a:pt x="0" y="233396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85" name="Google Shape;2085;p39"/>
          <p:cNvSpPr/>
          <p:nvPr/>
        </p:nvSpPr>
        <p:spPr>
          <a:xfrm>
            <a:off x="-1027496" y="8529558"/>
            <a:ext cx="1491022" cy="952391"/>
          </a:xfrm>
          <a:custGeom>
            <a:rect b="b" l="l" r="r" t="t"/>
            <a:pathLst>
              <a:path extrusionOk="0" h="952391" w="1491022">
                <a:moveTo>
                  <a:pt x="0" y="0"/>
                </a:moveTo>
                <a:lnTo>
                  <a:pt x="1491022" y="0"/>
                </a:lnTo>
                <a:lnTo>
                  <a:pt x="1491022" y="952390"/>
                </a:lnTo>
                <a:lnTo>
                  <a:pt x="0" y="95239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86" name="Google Shape;2086;p39"/>
          <p:cNvSpPr/>
          <p:nvPr/>
        </p:nvSpPr>
        <p:spPr>
          <a:xfrm>
            <a:off x="3667747" y="10064402"/>
            <a:ext cx="10952506" cy="1880464"/>
          </a:xfrm>
          <a:custGeom>
            <a:rect b="b" l="l" r="r" t="t"/>
            <a:pathLst>
              <a:path extrusionOk="0" h="1880464" w="10952506">
                <a:moveTo>
                  <a:pt x="0" y="0"/>
                </a:moveTo>
                <a:lnTo>
                  <a:pt x="10952506" y="0"/>
                </a:lnTo>
                <a:lnTo>
                  <a:pt x="10952506" y="1880464"/>
                </a:lnTo>
                <a:lnTo>
                  <a:pt x="0" y="188046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-2157" r="-2202" t="-59556"/>
            </a:stretch>
          </a:blipFill>
          <a:ln>
            <a:noFill/>
          </a:ln>
        </p:spPr>
      </p:sp>
      <p:sp>
        <p:nvSpPr>
          <p:cNvPr id="2087" name="Google Shape;2087;p39"/>
          <p:cNvSpPr/>
          <p:nvPr/>
        </p:nvSpPr>
        <p:spPr>
          <a:xfrm>
            <a:off x="-1027496" y="8529558"/>
            <a:ext cx="1491022" cy="952391"/>
          </a:xfrm>
          <a:custGeom>
            <a:rect b="b" l="l" r="r" t="t"/>
            <a:pathLst>
              <a:path extrusionOk="0" h="952391" w="1491022">
                <a:moveTo>
                  <a:pt x="0" y="0"/>
                </a:moveTo>
                <a:lnTo>
                  <a:pt x="1491022" y="0"/>
                </a:lnTo>
                <a:lnTo>
                  <a:pt x="1491022" y="952390"/>
                </a:lnTo>
                <a:lnTo>
                  <a:pt x="0" y="95239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88" name="Google Shape;2088;p39"/>
          <p:cNvSpPr/>
          <p:nvPr/>
        </p:nvSpPr>
        <p:spPr>
          <a:xfrm rot="5400000">
            <a:off x="-1406533" y="2501433"/>
            <a:ext cx="2419917" cy="2450549"/>
          </a:xfrm>
          <a:custGeom>
            <a:rect b="b" l="l" r="r" t="t"/>
            <a:pathLst>
              <a:path extrusionOk="0" h="2450549" w="2419917">
                <a:moveTo>
                  <a:pt x="2419917" y="2450549"/>
                </a:moveTo>
                <a:lnTo>
                  <a:pt x="0" y="2450549"/>
                </a:lnTo>
                <a:lnTo>
                  <a:pt x="0" y="0"/>
                </a:lnTo>
                <a:lnTo>
                  <a:pt x="2419917" y="0"/>
                </a:lnTo>
                <a:lnTo>
                  <a:pt x="2419917" y="2450549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089" name="Google Shape;2089;p39"/>
          <p:cNvGrpSpPr/>
          <p:nvPr/>
        </p:nvGrpSpPr>
        <p:grpSpPr>
          <a:xfrm>
            <a:off x="665125" y="4238424"/>
            <a:ext cx="16628799" cy="3119956"/>
            <a:chOff x="0" y="-612148"/>
            <a:chExt cx="22171731" cy="4159942"/>
          </a:xfrm>
        </p:grpSpPr>
        <p:grpSp>
          <p:nvGrpSpPr>
            <p:cNvPr id="2090" name="Google Shape;2090;p39"/>
            <p:cNvGrpSpPr/>
            <p:nvPr/>
          </p:nvGrpSpPr>
          <p:grpSpPr>
            <a:xfrm>
              <a:off x="1349774" y="-612148"/>
              <a:ext cx="20821957" cy="3760854"/>
              <a:chOff x="0" y="-104775"/>
              <a:chExt cx="2692596" cy="486336"/>
            </a:xfrm>
          </p:grpSpPr>
          <p:sp>
            <p:nvSpPr>
              <p:cNvPr id="2091" name="Google Shape;2091;p39"/>
              <p:cNvSpPr/>
              <p:nvPr/>
            </p:nvSpPr>
            <p:spPr>
              <a:xfrm>
                <a:off x="0" y="0"/>
                <a:ext cx="2692596" cy="381561"/>
              </a:xfrm>
              <a:custGeom>
                <a:rect b="b" l="l" r="r" t="t"/>
                <a:pathLst>
                  <a:path extrusionOk="0" h="381561" w="2692596">
                    <a:moveTo>
                      <a:pt x="0" y="0"/>
                    </a:moveTo>
                    <a:lnTo>
                      <a:pt x="2692596" y="0"/>
                    </a:lnTo>
                    <a:lnTo>
                      <a:pt x="2692596" y="381561"/>
                    </a:lnTo>
                    <a:lnTo>
                      <a:pt x="0" y="38156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092" name="Google Shape;2092;p39"/>
              <p:cNvSpPr txBox="1"/>
              <p:nvPr/>
            </p:nvSpPr>
            <p:spPr>
              <a:xfrm>
                <a:off x="0" y="-104775"/>
                <a:ext cx="2692596" cy="48633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093" name="Google Shape;2093;p39"/>
            <p:cNvGrpSpPr/>
            <p:nvPr/>
          </p:nvGrpSpPr>
          <p:grpSpPr>
            <a:xfrm>
              <a:off x="1432431" y="504592"/>
              <a:ext cx="166251" cy="1998141"/>
              <a:chOff x="0" y="-38100"/>
              <a:chExt cx="108838" cy="1308100"/>
            </a:xfrm>
          </p:grpSpPr>
          <p:sp>
            <p:nvSpPr>
              <p:cNvPr id="2094" name="Google Shape;2094;p39"/>
              <p:cNvSpPr/>
              <p:nvPr/>
            </p:nvSpPr>
            <p:spPr>
              <a:xfrm>
                <a:off x="0" y="0"/>
                <a:ext cx="108838" cy="1270000"/>
              </a:xfrm>
              <a:custGeom>
                <a:rect b="b" l="l" r="r" t="t"/>
                <a:pathLst>
                  <a:path extrusionOk="0" h="1270000" w="108838">
                    <a:moveTo>
                      <a:pt x="10884" y="0"/>
                    </a:moveTo>
                    <a:lnTo>
                      <a:pt x="97954" y="0"/>
                    </a:lnTo>
                    <a:cubicBezTo>
                      <a:pt x="100840" y="0"/>
                      <a:pt x="103609" y="1070"/>
                      <a:pt x="105650" y="2976"/>
                    </a:cubicBezTo>
                    <a:cubicBezTo>
                      <a:pt x="107691" y="4881"/>
                      <a:pt x="108838" y="7465"/>
                      <a:pt x="108838" y="10160"/>
                    </a:cubicBezTo>
                    <a:lnTo>
                      <a:pt x="108838" y="1259840"/>
                    </a:lnTo>
                    <a:cubicBezTo>
                      <a:pt x="108838" y="1262535"/>
                      <a:pt x="107691" y="1265119"/>
                      <a:pt x="105650" y="1267024"/>
                    </a:cubicBezTo>
                    <a:cubicBezTo>
                      <a:pt x="103609" y="1268930"/>
                      <a:pt x="100840" y="1270000"/>
                      <a:pt x="97954" y="1270000"/>
                    </a:cubicBezTo>
                    <a:lnTo>
                      <a:pt x="10884" y="1270000"/>
                    </a:lnTo>
                    <a:cubicBezTo>
                      <a:pt x="7997" y="1270000"/>
                      <a:pt x="5229" y="1268930"/>
                      <a:pt x="3188" y="1267024"/>
                    </a:cubicBezTo>
                    <a:cubicBezTo>
                      <a:pt x="1147" y="1265119"/>
                      <a:pt x="0" y="1262535"/>
                      <a:pt x="0" y="1259840"/>
                    </a:cubicBezTo>
                    <a:lnTo>
                      <a:pt x="0" y="10160"/>
                    </a:lnTo>
                    <a:cubicBezTo>
                      <a:pt x="0" y="4549"/>
                      <a:pt x="4873" y="0"/>
                      <a:pt x="10884" y="0"/>
                    </a:cubicBezTo>
                    <a:close/>
                  </a:path>
                </a:pathLst>
              </a:custGeom>
              <a:solidFill>
                <a:srgbClr val="F4961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95" name="Google Shape;2095;p39"/>
              <p:cNvSpPr txBox="1"/>
              <p:nvPr/>
            </p:nvSpPr>
            <p:spPr>
              <a:xfrm>
                <a:off x="0" y="-38100"/>
                <a:ext cx="108838" cy="1308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l">
                  <a:lnSpc>
                    <a:spcPct val="93277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096" name="Google Shape;2096;p39"/>
            <p:cNvSpPr txBox="1"/>
            <p:nvPr/>
          </p:nvSpPr>
          <p:spPr>
            <a:xfrm>
              <a:off x="3262226" y="26631"/>
              <a:ext cx="15521353" cy="90086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998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666" u="none" cap="none" strike="noStrike">
                  <a:solidFill>
                    <a:srgbClr val="1A1A1A"/>
                  </a:solidFill>
                  <a:latin typeface="Arial"/>
                  <a:ea typeface="Arial"/>
                  <a:cs typeface="Arial"/>
                  <a:sym typeface="Arial"/>
                </a:rPr>
                <a:t>Solución Real</a:t>
              </a:r>
              <a:endParaRPr/>
            </a:p>
          </p:txBody>
        </p:sp>
        <p:sp>
          <p:nvSpPr>
            <p:cNvPr id="2097" name="Google Shape;2097;p39"/>
            <p:cNvSpPr/>
            <p:nvPr/>
          </p:nvSpPr>
          <p:spPr>
            <a:xfrm>
              <a:off x="0" y="0"/>
              <a:ext cx="2699547" cy="2699547"/>
            </a:xfrm>
            <a:custGeom>
              <a:rect b="b" l="l" r="r" t="t"/>
              <a:pathLst>
                <a:path extrusionOk="0" h="3282950" w="3282950">
                  <a:moveTo>
                    <a:pt x="0" y="0"/>
                  </a:moveTo>
                  <a:lnTo>
                    <a:pt x="2532380" y="0"/>
                  </a:lnTo>
                  <a:cubicBezTo>
                    <a:pt x="2946400" y="0"/>
                    <a:pt x="3282950" y="336550"/>
                    <a:pt x="3282950" y="750570"/>
                  </a:cubicBezTo>
                  <a:lnTo>
                    <a:pt x="3282950" y="3282950"/>
                  </a:lnTo>
                  <a:lnTo>
                    <a:pt x="0" y="328295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9">
                <a:alphaModFix/>
              </a:blip>
              <a:stretch>
                <a:fillRect b="-70430" l="-4634" r="-6596" t="-27312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8" name="Google Shape;2098;p39"/>
            <p:cNvSpPr/>
            <p:nvPr/>
          </p:nvSpPr>
          <p:spPr>
            <a:xfrm>
              <a:off x="6860" y="2699547"/>
              <a:ext cx="3485630" cy="848247"/>
            </a:xfrm>
            <a:custGeom>
              <a:rect b="b" l="l" r="r" t="t"/>
              <a:pathLst>
                <a:path extrusionOk="0" h="323103" w="1327699">
                  <a:moveTo>
                    <a:pt x="0" y="0"/>
                  </a:moveTo>
                  <a:lnTo>
                    <a:pt x="1327699" y="0"/>
                  </a:lnTo>
                  <a:lnTo>
                    <a:pt x="1327699" y="323103"/>
                  </a:lnTo>
                  <a:lnTo>
                    <a:pt x="0" y="32310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2099" name="Google Shape;2099;p39"/>
            <p:cNvSpPr txBox="1"/>
            <p:nvPr/>
          </p:nvSpPr>
          <p:spPr>
            <a:xfrm>
              <a:off x="324400" y="2777169"/>
              <a:ext cx="2937827" cy="5071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1994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Nicolás Muñoz</a:t>
              </a:r>
              <a:endParaRPr/>
            </a:p>
          </p:txBody>
        </p:sp>
        <p:sp>
          <p:nvSpPr>
            <p:cNvPr id="2100" name="Google Shape;2100;p39"/>
            <p:cNvSpPr txBox="1"/>
            <p:nvPr/>
          </p:nvSpPr>
          <p:spPr>
            <a:xfrm>
              <a:off x="3262226" y="794149"/>
              <a:ext cx="18555996" cy="21595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114" u="none" cap="none" strike="noStrike">
                  <a:solidFill>
                    <a:srgbClr val="4A4A4A"/>
                  </a:solidFill>
                  <a:latin typeface="Arial"/>
                  <a:ea typeface="Arial"/>
                  <a:cs typeface="Arial"/>
                  <a:sym typeface="Arial"/>
                </a:rPr>
                <a:t>El desarrollo de SmartBids demostró la importancia de estructurar una arquitectura sólida desde el inicio. </a:t>
              </a:r>
              <a:r>
                <a:rPr b="0" i="0" lang="en-US" sz="2114" u="none" cap="none" strike="noStrike">
                  <a:solidFill>
                    <a:srgbClr val="4A4A4A"/>
                  </a:solidFill>
                  <a:latin typeface="Arial"/>
                  <a:ea typeface="Arial"/>
                  <a:cs typeface="Arial"/>
                  <a:sym typeface="Arial"/>
                </a:rPr>
                <a:t>Lograr que el flujo entre la base de datos, el backend y la interfaz operara de forma fluida y segura fue clave para convertir un volumen masivo de datos en una plataforma ágil, estable y orientada a resolver un problema concreto</a:t>
              </a:r>
              <a:endParaRPr/>
            </a:p>
          </p:txBody>
        </p:sp>
      </p:grpSp>
      <p:grpSp>
        <p:nvGrpSpPr>
          <p:cNvPr id="2101" name="Google Shape;2101;p39"/>
          <p:cNvGrpSpPr/>
          <p:nvPr/>
        </p:nvGrpSpPr>
        <p:grpSpPr>
          <a:xfrm>
            <a:off x="665125" y="1646607"/>
            <a:ext cx="16663510" cy="2822244"/>
            <a:chOff x="0" y="-329535"/>
            <a:chExt cx="22218013" cy="3762992"/>
          </a:xfrm>
        </p:grpSpPr>
        <p:grpSp>
          <p:nvGrpSpPr>
            <p:cNvPr id="2102" name="Google Shape;2102;p39"/>
            <p:cNvGrpSpPr/>
            <p:nvPr/>
          </p:nvGrpSpPr>
          <p:grpSpPr>
            <a:xfrm>
              <a:off x="1598107" y="-329535"/>
              <a:ext cx="20619906" cy="2719135"/>
              <a:chOff x="0" y="-104775"/>
              <a:chExt cx="2666468" cy="351625"/>
            </a:xfrm>
          </p:grpSpPr>
          <p:sp>
            <p:nvSpPr>
              <p:cNvPr id="2103" name="Google Shape;2103;p39"/>
              <p:cNvSpPr/>
              <p:nvPr/>
            </p:nvSpPr>
            <p:spPr>
              <a:xfrm>
                <a:off x="0" y="0"/>
                <a:ext cx="2666468" cy="246850"/>
              </a:xfrm>
              <a:custGeom>
                <a:rect b="b" l="l" r="r" t="t"/>
                <a:pathLst>
                  <a:path extrusionOk="0" h="246850" w="2666468">
                    <a:moveTo>
                      <a:pt x="0" y="0"/>
                    </a:moveTo>
                    <a:lnTo>
                      <a:pt x="2666468" y="0"/>
                    </a:lnTo>
                    <a:lnTo>
                      <a:pt x="2666468" y="246850"/>
                    </a:lnTo>
                    <a:lnTo>
                      <a:pt x="0" y="24685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104" name="Google Shape;2104;p39"/>
              <p:cNvSpPr txBox="1"/>
              <p:nvPr/>
            </p:nvSpPr>
            <p:spPr>
              <a:xfrm>
                <a:off x="0" y="-104775"/>
                <a:ext cx="2666468" cy="3516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105" name="Google Shape;2105;p39"/>
            <p:cNvGrpSpPr/>
            <p:nvPr/>
          </p:nvGrpSpPr>
          <p:grpSpPr>
            <a:xfrm>
              <a:off x="1432431" y="391459"/>
              <a:ext cx="165676" cy="1998141"/>
              <a:chOff x="0" y="-38100"/>
              <a:chExt cx="108461" cy="1308100"/>
            </a:xfrm>
          </p:grpSpPr>
          <p:sp>
            <p:nvSpPr>
              <p:cNvPr id="2106" name="Google Shape;2106;p39"/>
              <p:cNvSpPr/>
              <p:nvPr/>
            </p:nvSpPr>
            <p:spPr>
              <a:xfrm>
                <a:off x="0" y="0"/>
                <a:ext cx="108461" cy="1270000"/>
              </a:xfrm>
              <a:custGeom>
                <a:rect b="b" l="l" r="r" t="t"/>
                <a:pathLst>
                  <a:path extrusionOk="0" h="1270000" w="108461">
                    <a:moveTo>
                      <a:pt x="10846" y="0"/>
                    </a:moveTo>
                    <a:lnTo>
                      <a:pt x="97615" y="0"/>
                    </a:lnTo>
                    <a:cubicBezTo>
                      <a:pt x="100491" y="0"/>
                      <a:pt x="103250" y="1070"/>
                      <a:pt x="105284" y="2976"/>
                    </a:cubicBezTo>
                    <a:cubicBezTo>
                      <a:pt x="107318" y="4881"/>
                      <a:pt x="108461" y="7465"/>
                      <a:pt x="108461" y="10160"/>
                    </a:cubicBezTo>
                    <a:lnTo>
                      <a:pt x="108461" y="1259840"/>
                    </a:lnTo>
                    <a:cubicBezTo>
                      <a:pt x="108461" y="1262535"/>
                      <a:pt x="107318" y="1265119"/>
                      <a:pt x="105284" y="1267024"/>
                    </a:cubicBezTo>
                    <a:cubicBezTo>
                      <a:pt x="103250" y="1268930"/>
                      <a:pt x="100491" y="1270000"/>
                      <a:pt x="97615" y="1270000"/>
                    </a:cubicBezTo>
                    <a:lnTo>
                      <a:pt x="10846" y="1270000"/>
                    </a:lnTo>
                    <a:cubicBezTo>
                      <a:pt x="7970" y="1270000"/>
                      <a:pt x="5211" y="1268930"/>
                      <a:pt x="3177" y="1267024"/>
                    </a:cubicBezTo>
                    <a:cubicBezTo>
                      <a:pt x="1143" y="1265119"/>
                      <a:pt x="0" y="1262535"/>
                      <a:pt x="0" y="1259840"/>
                    </a:cubicBezTo>
                    <a:lnTo>
                      <a:pt x="0" y="10160"/>
                    </a:lnTo>
                    <a:cubicBezTo>
                      <a:pt x="0" y="4549"/>
                      <a:pt x="4856" y="0"/>
                      <a:pt x="10846" y="0"/>
                    </a:cubicBezTo>
                    <a:close/>
                  </a:path>
                </a:pathLst>
              </a:custGeom>
              <a:solidFill>
                <a:srgbClr val="7ED95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07" name="Google Shape;2107;p39"/>
              <p:cNvSpPr txBox="1"/>
              <p:nvPr/>
            </p:nvSpPr>
            <p:spPr>
              <a:xfrm>
                <a:off x="0" y="-38100"/>
                <a:ext cx="108461" cy="1308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l">
                  <a:lnSpc>
                    <a:spcPct val="93277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108" name="Google Shape;2108;p39"/>
            <p:cNvSpPr txBox="1"/>
            <p:nvPr/>
          </p:nvSpPr>
          <p:spPr>
            <a:xfrm>
              <a:off x="3231957" y="375204"/>
              <a:ext cx="15438538" cy="90086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998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666" u="none" cap="none" strike="noStrike">
                  <a:solidFill>
                    <a:srgbClr val="1A1A1A"/>
                  </a:solidFill>
                  <a:latin typeface="Arial"/>
                  <a:ea typeface="Arial"/>
                  <a:cs typeface="Arial"/>
                  <a:sym typeface="Arial"/>
                </a:rPr>
                <a:t>Acercamiento de Gestión</a:t>
              </a:r>
              <a:endParaRPr/>
            </a:p>
          </p:txBody>
        </p:sp>
        <p:sp>
          <p:nvSpPr>
            <p:cNvPr id="2109" name="Google Shape;2109;p39"/>
            <p:cNvSpPr txBox="1"/>
            <p:nvPr/>
          </p:nvSpPr>
          <p:spPr>
            <a:xfrm>
              <a:off x="3266597" y="1076158"/>
              <a:ext cx="18549685" cy="119370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314" u="none" cap="none" strike="noStrike">
                  <a:solidFill>
                    <a:srgbClr val="4A4A4A"/>
                  </a:solidFill>
                  <a:latin typeface="Arial"/>
                  <a:ea typeface="Arial"/>
                  <a:cs typeface="Arial"/>
                  <a:sym typeface="Arial"/>
                </a:rPr>
                <a:t>El desarrollo de Smartbids nos impulsó a la uso de las herramientas de Gestión entregadas por DuocUC.</a:t>
              </a:r>
              <a:r>
                <a:rPr b="0" i="0" lang="en-US" sz="2314" u="none" cap="none" strike="noStrike">
                  <a:solidFill>
                    <a:srgbClr val="4A4A4A"/>
                  </a:solidFill>
                  <a:latin typeface="Arial"/>
                  <a:ea typeface="Arial"/>
                  <a:cs typeface="Arial"/>
                  <a:sym typeface="Arial"/>
                </a:rPr>
                <a:t> Logrando tener un acercamiento real a lo aprendido durante la carrera.</a:t>
              </a:r>
              <a:endParaRPr/>
            </a:p>
          </p:txBody>
        </p:sp>
        <p:sp>
          <p:nvSpPr>
            <p:cNvPr id="2110" name="Google Shape;2110;p39"/>
            <p:cNvSpPr/>
            <p:nvPr/>
          </p:nvSpPr>
          <p:spPr>
            <a:xfrm>
              <a:off x="0" y="0"/>
              <a:ext cx="2637336" cy="2637336"/>
            </a:xfrm>
            <a:custGeom>
              <a:rect b="b" l="l" r="r" t="t"/>
              <a:pathLst>
                <a:path extrusionOk="0" h="3282950" w="3282950">
                  <a:moveTo>
                    <a:pt x="0" y="0"/>
                  </a:moveTo>
                  <a:lnTo>
                    <a:pt x="2532380" y="0"/>
                  </a:lnTo>
                  <a:cubicBezTo>
                    <a:pt x="2946400" y="0"/>
                    <a:pt x="3282950" y="336550"/>
                    <a:pt x="3282950" y="750570"/>
                  </a:cubicBezTo>
                  <a:lnTo>
                    <a:pt x="3282950" y="3282950"/>
                  </a:lnTo>
                  <a:lnTo>
                    <a:pt x="0" y="328295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10">
                <a:alphaModFix/>
              </a:blip>
              <a:stretch>
                <a:fillRect b="-10433" l="-6646" r="-12103" t="-6363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1" name="Google Shape;2111;p39"/>
            <p:cNvSpPr/>
            <p:nvPr/>
          </p:nvSpPr>
          <p:spPr>
            <a:xfrm>
              <a:off x="6702" y="2637336"/>
              <a:ext cx="3485788" cy="796121"/>
            </a:xfrm>
            <a:custGeom>
              <a:rect b="b" l="l" r="r" t="t"/>
              <a:pathLst>
                <a:path extrusionOk="0" h="310401" w="1359079">
                  <a:moveTo>
                    <a:pt x="0" y="0"/>
                  </a:moveTo>
                  <a:lnTo>
                    <a:pt x="1359079" y="0"/>
                  </a:lnTo>
                  <a:lnTo>
                    <a:pt x="1359079" y="310401"/>
                  </a:lnTo>
                  <a:lnTo>
                    <a:pt x="0" y="31040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2112" name="Google Shape;2112;p39"/>
            <p:cNvSpPr txBox="1"/>
            <p:nvPr/>
          </p:nvSpPr>
          <p:spPr>
            <a:xfrm>
              <a:off x="209876" y="2708234"/>
              <a:ext cx="2868729" cy="49550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1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1962" u="none" cap="none" strike="noStrike">
                  <a:solidFill>
                    <a:srgbClr val="1E1E1E"/>
                  </a:solidFill>
                  <a:latin typeface="Arial"/>
                  <a:ea typeface="Arial"/>
                  <a:cs typeface="Arial"/>
                  <a:sym typeface="Arial"/>
                </a:rPr>
                <a:t>Matías González</a:t>
              </a:r>
              <a:endParaRPr/>
            </a:p>
          </p:txBody>
        </p:sp>
      </p:grpSp>
      <p:grpSp>
        <p:nvGrpSpPr>
          <p:cNvPr id="2113" name="Google Shape;2113;p39"/>
          <p:cNvGrpSpPr/>
          <p:nvPr/>
        </p:nvGrpSpPr>
        <p:grpSpPr>
          <a:xfrm>
            <a:off x="665125" y="7089240"/>
            <a:ext cx="16669323" cy="2927537"/>
            <a:chOff x="0" y="-358854"/>
            <a:chExt cx="22225764" cy="3903382"/>
          </a:xfrm>
        </p:grpSpPr>
        <p:grpSp>
          <p:nvGrpSpPr>
            <p:cNvPr id="2114" name="Google Shape;2114;p39"/>
            <p:cNvGrpSpPr/>
            <p:nvPr/>
          </p:nvGrpSpPr>
          <p:grpSpPr>
            <a:xfrm>
              <a:off x="1612891" y="-358854"/>
              <a:ext cx="20612873" cy="3435937"/>
              <a:chOff x="0" y="-104775"/>
              <a:chExt cx="2665558" cy="444319"/>
            </a:xfrm>
          </p:grpSpPr>
          <p:sp>
            <p:nvSpPr>
              <p:cNvPr id="2115" name="Google Shape;2115;p39"/>
              <p:cNvSpPr/>
              <p:nvPr/>
            </p:nvSpPr>
            <p:spPr>
              <a:xfrm>
                <a:off x="0" y="0"/>
                <a:ext cx="2665558" cy="339544"/>
              </a:xfrm>
              <a:custGeom>
                <a:rect b="b" l="l" r="r" t="t"/>
                <a:pathLst>
                  <a:path extrusionOk="0" h="339544" w="2665558">
                    <a:moveTo>
                      <a:pt x="0" y="0"/>
                    </a:moveTo>
                    <a:lnTo>
                      <a:pt x="2665558" y="0"/>
                    </a:lnTo>
                    <a:lnTo>
                      <a:pt x="2665558" y="339544"/>
                    </a:lnTo>
                    <a:lnTo>
                      <a:pt x="0" y="33954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116" name="Google Shape;2116;p39"/>
              <p:cNvSpPr txBox="1"/>
              <p:nvPr/>
            </p:nvSpPr>
            <p:spPr>
              <a:xfrm>
                <a:off x="0" y="-104775"/>
                <a:ext cx="2665558" cy="44431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117" name="Google Shape;2117;p39"/>
            <p:cNvGrpSpPr/>
            <p:nvPr/>
          </p:nvGrpSpPr>
          <p:grpSpPr>
            <a:xfrm>
              <a:off x="1446569" y="393177"/>
              <a:ext cx="166323" cy="1998141"/>
              <a:chOff x="0" y="-38100"/>
              <a:chExt cx="108885" cy="1308100"/>
            </a:xfrm>
          </p:grpSpPr>
          <p:sp>
            <p:nvSpPr>
              <p:cNvPr id="2118" name="Google Shape;2118;p39"/>
              <p:cNvSpPr/>
              <p:nvPr/>
            </p:nvSpPr>
            <p:spPr>
              <a:xfrm>
                <a:off x="0" y="0"/>
                <a:ext cx="108885" cy="1270000"/>
              </a:xfrm>
              <a:custGeom>
                <a:rect b="b" l="l" r="r" t="t"/>
                <a:pathLst>
                  <a:path extrusionOk="0" h="1270000" w="108885">
                    <a:moveTo>
                      <a:pt x="10888" y="0"/>
                    </a:moveTo>
                    <a:lnTo>
                      <a:pt x="97996" y="0"/>
                    </a:lnTo>
                    <a:cubicBezTo>
                      <a:pt x="100884" y="0"/>
                      <a:pt x="103653" y="1070"/>
                      <a:pt x="105695" y="2976"/>
                    </a:cubicBezTo>
                    <a:cubicBezTo>
                      <a:pt x="107737" y="4881"/>
                      <a:pt x="108885" y="7465"/>
                      <a:pt x="108885" y="10160"/>
                    </a:cubicBezTo>
                    <a:lnTo>
                      <a:pt x="108885" y="1259840"/>
                    </a:lnTo>
                    <a:cubicBezTo>
                      <a:pt x="108885" y="1262535"/>
                      <a:pt x="107737" y="1265119"/>
                      <a:pt x="105695" y="1267024"/>
                    </a:cubicBezTo>
                    <a:cubicBezTo>
                      <a:pt x="103653" y="1268930"/>
                      <a:pt x="100884" y="1270000"/>
                      <a:pt x="97996" y="1270000"/>
                    </a:cubicBezTo>
                    <a:lnTo>
                      <a:pt x="10888" y="1270000"/>
                    </a:lnTo>
                    <a:cubicBezTo>
                      <a:pt x="8001" y="1270000"/>
                      <a:pt x="5231" y="1268930"/>
                      <a:pt x="3189" y="1267024"/>
                    </a:cubicBezTo>
                    <a:cubicBezTo>
                      <a:pt x="1147" y="1265119"/>
                      <a:pt x="0" y="1262535"/>
                      <a:pt x="0" y="1259840"/>
                    </a:cubicBezTo>
                    <a:lnTo>
                      <a:pt x="0" y="10160"/>
                    </a:lnTo>
                    <a:cubicBezTo>
                      <a:pt x="0" y="4549"/>
                      <a:pt x="4875" y="0"/>
                      <a:pt x="10888" y="0"/>
                    </a:cubicBezTo>
                    <a:close/>
                  </a:path>
                </a:pathLst>
              </a:custGeom>
              <a:solidFill>
                <a:srgbClr val="CB6CE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19" name="Google Shape;2119;p39"/>
              <p:cNvSpPr txBox="1"/>
              <p:nvPr/>
            </p:nvSpPr>
            <p:spPr>
              <a:xfrm>
                <a:off x="0" y="-38100"/>
                <a:ext cx="108885" cy="1308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l">
                  <a:lnSpc>
                    <a:spcPct val="93277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120" name="Google Shape;2120;p39"/>
            <p:cNvSpPr txBox="1"/>
            <p:nvPr/>
          </p:nvSpPr>
          <p:spPr>
            <a:xfrm>
              <a:off x="3272584" y="419601"/>
              <a:ext cx="15561216" cy="81551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998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666" u="none" cap="none" strike="noStrike">
                  <a:solidFill>
                    <a:srgbClr val="1A1A1A"/>
                  </a:solidFill>
                  <a:latin typeface="Arial"/>
                  <a:ea typeface="Arial"/>
                  <a:cs typeface="Arial"/>
                  <a:sym typeface="Arial"/>
                </a:rPr>
                <a:t>Aplicación de conocimientos en bases de datos</a:t>
              </a:r>
              <a:endParaRPr/>
            </a:p>
          </p:txBody>
        </p:sp>
        <p:sp>
          <p:nvSpPr>
            <p:cNvPr id="2121" name="Google Shape;2121;p39"/>
            <p:cNvSpPr txBox="1"/>
            <p:nvPr/>
          </p:nvSpPr>
          <p:spPr>
            <a:xfrm>
              <a:off x="3337306" y="656968"/>
              <a:ext cx="18646861" cy="214112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928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014" u="none" cap="none" strike="noStrike">
                  <a:solidFill>
                    <a:srgbClr val="4A4A4A"/>
                  </a:solidFill>
                  <a:latin typeface="Arial"/>
                  <a:ea typeface="Arial"/>
                  <a:cs typeface="Arial"/>
                  <a:sym typeface="Arial"/>
                </a:rPr>
                <a:t>Los conocimientos adquiridos en Duoc UC sobre bases de datos, principalmente con Oracle, </a:t>
              </a:r>
              <a:r>
                <a:rPr b="1" i="0" lang="en-US" sz="2014" u="none" cap="none" strike="noStrike">
                  <a:solidFill>
                    <a:srgbClr val="4A4A4A"/>
                  </a:solidFill>
                  <a:latin typeface="Arial"/>
                  <a:ea typeface="Arial"/>
                  <a:cs typeface="Arial"/>
                  <a:sym typeface="Arial"/>
                </a:rPr>
                <a:t>me permitieron adaptarme a PostgreSQL y aplicar esos fundamentos en el diseño y desarrollo de la base de datos de SmartBids.</a:t>
              </a:r>
              <a:r>
                <a:rPr b="0" i="0" lang="en-US" sz="2014" u="none" cap="none" strike="noStrike">
                  <a:solidFill>
                    <a:srgbClr val="4A4A4A"/>
                  </a:solidFill>
                  <a:latin typeface="Arial"/>
                  <a:ea typeface="Arial"/>
                  <a:cs typeface="Arial"/>
                  <a:sym typeface="Arial"/>
                </a:rPr>
                <a:t> Esto fortaleció mi capacidad para trabajar con distintas tecnologías</a:t>
              </a:r>
              <a:endParaRPr/>
            </a:p>
          </p:txBody>
        </p:sp>
        <p:sp>
          <p:nvSpPr>
            <p:cNvPr id="2122" name="Google Shape;2122;p39"/>
            <p:cNvSpPr/>
            <p:nvPr/>
          </p:nvSpPr>
          <p:spPr>
            <a:xfrm>
              <a:off x="0" y="0"/>
              <a:ext cx="2705539" cy="2705539"/>
            </a:xfrm>
            <a:custGeom>
              <a:rect b="b" l="l" r="r" t="t"/>
              <a:pathLst>
                <a:path extrusionOk="0" h="3282950" w="3282950">
                  <a:moveTo>
                    <a:pt x="0" y="0"/>
                  </a:moveTo>
                  <a:lnTo>
                    <a:pt x="2532380" y="0"/>
                  </a:lnTo>
                  <a:cubicBezTo>
                    <a:pt x="2946400" y="0"/>
                    <a:pt x="3282950" y="336550"/>
                    <a:pt x="3282950" y="750570"/>
                  </a:cubicBezTo>
                  <a:lnTo>
                    <a:pt x="3282950" y="3282950"/>
                  </a:lnTo>
                  <a:lnTo>
                    <a:pt x="0" y="328295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11">
                <a:alphaModFix/>
              </a:blip>
              <a:stretch>
                <a:fillRect b="-19593" l="-19500" r="0" t="-159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3" name="Google Shape;2123;p39"/>
            <p:cNvSpPr/>
            <p:nvPr/>
          </p:nvSpPr>
          <p:spPr>
            <a:xfrm>
              <a:off x="6875" y="2705539"/>
              <a:ext cx="3493366" cy="838989"/>
            </a:xfrm>
            <a:custGeom>
              <a:rect b="b" l="l" r="r" t="t"/>
              <a:pathLst>
                <a:path extrusionOk="0" h="318869" w="1327699">
                  <a:moveTo>
                    <a:pt x="0" y="0"/>
                  </a:moveTo>
                  <a:lnTo>
                    <a:pt x="1327699" y="0"/>
                  </a:lnTo>
                  <a:lnTo>
                    <a:pt x="1327699" y="318869"/>
                  </a:lnTo>
                  <a:lnTo>
                    <a:pt x="0" y="31886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2124" name="Google Shape;2124;p39"/>
            <p:cNvSpPr txBox="1"/>
            <p:nvPr/>
          </p:nvSpPr>
          <p:spPr>
            <a:xfrm>
              <a:off x="303431" y="2782198"/>
              <a:ext cx="2836781" cy="48499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998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1898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Flavia Oneto</a:t>
              </a:r>
              <a:endParaRPr/>
            </a:p>
          </p:txBody>
        </p:sp>
      </p:grpSp>
      <p:sp>
        <p:nvSpPr>
          <p:cNvPr id="2125" name="Google Shape;2125;p39"/>
          <p:cNvSpPr txBox="1"/>
          <p:nvPr/>
        </p:nvSpPr>
        <p:spPr>
          <a:xfrm>
            <a:off x="2701014" y="167101"/>
            <a:ext cx="12931356" cy="12857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380" u="none" cap="none" strike="noStrike">
                <a:solidFill>
                  <a:srgbClr val="000000"/>
                </a:solidFill>
                <a:latin typeface="Ultra"/>
                <a:ea typeface="Ultra"/>
                <a:cs typeface="Ultra"/>
                <a:sym typeface="Ultra"/>
              </a:rPr>
              <a:t>XI.- REFLEXIÓN</a:t>
            </a:r>
            <a:endParaRPr/>
          </a:p>
        </p:txBody>
      </p:sp>
      <p:sp>
        <p:nvSpPr>
          <p:cNvPr id="2126" name="Google Shape;2126;p39"/>
          <p:cNvSpPr txBox="1"/>
          <p:nvPr/>
        </p:nvSpPr>
        <p:spPr>
          <a:xfrm>
            <a:off x="17663375" y="9579067"/>
            <a:ext cx="1524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56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39</a:t>
            </a:r>
            <a:endParaRPr/>
          </a:p>
        </p:txBody>
      </p:sp>
    </p:spTree>
  </p:cSld>
  <p:clrMapOvr>
    <a:masterClrMapping/>
  </p:clrMapOvr>
  <p:transition spd="slow">
    <p:push/>
  </p:transition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0" name="Shape 2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1" name="Google Shape;2131;p40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4555" l="0" r="0" t="-4555"/>
            </a:stretch>
          </a:blipFill>
          <a:ln>
            <a:noFill/>
          </a:ln>
        </p:spPr>
      </p:sp>
      <p:grpSp>
        <p:nvGrpSpPr>
          <p:cNvPr id="2132" name="Google Shape;2132;p40"/>
          <p:cNvGrpSpPr/>
          <p:nvPr/>
        </p:nvGrpSpPr>
        <p:grpSpPr>
          <a:xfrm>
            <a:off x="2816101" y="3307918"/>
            <a:ext cx="5398527" cy="5877269"/>
            <a:chOff x="0" y="-104775"/>
            <a:chExt cx="564622" cy="614693"/>
          </a:xfrm>
        </p:grpSpPr>
        <p:sp>
          <p:nvSpPr>
            <p:cNvPr id="2133" name="Google Shape;2133;p40"/>
            <p:cNvSpPr/>
            <p:nvPr/>
          </p:nvSpPr>
          <p:spPr>
            <a:xfrm>
              <a:off x="0" y="0"/>
              <a:ext cx="564622" cy="509918"/>
            </a:xfrm>
            <a:custGeom>
              <a:rect b="b" l="l" r="r" t="t"/>
              <a:pathLst>
                <a:path extrusionOk="0" h="509918" w="564622">
                  <a:moveTo>
                    <a:pt x="361422" y="0"/>
                  </a:moveTo>
                  <a:lnTo>
                    <a:pt x="0" y="0"/>
                  </a:lnTo>
                  <a:lnTo>
                    <a:pt x="203200" y="509918"/>
                  </a:lnTo>
                  <a:lnTo>
                    <a:pt x="564622" y="509918"/>
                  </a:lnTo>
                  <a:lnTo>
                    <a:pt x="361422" y="0"/>
                  </a:lnTo>
                  <a:close/>
                </a:path>
              </a:pathLst>
            </a:custGeom>
            <a:solidFill>
              <a:srgbClr val="393E46"/>
            </a:solidFill>
            <a:ln>
              <a:noFill/>
            </a:ln>
          </p:spPr>
        </p:sp>
        <p:sp>
          <p:nvSpPr>
            <p:cNvPr id="2134" name="Google Shape;2134;p40"/>
            <p:cNvSpPr txBox="1"/>
            <p:nvPr/>
          </p:nvSpPr>
          <p:spPr>
            <a:xfrm>
              <a:off x="101600" y="-104775"/>
              <a:ext cx="361422" cy="61469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135" name="Google Shape;2135;p40"/>
          <p:cNvGrpSpPr/>
          <p:nvPr/>
        </p:nvGrpSpPr>
        <p:grpSpPr>
          <a:xfrm>
            <a:off x="1469699" y="178195"/>
            <a:ext cx="5398527" cy="5877269"/>
            <a:chOff x="0" y="-104775"/>
            <a:chExt cx="564622" cy="614693"/>
          </a:xfrm>
        </p:grpSpPr>
        <p:sp>
          <p:nvSpPr>
            <p:cNvPr id="2136" name="Google Shape;2136;p40"/>
            <p:cNvSpPr/>
            <p:nvPr/>
          </p:nvSpPr>
          <p:spPr>
            <a:xfrm>
              <a:off x="0" y="0"/>
              <a:ext cx="564622" cy="509918"/>
            </a:xfrm>
            <a:custGeom>
              <a:rect b="b" l="l" r="r" t="t"/>
              <a:pathLst>
                <a:path extrusionOk="0" h="509918" w="564622">
                  <a:moveTo>
                    <a:pt x="361422" y="0"/>
                  </a:moveTo>
                  <a:lnTo>
                    <a:pt x="0" y="0"/>
                  </a:lnTo>
                  <a:lnTo>
                    <a:pt x="203200" y="509918"/>
                  </a:lnTo>
                  <a:lnTo>
                    <a:pt x="564622" y="509918"/>
                  </a:lnTo>
                  <a:lnTo>
                    <a:pt x="361422" y="0"/>
                  </a:lnTo>
                  <a:close/>
                </a:path>
              </a:pathLst>
            </a:custGeom>
            <a:solidFill>
              <a:srgbClr val="393E46"/>
            </a:solidFill>
            <a:ln>
              <a:noFill/>
            </a:ln>
          </p:spPr>
        </p:sp>
        <p:sp>
          <p:nvSpPr>
            <p:cNvPr id="2137" name="Google Shape;2137;p40"/>
            <p:cNvSpPr txBox="1"/>
            <p:nvPr/>
          </p:nvSpPr>
          <p:spPr>
            <a:xfrm>
              <a:off x="101600" y="-104775"/>
              <a:ext cx="361422" cy="61469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138" name="Google Shape;2138;p40"/>
          <p:cNvGrpSpPr/>
          <p:nvPr/>
        </p:nvGrpSpPr>
        <p:grpSpPr>
          <a:xfrm>
            <a:off x="4707127" y="-2241727"/>
            <a:ext cx="6757823" cy="11426914"/>
            <a:chOff x="0" y="-104775"/>
            <a:chExt cx="422478" cy="714375"/>
          </a:xfrm>
        </p:grpSpPr>
        <p:sp>
          <p:nvSpPr>
            <p:cNvPr id="2139" name="Google Shape;2139;p40"/>
            <p:cNvSpPr/>
            <p:nvPr/>
          </p:nvSpPr>
          <p:spPr>
            <a:xfrm>
              <a:off x="0" y="0"/>
              <a:ext cx="422478" cy="609600"/>
            </a:xfrm>
            <a:custGeom>
              <a:rect b="b" l="l" r="r" t="t"/>
              <a:pathLst>
                <a:path extrusionOk="0" h="609600" w="422478">
                  <a:moveTo>
                    <a:pt x="203200" y="0"/>
                  </a:moveTo>
                  <a:lnTo>
                    <a:pt x="422478" y="0"/>
                  </a:lnTo>
                  <a:lnTo>
                    <a:pt x="219278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5170FF"/>
            </a:solidFill>
            <a:ln>
              <a:noFill/>
            </a:ln>
          </p:spPr>
        </p:sp>
        <p:sp>
          <p:nvSpPr>
            <p:cNvPr id="2140" name="Google Shape;2140;p40"/>
            <p:cNvSpPr txBox="1"/>
            <p:nvPr/>
          </p:nvSpPr>
          <p:spPr>
            <a:xfrm>
              <a:off x="101600" y="-104775"/>
              <a:ext cx="219278" cy="7143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141" name="Google Shape;2141;p40"/>
          <p:cNvSpPr/>
          <p:nvPr/>
        </p:nvSpPr>
        <p:spPr>
          <a:xfrm>
            <a:off x="-850878" y="1822701"/>
            <a:ext cx="19639527" cy="6641598"/>
          </a:xfrm>
          <a:custGeom>
            <a:rect b="b" l="l" r="r" t="t"/>
            <a:pathLst>
              <a:path extrusionOk="0" h="1028957" w="3042677">
                <a:moveTo>
                  <a:pt x="0" y="0"/>
                </a:moveTo>
                <a:lnTo>
                  <a:pt x="3042677" y="0"/>
                </a:lnTo>
                <a:lnTo>
                  <a:pt x="3042677" y="1028957"/>
                </a:lnTo>
                <a:lnTo>
                  <a:pt x="0" y="1028957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grpSp>
        <p:nvGrpSpPr>
          <p:cNvPr id="2142" name="Google Shape;2142;p40"/>
          <p:cNvGrpSpPr/>
          <p:nvPr/>
        </p:nvGrpSpPr>
        <p:grpSpPr>
          <a:xfrm>
            <a:off x="-1472280" y="-319543"/>
            <a:ext cx="6345816" cy="11149647"/>
            <a:chOff x="0" y="-104775"/>
            <a:chExt cx="443396" cy="779050"/>
          </a:xfrm>
        </p:grpSpPr>
        <p:sp>
          <p:nvSpPr>
            <p:cNvPr id="2143" name="Google Shape;2143;p40"/>
            <p:cNvSpPr/>
            <p:nvPr/>
          </p:nvSpPr>
          <p:spPr>
            <a:xfrm>
              <a:off x="0" y="0"/>
              <a:ext cx="443396" cy="674275"/>
            </a:xfrm>
            <a:custGeom>
              <a:rect b="b" l="l" r="r" t="t"/>
              <a:pathLst>
                <a:path extrusionOk="0" h="674275" w="443396">
                  <a:moveTo>
                    <a:pt x="203200" y="0"/>
                  </a:moveTo>
                  <a:lnTo>
                    <a:pt x="443396" y="0"/>
                  </a:lnTo>
                  <a:lnTo>
                    <a:pt x="240196" y="674275"/>
                  </a:lnTo>
                  <a:lnTo>
                    <a:pt x="0" y="674275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FF5757"/>
            </a:solidFill>
            <a:ln>
              <a:noFill/>
            </a:ln>
          </p:spPr>
        </p:sp>
        <p:sp>
          <p:nvSpPr>
            <p:cNvPr id="2144" name="Google Shape;2144;p40"/>
            <p:cNvSpPr txBox="1"/>
            <p:nvPr/>
          </p:nvSpPr>
          <p:spPr>
            <a:xfrm>
              <a:off x="101600" y="-104775"/>
              <a:ext cx="240196" cy="7790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145" name="Google Shape;2145;p40"/>
          <p:cNvSpPr txBox="1"/>
          <p:nvPr/>
        </p:nvSpPr>
        <p:spPr>
          <a:xfrm>
            <a:off x="10874866" y="3725032"/>
            <a:ext cx="3317158" cy="4654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Presentado Por :</a:t>
            </a:r>
            <a:endParaRPr/>
          </a:p>
        </p:txBody>
      </p:sp>
      <p:sp>
        <p:nvSpPr>
          <p:cNvPr id="2146" name="Google Shape;2146;p40"/>
          <p:cNvSpPr txBox="1"/>
          <p:nvPr/>
        </p:nvSpPr>
        <p:spPr>
          <a:xfrm>
            <a:off x="14506449" y="3725032"/>
            <a:ext cx="3316968" cy="12655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Flavia Oneto</a:t>
            </a:r>
            <a:endParaRPr/>
          </a:p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Matías González</a:t>
            </a:r>
            <a:endParaRPr/>
          </a:p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Nicolás Muñoz</a:t>
            </a:r>
            <a:endParaRPr/>
          </a:p>
        </p:txBody>
      </p:sp>
      <p:sp>
        <p:nvSpPr>
          <p:cNvPr id="2147" name="Google Shape;2147;p40"/>
          <p:cNvSpPr txBox="1"/>
          <p:nvPr/>
        </p:nvSpPr>
        <p:spPr>
          <a:xfrm>
            <a:off x="8086039" y="1917199"/>
            <a:ext cx="9737378" cy="12953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0" u="sng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SMARTBIDS</a:t>
            </a:r>
            <a:endParaRPr/>
          </a:p>
        </p:txBody>
      </p:sp>
      <p:sp>
        <p:nvSpPr>
          <p:cNvPr id="2148" name="Google Shape;2148;p40"/>
          <p:cNvSpPr txBox="1"/>
          <p:nvPr/>
        </p:nvSpPr>
        <p:spPr>
          <a:xfrm>
            <a:off x="8318092" y="2983988"/>
            <a:ext cx="9505324" cy="8648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FIN DE LA PRESENTACIÓN</a:t>
            </a:r>
            <a:endParaRPr/>
          </a:p>
        </p:txBody>
      </p:sp>
      <p:sp>
        <p:nvSpPr>
          <p:cNvPr id="2149" name="Google Shape;2149;p40"/>
          <p:cNvSpPr txBox="1"/>
          <p:nvPr/>
        </p:nvSpPr>
        <p:spPr>
          <a:xfrm>
            <a:off x="12232198" y="7004640"/>
            <a:ext cx="4912494" cy="7126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42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PREGUNTAS Y DUDAS</a:t>
            </a:r>
            <a:endParaRPr/>
          </a:p>
        </p:txBody>
      </p:sp>
      <p:sp>
        <p:nvSpPr>
          <p:cNvPr id="2150" name="Google Shape;2150;p40"/>
          <p:cNvSpPr/>
          <p:nvPr/>
        </p:nvSpPr>
        <p:spPr>
          <a:xfrm>
            <a:off x="9144000" y="2141194"/>
            <a:ext cx="968268" cy="933972"/>
          </a:xfrm>
          <a:custGeom>
            <a:rect b="b" l="l" r="r" t="t"/>
            <a:pathLst>
              <a:path extrusionOk="0" h="1268132" w="1314698">
                <a:moveTo>
                  <a:pt x="0" y="0"/>
                </a:moveTo>
                <a:lnTo>
                  <a:pt x="1314698" y="0"/>
                </a:lnTo>
                <a:lnTo>
                  <a:pt x="1314698" y="1268132"/>
                </a:lnTo>
                <a:lnTo>
                  <a:pt x="0" y="1268132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-1538" r="-274402" t="0"/>
            </a:stretch>
          </a:blipFill>
          <a:ln>
            <a:noFill/>
          </a:ln>
        </p:spPr>
      </p:sp>
      <p:sp>
        <p:nvSpPr>
          <p:cNvPr id="2151" name="Google Shape;2151;p40"/>
          <p:cNvSpPr/>
          <p:nvPr/>
        </p:nvSpPr>
        <p:spPr>
          <a:xfrm>
            <a:off x="9844524" y="6055465"/>
            <a:ext cx="2241317" cy="1871722"/>
          </a:xfrm>
          <a:custGeom>
            <a:rect b="b" l="l" r="r" t="t"/>
            <a:pathLst>
              <a:path extrusionOk="0" h="1871722" w="2241317">
                <a:moveTo>
                  <a:pt x="0" y="0"/>
                </a:moveTo>
                <a:lnTo>
                  <a:pt x="2241317" y="0"/>
                </a:lnTo>
                <a:lnTo>
                  <a:pt x="2241317" y="1871721"/>
                </a:lnTo>
                <a:lnTo>
                  <a:pt x="0" y="187172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-66333" l="-10744" r="-263732" t="-57872"/>
            </a:stretch>
          </a:blipFill>
          <a:ln>
            <a:noFill/>
          </a:ln>
        </p:spPr>
      </p:sp>
      <p:sp>
        <p:nvSpPr>
          <p:cNvPr id="2152" name="Google Shape;2152;p40"/>
          <p:cNvSpPr/>
          <p:nvPr/>
        </p:nvSpPr>
        <p:spPr>
          <a:xfrm>
            <a:off x="12085841" y="6285476"/>
            <a:ext cx="5577534" cy="964758"/>
          </a:xfrm>
          <a:custGeom>
            <a:rect b="b" l="l" r="r" t="t"/>
            <a:pathLst>
              <a:path extrusionOk="0" h="964758" w="5577534">
                <a:moveTo>
                  <a:pt x="0" y="0"/>
                </a:moveTo>
                <a:lnTo>
                  <a:pt x="5577534" y="0"/>
                </a:lnTo>
                <a:lnTo>
                  <a:pt x="5577534" y="964759"/>
                </a:lnTo>
                <a:lnTo>
                  <a:pt x="0" y="96475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-162482" l="-43894" r="-6587" t="-172509"/>
            </a:stretch>
          </a:blipFill>
          <a:ln>
            <a:noFill/>
          </a:ln>
        </p:spPr>
      </p:sp>
      <p:sp>
        <p:nvSpPr>
          <p:cNvPr id="2153" name="Google Shape;2153;p40"/>
          <p:cNvSpPr txBox="1"/>
          <p:nvPr/>
        </p:nvSpPr>
        <p:spPr>
          <a:xfrm>
            <a:off x="17663375" y="9579067"/>
            <a:ext cx="1524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56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40</a:t>
            </a:r>
            <a:endParaRPr/>
          </a:p>
        </p:txBody>
      </p:sp>
    </p:spTree>
  </p:cSld>
  <p:clrMapOvr>
    <a:masterClrMapping/>
  </p:clrMapOvr>
  <p:transition spd="slow">
    <p:push/>
  </p:transition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